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7"/>
  </p:notesMasterIdLst>
  <p:sldIdLst>
    <p:sldId id="260" r:id="rId2"/>
    <p:sldId id="257" r:id="rId3"/>
    <p:sldId id="262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58292-B87C-4B3F-BEBB-8AD8A000A18A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E11DBD-FC7D-4783-9379-8214DCAC4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72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F1F2-B448-4D56-AA53-33C38497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6FDCA-97C3-4507-9486-BDC789469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B394E-8539-469B-B041-D7575530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4DA79-8382-4C83-AC08-F4F4FD97E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B93E1-3127-4457-B3B0-382B1EA2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25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542B-AF52-4BE1-82E9-626A2A60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C90A8-4CD9-426A-8B96-D70418157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76781-B620-4851-84C4-F05D52FD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9B8EC-4E65-419C-88CB-981D04DB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E281F-D2F5-4165-80AA-6FCAFACD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69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2861-E09C-492D-994C-842F24B9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86D73-A696-49C3-B2F0-30F01D7DC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E4825-96A0-4172-8A87-E2FF500E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C308B-4323-440D-8C49-30F6B4216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4C892-32C2-48D3-9932-BE3A87DC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8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2DE9-9E3E-4BF7-8D16-88E6ED578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2C8DE-7F6B-4655-981D-AA20E9893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216E9-EF7D-4364-BA1B-D3B1746EA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9D1F3-17B0-40F4-8D82-C62632599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6D379-CB22-4748-A080-7A9C861E8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865AB-7DD7-48C3-9A29-F8EC897E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8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A3326-DE24-4B51-AD12-6EC0BEBD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5C735-C77F-446E-BBB3-498EC2812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8F264-7ED2-4BFF-91E9-D8A089A3A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EA8CC-4AE5-4DA7-9E8D-F99C60D03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190A0-F660-4910-BAA6-B86465FD7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9530D-ECCA-4598-A27B-1A40431A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D0A0CF-2426-4854-BAAC-304EEA08A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69ED9-7986-4BA4-A68C-F7D43094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0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CC9E-143C-40E6-9E32-3353B917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A4259-C698-4CB7-8210-4A947195B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B9D654-3D1C-4CC2-9E1F-385B27CEC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F994-5DC6-437A-AF67-27E2C945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4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F78E2-A2AD-41D6-916F-6E0DA706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84664-B635-427E-A0E0-F7FDCC63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6E8BC-F01E-46B1-93EA-6548988B6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0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01A2-BB5E-4253-8D9C-B734E3A34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02D7D-FA44-42FC-B770-F4B2DE867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A1172-0E27-4210-9AF8-A15D0C6CB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D8EA6-0436-4B7F-82CA-9EF0D7DF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681DB-C92C-4E3E-A46A-D4978719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D9687-ACEE-40C3-972B-C597C042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8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EB37-815E-452E-A68C-DC8A16440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39DA48-2050-42BC-9CEB-354FBFBE8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37BA4-1EB3-451E-ADC5-4FF0086C6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2BC41-382F-416F-8429-C1346329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B320F-E7A7-4F62-8838-D01F7890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38C73-D031-434C-B1A8-1ACEBC20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22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A3155-61CE-406A-A232-4FCC3EA1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24ED8-E84D-49F4-8DC1-7BC95AFC8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FA2E-1D0F-4422-B386-0041A6F3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345FB-C5C7-442F-91F2-5508B6EC8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E2913-7F88-4DDB-8412-1A860303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0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2BACC0-4CA6-40D4-8304-B1CC39F31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9964D-535D-4ABA-A84E-3A7BF4432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FCF99-2346-4048-8DF6-EC2A4847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30AF9-A010-4744-9B91-335DA01B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D4C9-BF50-4333-806F-619202D9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0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F8AD55-A369-4FD1-AD17-8A0DA5B6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11361-E972-431F-9AAB-67838F36F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FE332-BA79-4240-910D-88FFB6D4E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32C58-9DD1-4554-A6C8-FA96E25DE6CC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A4AF2-2264-4018-9307-6B0017CA1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AF803-4001-4331-858C-1ACA57FCA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720B6-04BD-416C-B0C2-14B99A9AC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1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lack.lfai.foundatio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45372D1-FFD9-4342-91EE-B2419D133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2053641"/>
            <a:ext cx="3669161" cy="27600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 &amp; Infra SIG Update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C048122-FD48-40C7-A84D-851487E90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0574" y="801866"/>
            <a:ext cx="5306084" cy="52306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ONNX Meetup Oct 2021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r>
              <a:rPr lang="en-US" sz="1600" dirty="0">
                <a:solidFill>
                  <a:srgbClr val="000000"/>
                </a:solidFill>
              </a:rPr>
              <a:t>Ashwini Khade, Microsoft</a:t>
            </a:r>
          </a:p>
        </p:txBody>
      </p:sp>
    </p:spTree>
    <p:extLst>
      <p:ext uri="{BB962C8B-B14F-4D97-AF65-F5344CB8AC3E}">
        <p14:creationId xmlns:p14="http://schemas.microsoft.com/office/powerpoint/2010/main" val="379808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2B2902-1F69-4F6E-8152-72C593438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1"/>
            <a:ext cx="9833548" cy="110278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Recent Updates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CB8E62-4311-4DF1-B283-E372C518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575420"/>
            <a:ext cx="9833548" cy="3596780"/>
          </a:xfrm>
        </p:spPr>
        <p:txBody>
          <a:bodyPr>
            <a:normAutofit lnSpcReduction="10000"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Major Improvements To Shape Inference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Added symbol generation and partial data propagation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Updates and fixes to node level shape inference methods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IR Updates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Added support for model local functions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Added support for 2 new types – </a:t>
            </a:r>
            <a:r>
              <a:rPr lang="en-US" sz="1000" dirty="0" err="1">
                <a:solidFill>
                  <a:srgbClr val="000000"/>
                </a:solidFill>
              </a:rPr>
              <a:t>SparseTensor</a:t>
            </a:r>
            <a:r>
              <a:rPr lang="en-US" sz="1000" dirty="0">
                <a:solidFill>
                  <a:srgbClr val="000000"/>
                </a:solidFill>
              </a:rPr>
              <a:t> and Optional</a:t>
            </a:r>
          </a:p>
          <a:p>
            <a:r>
              <a:rPr lang="en-US" sz="1400" dirty="0">
                <a:solidFill>
                  <a:srgbClr val="000000"/>
                </a:solidFill>
              </a:rPr>
              <a:t>Updates to External Data Support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Now ONNX can load models and run checker and shape inference without loading external data</a:t>
            </a:r>
          </a:p>
          <a:p>
            <a:r>
              <a:rPr lang="en-US" sz="1400" dirty="0">
                <a:solidFill>
                  <a:srgbClr val="000000"/>
                </a:solidFill>
              </a:rPr>
              <a:t>ONNX Parser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Introduced a text-based syntax for ONNX models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C++ parser and python bindings to parse these ONNX models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ONNX Model Hub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Model hub is an API on top of ONNX model zoo 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Enables easy querying and download of ONNX models from the zoo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Self-hosting ONNX model hub for private and enterprise scenarios</a:t>
            </a:r>
          </a:p>
          <a:p>
            <a:pPr lvl="1"/>
            <a:r>
              <a:rPr lang="en-US" sz="1000" dirty="0">
                <a:solidFill>
                  <a:srgbClr val="000000"/>
                </a:solidFill>
              </a:rPr>
              <a:t>Integrated as part of the ONNX package</a:t>
            </a:r>
          </a:p>
          <a:p>
            <a:pPr marL="457200" lvl="1" indent="0">
              <a:buNone/>
            </a:pPr>
            <a:endParaRPr lang="en-US" sz="1000" dirty="0">
              <a:solidFill>
                <a:srgbClr val="000000"/>
              </a:solidFill>
            </a:endParaRPr>
          </a:p>
          <a:p>
            <a:pPr lvl="1"/>
            <a:endParaRPr lang="en-US" sz="1000" dirty="0">
              <a:solidFill>
                <a:srgbClr val="000000"/>
              </a:solidFill>
            </a:endParaRPr>
          </a:p>
          <a:p>
            <a:pPr lvl="1"/>
            <a:endParaRPr lang="en-US" sz="700" dirty="0">
              <a:solidFill>
                <a:srgbClr val="000000"/>
              </a:solidFill>
            </a:endParaRPr>
          </a:p>
          <a:p>
            <a:endParaRPr lang="en-US" sz="700" dirty="0">
              <a:solidFill>
                <a:srgbClr val="000000"/>
              </a:solidFill>
            </a:endParaRPr>
          </a:p>
          <a:p>
            <a:pPr lvl="1"/>
            <a:endParaRPr lang="en-US" sz="700" dirty="0">
              <a:solidFill>
                <a:srgbClr val="000000"/>
              </a:solidFill>
            </a:endParaRPr>
          </a:p>
          <a:p>
            <a:endParaRPr lang="en-US" sz="700" dirty="0">
              <a:solidFill>
                <a:srgbClr val="000000"/>
              </a:solidFill>
            </a:endParaRPr>
          </a:p>
          <a:p>
            <a:pPr lvl="1"/>
            <a:endParaRPr lang="en-US" sz="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62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2B2902-1F69-4F6E-8152-72C593438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1"/>
            <a:ext cx="9833548" cy="110278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Announcements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CB8E62-4311-4DF1-B283-E372C518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575420"/>
            <a:ext cx="9833548" cy="359678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ONNX Package Updates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</a:rPr>
              <a:t>Planning support for python 3.10 for </a:t>
            </a:r>
            <a:r>
              <a:rPr lang="en-US" sz="1400" dirty="0" err="1">
                <a:solidFill>
                  <a:srgbClr val="000000"/>
                </a:solidFill>
              </a:rPr>
              <a:t>onnx</a:t>
            </a:r>
            <a:r>
              <a:rPr lang="en-US" sz="1400" dirty="0">
                <a:solidFill>
                  <a:srgbClr val="000000"/>
                </a:solidFill>
              </a:rPr>
              <a:t> 1.11 release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</a:rPr>
              <a:t>Starting 1.11 release we are moving towards dynamic linking for CRT instead of static linking.</a:t>
            </a:r>
          </a:p>
          <a:p>
            <a:r>
              <a:rPr lang="en-US" sz="1800" dirty="0">
                <a:solidFill>
                  <a:srgbClr val="000000"/>
                </a:solidFill>
              </a:rPr>
              <a:t>ONNX Model Hub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</a:rPr>
              <a:t>Model hub is an API on top of ONNX model zoo 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</a:rPr>
              <a:t>Enables easy querying and download of ONNX models from the zoo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</a:rPr>
              <a:t>Self-hosting ONNX model hub for private and enterprise scenarios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</a:rPr>
              <a:t>Integrated as part of the ONNX package</a:t>
            </a:r>
          </a:p>
          <a:p>
            <a:pPr marL="457200" lvl="1" indent="0">
              <a:buNone/>
            </a:pPr>
            <a:endParaRPr lang="en-US" sz="1000" dirty="0">
              <a:solidFill>
                <a:srgbClr val="000000"/>
              </a:solidFill>
            </a:endParaRPr>
          </a:p>
          <a:p>
            <a:pPr lvl="1"/>
            <a:endParaRPr lang="en-US" sz="1000" dirty="0">
              <a:solidFill>
                <a:srgbClr val="000000"/>
              </a:solidFill>
            </a:endParaRPr>
          </a:p>
          <a:p>
            <a:pPr lvl="1"/>
            <a:endParaRPr lang="en-US" sz="700" dirty="0">
              <a:solidFill>
                <a:srgbClr val="000000"/>
              </a:solidFill>
            </a:endParaRPr>
          </a:p>
          <a:p>
            <a:endParaRPr lang="en-US" sz="700" dirty="0">
              <a:solidFill>
                <a:srgbClr val="000000"/>
              </a:solidFill>
            </a:endParaRPr>
          </a:p>
          <a:p>
            <a:pPr lvl="1"/>
            <a:endParaRPr lang="en-US" sz="700" dirty="0">
              <a:solidFill>
                <a:srgbClr val="000000"/>
              </a:solidFill>
            </a:endParaRPr>
          </a:p>
          <a:p>
            <a:endParaRPr lang="en-US" sz="700" dirty="0">
              <a:solidFill>
                <a:srgbClr val="000000"/>
              </a:solidFill>
            </a:endParaRPr>
          </a:p>
          <a:p>
            <a:pPr lvl="1"/>
            <a:endParaRPr lang="en-US" sz="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49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953C2F-9683-44AC-B33C-95E4B689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Upcoming Investments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2D423-A7C0-4D3F-919C-12DEFDDA2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269397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Spec Clarifications</a:t>
            </a:r>
          </a:p>
          <a:p>
            <a:r>
              <a:rPr lang="en-US" sz="1800" dirty="0">
                <a:solidFill>
                  <a:srgbClr val="000000"/>
                </a:solidFill>
              </a:rPr>
              <a:t>Continue investments in </a:t>
            </a:r>
            <a:r>
              <a:rPr lang="en-US" sz="1800" dirty="0" err="1">
                <a:solidFill>
                  <a:srgbClr val="000000"/>
                </a:solidFill>
              </a:rPr>
              <a:t>onnx</a:t>
            </a:r>
            <a:r>
              <a:rPr lang="en-US" sz="1800" dirty="0">
                <a:solidFill>
                  <a:srgbClr val="000000"/>
                </a:solidFill>
              </a:rPr>
              <a:t> checker, CIs and other peripheral tools</a:t>
            </a:r>
          </a:p>
          <a:p>
            <a:r>
              <a:rPr lang="en-US" sz="1800" dirty="0">
                <a:solidFill>
                  <a:srgbClr val="000000"/>
                </a:solidFill>
              </a:rPr>
              <a:t>Improvements to version converter</a:t>
            </a:r>
            <a:endParaRPr lang="en-US" sz="1400" dirty="0">
              <a:solidFill>
                <a:srgbClr val="000000"/>
              </a:solidFill>
            </a:endParaRPr>
          </a:p>
          <a:p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44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C06BD-B486-49A9-8B8F-A4C8F93C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Get Involved!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C1F0E-A543-429D-8832-3F43C0058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269397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Slack Channel: </a:t>
            </a:r>
            <a:r>
              <a:rPr lang="en-US" sz="2000" dirty="0">
                <a:solidFill>
                  <a:srgbClr val="000000"/>
                </a:solidFill>
                <a:hlinkClick r:id="rId3"/>
              </a:rPr>
              <a:t>https://slack.lfai.foundation</a:t>
            </a:r>
            <a:r>
              <a:rPr lang="en-US" sz="2000" dirty="0">
                <a:solidFill>
                  <a:srgbClr val="000000"/>
                </a:solidFill>
              </a:rPr>
              <a:t> and join </a:t>
            </a:r>
            <a:r>
              <a:rPr lang="en-US" sz="2000" dirty="0" err="1">
                <a:solidFill>
                  <a:srgbClr val="000000"/>
                </a:solidFill>
              </a:rPr>
              <a:t>onnx-archinfra</a:t>
            </a: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Meetings and announcements are on slack channel</a:t>
            </a:r>
          </a:p>
          <a:p>
            <a:r>
              <a:rPr lang="en-US" sz="2000" dirty="0">
                <a:solidFill>
                  <a:srgbClr val="000000"/>
                </a:solidFill>
              </a:rPr>
              <a:t>Join Arch-Infra and OP SIG meetings (announcement on slack channel)</a:t>
            </a:r>
          </a:p>
          <a:p>
            <a:r>
              <a:rPr lang="en-US" sz="2000" dirty="0">
                <a:solidFill>
                  <a:srgbClr val="000000"/>
                </a:solidFill>
              </a:rPr>
              <a:t>Submit and review PRs</a:t>
            </a:r>
          </a:p>
          <a:p>
            <a:r>
              <a:rPr lang="en-US" sz="2000" dirty="0">
                <a:solidFill>
                  <a:srgbClr val="000000"/>
                </a:solidFill>
              </a:rPr>
              <a:t>Participate in discussions on slack and on </a:t>
            </a:r>
            <a:r>
              <a:rPr lang="en-US" sz="2000" dirty="0" err="1">
                <a:solidFill>
                  <a:srgbClr val="000000"/>
                </a:solidFill>
              </a:rPr>
              <a:t>github</a:t>
            </a:r>
            <a:endParaRPr lang="en-US" sz="2000" dirty="0">
              <a:solidFill>
                <a:srgbClr val="000000"/>
              </a:solidFill>
            </a:endParaRPr>
          </a:p>
          <a:p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2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14880</TotalTime>
  <Words>271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Architecture &amp; Infra SIG Update</vt:lpstr>
      <vt:lpstr>Recent Updates</vt:lpstr>
      <vt:lpstr>Announcements</vt:lpstr>
      <vt:lpstr>Upcoming Investments</vt:lpstr>
      <vt:lpstr>Get Involved!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&amp; Infra SIG Update</dc:title>
  <dc:creator>Ashwini Khade</dc:creator>
  <cp:lastModifiedBy>Ashwini Khade</cp:lastModifiedBy>
  <cp:revision>7</cp:revision>
  <dcterms:created xsi:type="dcterms:W3CDTF">2020-10-12T04:25:14Z</dcterms:created>
  <dcterms:modified xsi:type="dcterms:W3CDTF">2021-10-19T04:02:47Z</dcterms:modified>
</cp:coreProperties>
</file>