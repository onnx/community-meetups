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4"/>
  </p:notesMasterIdLst>
  <p:sldIdLst>
    <p:sldId id="449" r:id="rId6"/>
    <p:sldId id="453" r:id="rId7"/>
    <p:sldId id="458" r:id="rId8"/>
    <p:sldId id="452" r:id="rId9"/>
    <p:sldId id="459" r:id="rId10"/>
    <p:sldId id="454" r:id="rId11"/>
    <p:sldId id="456" r:id="rId12"/>
    <p:sldId id="460" r:id="rId13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BB3"/>
    <a:srgbClr val="005BAA"/>
    <a:srgbClr val="2E354C"/>
    <a:srgbClr val="273C53"/>
    <a:srgbClr val="283652"/>
    <a:srgbClr val="273353"/>
    <a:srgbClr val="4DBFD9"/>
    <a:srgbClr val="DD97DD"/>
    <a:srgbClr val="5DBCC2"/>
    <a:srgbClr val="F7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84398" autoAdjust="0"/>
  </p:normalViewPr>
  <p:slideViewPr>
    <p:cSldViewPr>
      <p:cViewPr varScale="1">
        <p:scale>
          <a:sx n="98" d="100"/>
          <a:sy n="98" d="100"/>
        </p:scale>
        <p:origin x="211" y="5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-357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4468-CE43-4CE2-8286-84E75F8BC195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BD9B5-CC23-4DCB-A326-F33578E183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77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Generating</a:t>
            </a:r>
            <a:r>
              <a:rPr lang="fr-FR" baseline="0" dirty="0" smtClean="0"/>
              <a:t> insight as to </a:t>
            </a:r>
            <a:r>
              <a:rPr lang="fr-FR" baseline="0" dirty="0" err="1" smtClean="0"/>
              <a:t>why</a:t>
            </a:r>
            <a:r>
              <a:rPr lang="fr-FR" baseline="0" dirty="0" smtClean="0"/>
              <a:t> a </a:t>
            </a:r>
            <a:r>
              <a:rPr lang="fr-FR" baseline="0" dirty="0" err="1" smtClean="0"/>
              <a:t>legacy</a:t>
            </a:r>
            <a:r>
              <a:rPr lang="fr-FR" baseline="0" dirty="0" smtClean="0"/>
              <a:t> institution </a:t>
            </a:r>
            <a:r>
              <a:rPr lang="fr-FR" baseline="0" dirty="0" err="1" smtClean="0"/>
              <a:t>like</a:t>
            </a:r>
            <a:r>
              <a:rPr lang="fr-FR" baseline="0" dirty="0" smtClean="0"/>
              <a:t> ours </a:t>
            </a:r>
            <a:r>
              <a:rPr lang="fr-FR" baseline="0" dirty="0" err="1" smtClean="0"/>
              <a:t>need</a:t>
            </a:r>
            <a:r>
              <a:rPr lang="fr-FR" baseline="0" dirty="0" smtClean="0"/>
              <a:t> ONNX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BD9B5-CC23-4DCB-A326-F33578E183C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3092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First one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baseline="0" dirty="0" smtClean="0"/>
              <a:t> cv,</a:t>
            </a:r>
          </a:p>
          <a:p>
            <a:r>
              <a:rPr lang="fr-FR" baseline="0" dirty="0" smtClean="0"/>
              <a:t>Second one </a:t>
            </a:r>
            <a:r>
              <a:rPr lang="fr-FR" baseline="0" dirty="0" err="1" smtClean="0"/>
              <a:t>is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around</a:t>
            </a:r>
            <a:r>
              <a:rPr lang="fr-FR" baseline="0" dirty="0" smtClean="0"/>
              <a:t> </a:t>
            </a:r>
            <a:r>
              <a:rPr lang="fr-FR" baseline="0" dirty="0" err="1" smtClean="0"/>
              <a:t>classical</a:t>
            </a:r>
            <a:r>
              <a:rPr lang="fr-FR" baseline="0" dirty="0" smtClean="0"/>
              <a:t> </a:t>
            </a:r>
            <a:r>
              <a:rPr lang="fr-FR" baseline="0" dirty="0" err="1" smtClean="0"/>
              <a:t>banking</a:t>
            </a:r>
            <a:r>
              <a:rPr lang="fr-FR" baseline="0" dirty="0" smtClean="0"/>
              <a:t> ML</a:t>
            </a:r>
            <a:endParaRPr lang="en-US" b="1" baseline="0" dirty="0" smtClean="0"/>
          </a:p>
          <a:p>
            <a:r>
              <a:rPr lang="fr-FR" b="1" baseline="0" dirty="0" smtClean="0"/>
              <a:t>Bank </a:t>
            </a:r>
            <a:r>
              <a:rPr lang="fr-FR" b="1" baseline="0" dirty="0" err="1" smtClean="0"/>
              <a:t>regulation</a:t>
            </a:r>
            <a:r>
              <a:rPr lang="fr-FR" b="1" baseline="0" dirty="0" smtClean="0"/>
              <a:t> </a:t>
            </a:r>
            <a:r>
              <a:rPr lang="fr-FR" b="1" baseline="0" dirty="0" err="1" smtClean="0"/>
              <a:t>Mortgage</a:t>
            </a:r>
            <a:r>
              <a:rPr lang="fr-FR" b="1" baseline="0" dirty="0" smtClean="0"/>
              <a:t> </a:t>
            </a:r>
            <a:r>
              <a:rPr lang="fr-FR" b="1" baseline="0" dirty="0" err="1" smtClean="0"/>
              <a:t>loan</a:t>
            </a:r>
            <a:r>
              <a:rPr lang="fr-FR" b="1" baseline="0" dirty="0" smtClean="0"/>
              <a:t>, </a:t>
            </a:r>
            <a:r>
              <a:rPr lang="fr-FR" b="1" baseline="0" dirty="0" err="1" smtClean="0"/>
              <a:t>terrorist</a:t>
            </a:r>
            <a:r>
              <a:rPr lang="fr-FR" b="1" baseline="0" dirty="0" smtClean="0"/>
              <a:t>, money </a:t>
            </a:r>
            <a:r>
              <a:rPr lang="fr-FR" b="1" baseline="0" dirty="0" err="1" smtClean="0"/>
              <a:t>laundering</a:t>
            </a:r>
            <a:endParaRPr lang="fr-FR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BD9B5-CC23-4DCB-A326-F33578E183C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32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9" Type="http://schemas.openxmlformats.org/officeDocument/2006/relationships/image" Target="../media/image47.png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42" Type="http://schemas.microsoft.com/office/2007/relationships/hdphoto" Target="../media/hdphoto2.wdp"/><Relationship Id="rId47" Type="http://schemas.openxmlformats.org/officeDocument/2006/relationships/image" Target="../media/image53.png"/><Relationship Id="rId50" Type="http://schemas.openxmlformats.org/officeDocument/2006/relationships/image" Target="../media/image56.png"/><Relationship Id="rId55" Type="http://schemas.openxmlformats.org/officeDocument/2006/relationships/image" Target="../media/image60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38" Type="http://schemas.openxmlformats.org/officeDocument/2006/relationships/image" Target="../media/image46.png"/><Relationship Id="rId46" Type="http://schemas.openxmlformats.org/officeDocument/2006/relationships/image" Target="../media/image52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41" Type="http://schemas.openxmlformats.org/officeDocument/2006/relationships/image" Target="../media/image49.png"/><Relationship Id="rId54" Type="http://schemas.openxmlformats.org/officeDocument/2006/relationships/image" Target="../media/image5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37" Type="http://schemas.openxmlformats.org/officeDocument/2006/relationships/image" Target="../media/image45.png"/><Relationship Id="rId40" Type="http://schemas.openxmlformats.org/officeDocument/2006/relationships/image" Target="../media/image48.png"/><Relationship Id="rId45" Type="http://schemas.openxmlformats.org/officeDocument/2006/relationships/image" Target="../media/image51.png"/><Relationship Id="rId53" Type="http://schemas.microsoft.com/office/2007/relationships/hdphoto" Target="../media/hdphoto4.wdp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49" Type="http://schemas.openxmlformats.org/officeDocument/2006/relationships/image" Target="../media/image55.png"/><Relationship Id="rId57" Type="http://schemas.openxmlformats.org/officeDocument/2006/relationships/image" Target="../media/image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4" Type="http://schemas.microsoft.com/office/2007/relationships/hdphoto" Target="../media/hdphoto3.wdp"/><Relationship Id="rId52" Type="http://schemas.openxmlformats.org/officeDocument/2006/relationships/image" Target="../media/image5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Relationship Id="rId43" Type="http://schemas.openxmlformats.org/officeDocument/2006/relationships/image" Target="../media/image50.png"/><Relationship Id="rId48" Type="http://schemas.openxmlformats.org/officeDocument/2006/relationships/image" Target="../media/image54.png"/><Relationship Id="rId56" Type="http://schemas.openxmlformats.org/officeDocument/2006/relationships/image" Target="../media/image61.png"/><Relationship Id="rId8" Type="http://schemas.openxmlformats.org/officeDocument/2006/relationships/image" Target="../media/image16.png"/><Relationship Id="rId51" Type="http://schemas.openxmlformats.org/officeDocument/2006/relationships/image" Target="../media/image57.png"/><Relationship Id="rId3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4.png"/><Relationship Id="rId11" Type="http://schemas.openxmlformats.org/officeDocument/2006/relationships/image" Target="../media/image6.png"/><Relationship Id="rId5" Type="http://schemas.microsoft.com/office/2007/relationships/hdphoto" Target="../media/hdphoto6.wdp"/><Relationship Id="rId10" Type="http://schemas.openxmlformats.org/officeDocument/2006/relationships/image" Target="../media/image66.png"/><Relationship Id="rId4" Type="http://schemas.openxmlformats.org/officeDocument/2006/relationships/image" Target="../media/image63.png"/><Relationship Id="rId9" Type="http://schemas.microsoft.com/office/2007/relationships/hdphoto" Target="../media/hdphoto8.wdp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hyperlink" Target="https://rse/agora/ia" TargetMode="External"/><Relationship Id="rId3" Type="http://schemas.openxmlformats.org/officeDocument/2006/relationships/image" Target="../media/image67.png"/><Relationship Id="rId7" Type="http://schemas.openxmlformats.org/officeDocument/2006/relationships/image" Target="../media/image69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rse/agora/bigdata" TargetMode="External"/><Relationship Id="rId5" Type="http://schemas.openxmlformats.org/officeDocument/2006/relationships/image" Target="../media/image68.jpg"/><Relationship Id="rId4" Type="http://schemas.openxmlformats.org/officeDocument/2006/relationships/hyperlink" Target="https://rse/agora/python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verture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7380312" y="0"/>
            <a:ext cx="1357238" cy="1275908"/>
          </a:xfrm>
          <a:prstGeom prst="rect">
            <a:avLst/>
          </a:prstGeom>
        </p:spPr>
      </p:pic>
      <p:cxnSp>
        <p:nvCxnSpPr>
          <p:cNvPr id="13" name="Connecteur droit 12"/>
          <p:cNvCxnSpPr/>
          <p:nvPr userDrawn="1"/>
        </p:nvCxnSpPr>
        <p:spPr>
          <a:xfrm flipH="1">
            <a:off x="3878713" y="2359444"/>
            <a:ext cx="13407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re 16"/>
          <p:cNvSpPr>
            <a:spLocks noGrp="1"/>
          </p:cNvSpPr>
          <p:nvPr>
            <p:ph type="title" hasCustomPrompt="1"/>
          </p:nvPr>
        </p:nvSpPr>
        <p:spPr>
          <a:xfrm>
            <a:off x="3774970" y="1642547"/>
            <a:ext cx="4613454" cy="58551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2300" b="1">
                <a:latin typeface="+mn-lt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5" name="Espace réservé du texte 18"/>
          <p:cNvSpPr>
            <a:spLocks noGrp="1"/>
          </p:cNvSpPr>
          <p:nvPr>
            <p:ph type="body" sz="quarter" idx="10" hasCustomPrompt="1"/>
          </p:nvPr>
        </p:nvSpPr>
        <p:spPr>
          <a:xfrm>
            <a:off x="3707638" y="2660109"/>
            <a:ext cx="4683173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fr-FR" dirty="0" smtClean="0"/>
              <a:t>SOUS-TITRE DE LA PRÉSENTATION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4787386" y="4101211"/>
            <a:ext cx="3601038" cy="71913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dirty="0" smtClean="0"/>
              <a:t>Date | Auteur</a:t>
            </a:r>
            <a:endParaRPr lang="fr-FR" dirty="0"/>
          </a:p>
        </p:txBody>
      </p:sp>
      <p:pic>
        <p:nvPicPr>
          <p:cNvPr id="8" name="Espace réservé pour une image 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68"/>
            <a:ext cx="3851920" cy="5150114"/>
          </a:xfrm>
          <a:custGeom>
            <a:avLst/>
            <a:gdLst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3143743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1570124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  <a:gd name="connsiteX0" fmla="*/ 0 w 3143743"/>
              <a:gd name="connsiteY0" fmla="*/ 0 h 5151451"/>
              <a:gd name="connsiteX1" fmla="*/ 3143743 w 3143743"/>
              <a:gd name="connsiteY1" fmla="*/ 0 h 5151451"/>
              <a:gd name="connsiteX2" fmla="*/ 2030096 w 3143743"/>
              <a:gd name="connsiteY2" fmla="*/ 5151451 h 5151451"/>
              <a:gd name="connsiteX3" fmla="*/ 0 w 3143743"/>
              <a:gd name="connsiteY3" fmla="*/ 5143500 h 5151451"/>
              <a:gd name="connsiteX4" fmla="*/ 0 w 3143743"/>
              <a:gd name="connsiteY4" fmla="*/ 0 h 515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3743" h="5151451">
                <a:moveTo>
                  <a:pt x="0" y="0"/>
                </a:moveTo>
                <a:lnTo>
                  <a:pt x="3143743" y="0"/>
                </a:lnTo>
                <a:lnTo>
                  <a:pt x="2030096" y="5151451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175992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uverture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7380312" y="0"/>
            <a:ext cx="1357238" cy="1275908"/>
          </a:xfrm>
          <a:prstGeom prst="rect">
            <a:avLst/>
          </a:prstGeom>
        </p:spPr>
      </p:pic>
      <p:cxnSp>
        <p:nvCxnSpPr>
          <p:cNvPr id="13" name="Connecteur droit 12"/>
          <p:cNvCxnSpPr/>
          <p:nvPr userDrawn="1"/>
        </p:nvCxnSpPr>
        <p:spPr>
          <a:xfrm flipH="1">
            <a:off x="3878713" y="2359444"/>
            <a:ext cx="13407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re 16"/>
          <p:cNvSpPr>
            <a:spLocks noGrp="1"/>
          </p:cNvSpPr>
          <p:nvPr>
            <p:ph type="title" hasCustomPrompt="1"/>
          </p:nvPr>
        </p:nvSpPr>
        <p:spPr>
          <a:xfrm>
            <a:off x="3774970" y="1642547"/>
            <a:ext cx="4613454" cy="58551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23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5" name="Espace réservé du texte 18"/>
          <p:cNvSpPr>
            <a:spLocks noGrp="1"/>
          </p:cNvSpPr>
          <p:nvPr>
            <p:ph type="body" sz="quarter" idx="10" hasCustomPrompt="1"/>
          </p:nvPr>
        </p:nvSpPr>
        <p:spPr>
          <a:xfrm>
            <a:off x="3707638" y="2660109"/>
            <a:ext cx="4683173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SOUS-TITRE DE LA PRÉSENTATION</a:t>
            </a:r>
          </a:p>
        </p:txBody>
      </p:sp>
      <p:pic>
        <p:nvPicPr>
          <p:cNvPr id="11" name="Espace réservé pour une image 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68"/>
            <a:ext cx="3851920" cy="5150114"/>
          </a:xfrm>
          <a:custGeom>
            <a:avLst/>
            <a:gdLst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3143743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1570124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  <a:gd name="connsiteX0" fmla="*/ 0 w 3143743"/>
              <a:gd name="connsiteY0" fmla="*/ 0 h 5151451"/>
              <a:gd name="connsiteX1" fmla="*/ 3143743 w 3143743"/>
              <a:gd name="connsiteY1" fmla="*/ 0 h 5151451"/>
              <a:gd name="connsiteX2" fmla="*/ 2030096 w 3143743"/>
              <a:gd name="connsiteY2" fmla="*/ 5151451 h 5151451"/>
              <a:gd name="connsiteX3" fmla="*/ 0 w 3143743"/>
              <a:gd name="connsiteY3" fmla="*/ 5143500 h 5151451"/>
              <a:gd name="connsiteX4" fmla="*/ 0 w 3143743"/>
              <a:gd name="connsiteY4" fmla="*/ 0 h 515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3743" h="5151451">
                <a:moveTo>
                  <a:pt x="0" y="0"/>
                </a:moveTo>
                <a:lnTo>
                  <a:pt x="3143743" y="0"/>
                </a:lnTo>
                <a:lnTo>
                  <a:pt x="2030096" y="5151451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4787386" y="4101211"/>
            <a:ext cx="3601038" cy="71913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400" dirty="0" smtClean="0"/>
              <a:t>DDSA-SIAD IA &amp; Data Science</a:t>
            </a:r>
          </a:p>
        </p:txBody>
      </p:sp>
    </p:spTree>
    <p:extLst>
      <p:ext uri="{BB962C8B-B14F-4D97-AF65-F5344CB8AC3E}">
        <p14:creationId xmlns:p14="http://schemas.microsoft.com/office/powerpoint/2010/main" val="22284980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uverture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7380312" y="0"/>
            <a:ext cx="1357238" cy="1275908"/>
          </a:xfrm>
          <a:prstGeom prst="rect">
            <a:avLst/>
          </a:prstGeom>
        </p:spPr>
      </p:pic>
      <p:cxnSp>
        <p:nvCxnSpPr>
          <p:cNvPr id="13" name="Connecteur droit 12"/>
          <p:cNvCxnSpPr/>
          <p:nvPr userDrawn="1"/>
        </p:nvCxnSpPr>
        <p:spPr>
          <a:xfrm flipH="1">
            <a:off x="3878713" y="2359444"/>
            <a:ext cx="13407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re 16"/>
          <p:cNvSpPr>
            <a:spLocks noGrp="1"/>
          </p:cNvSpPr>
          <p:nvPr>
            <p:ph type="title" hasCustomPrompt="1"/>
          </p:nvPr>
        </p:nvSpPr>
        <p:spPr>
          <a:xfrm>
            <a:off x="3774970" y="1642547"/>
            <a:ext cx="4613454" cy="58551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23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5" name="Espace réservé du texte 18"/>
          <p:cNvSpPr>
            <a:spLocks noGrp="1"/>
          </p:cNvSpPr>
          <p:nvPr>
            <p:ph type="body" sz="quarter" idx="10" hasCustomPrompt="1"/>
          </p:nvPr>
        </p:nvSpPr>
        <p:spPr>
          <a:xfrm>
            <a:off x="3707638" y="2660109"/>
            <a:ext cx="4683173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SOUS-TITRE DE LA PRÉSENTATION</a:t>
            </a:r>
          </a:p>
        </p:txBody>
      </p:sp>
      <p:pic>
        <p:nvPicPr>
          <p:cNvPr id="9" name="Espace réservé pour une image 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851920" cy="5151451"/>
          </a:xfrm>
          <a:custGeom>
            <a:avLst/>
            <a:gdLst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3143743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1570124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  <a:gd name="connsiteX0" fmla="*/ 0 w 3143743"/>
              <a:gd name="connsiteY0" fmla="*/ 0 h 5151451"/>
              <a:gd name="connsiteX1" fmla="*/ 3143743 w 3143743"/>
              <a:gd name="connsiteY1" fmla="*/ 0 h 5151451"/>
              <a:gd name="connsiteX2" fmla="*/ 2030096 w 3143743"/>
              <a:gd name="connsiteY2" fmla="*/ 5151451 h 5151451"/>
              <a:gd name="connsiteX3" fmla="*/ 0 w 3143743"/>
              <a:gd name="connsiteY3" fmla="*/ 5143500 h 5151451"/>
              <a:gd name="connsiteX4" fmla="*/ 0 w 3143743"/>
              <a:gd name="connsiteY4" fmla="*/ 0 h 515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3743" h="5151451">
                <a:moveTo>
                  <a:pt x="0" y="0"/>
                </a:moveTo>
                <a:lnTo>
                  <a:pt x="3143743" y="0"/>
                </a:lnTo>
                <a:lnTo>
                  <a:pt x="2030096" y="5151451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1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4787386" y="4101211"/>
            <a:ext cx="3601038" cy="71913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400" dirty="0" smtClean="0"/>
              <a:t>DDSA-SIAD IA &amp; Data Science</a:t>
            </a:r>
          </a:p>
        </p:txBody>
      </p:sp>
    </p:spTree>
    <p:extLst>
      <p:ext uri="{BB962C8B-B14F-4D97-AF65-F5344CB8AC3E}">
        <p14:creationId xmlns:p14="http://schemas.microsoft.com/office/powerpoint/2010/main" val="127291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pour une image  20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851920" cy="5151451"/>
          </a:xfrm>
          <a:custGeom>
            <a:avLst/>
            <a:gdLst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3143743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1570124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  <a:gd name="connsiteX0" fmla="*/ 0 w 3143743"/>
              <a:gd name="connsiteY0" fmla="*/ 0 h 5151451"/>
              <a:gd name="connsiteX1" fmla="*/ 3143743 w 3143743"/>
              <a:gd name="connsiteY1" fmla="*/ 0 h 5151451"/>
              <a:gd name="connsiteX2" fmla="*/ 2030096 w 3143743"/>
              <a:gd name="connsiteY2" fmla="*/ 5151451 h 5151451"/>
              <a:gd name="connsiteX3" fmla="*/ 0 w 3143743"/>
              <a:gd name="connsiteY3" fmla="*/ 5143500 h 5151451"/>
              <a:gd name="connsiteX4" fmla="*/ 0 w 3143743"/>
              <a:gd name="connsiteY4" fmla="*/ 0 h 515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3743" h="5151451">
                <a:moveTo>
                  <a:pt x="0" y="0"/>
                </a:moveTo>
                <a:lnTo>
                  <a:pt x="3143743" y="0"/>
                </a:lnTo>
                <a:lnTo>
                  <a:pt x="2030096" y="5151451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fr-FR" dirty="0" smtClean="0"/>
              <a:t>Insérez votre image</a:t>
            </a:r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7380312" y="0"/>
            <a:ext cx="1357238" cy="1275908"/>
          </a:xfrm>
          <a:prstGeom prst="rect">
            <a:avLst/>
          </a:prstGeom>
        </p:spPr>
      </p:pic>
      <p:cxnSp>
        <p:nvCxnSpPr>
          <p:cNvPr id="13" name="Connecteur droit 12"/>
          <p:cNvCxnSpPr/>
          <p:nvPr userDrawn="1"/>
        </p:nvCxnSpPr>
        <p:spPr>
          <a:xfrm flipH="1">
            <a:off x="3878713" y="2359444"/>
            <a:ext cx="13407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re 16"/>
          <p:cNvSpPr>
            <a:spLocks noGrp="1"/>
          </p:cNvSpPr>
          <p:nvPr>
            <p:ph type="title" hasCustomPrompt="1"/>
          </p:nvPr>
        </p:nvSpPr>
        <p:spPr>
          <a:xfrm>
            <a:off x="3774970" y="1642547"/>
            <a:ext cx="4613454" cy="58551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23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5" name="Espace réservé du texte 18"/>
          <p:cNvSpPr>
            <a:spLocks noGrp="1"/>
          </p:cNvSpPr>
          <p:nvPr>
            <p:ph type="body" sz="quarter" idx="10" hasCustomPrompt="1"/>
          </p:nvPr>
        </p:nvSpPr>
        <p:spPr>
          <a:xfrm>
            <a:off x="3707638" y="2660109"/>
            <a:ext cx="4683173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SOUS-TITRE DE LA PRÉSENTATION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4787386" y="4101211"/>
            <a:ext cx="3601038" cy="71913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400" dirty="0" smtClean="0"/>
              <a:t>DDSA-SIAD IA &amp; Data Science</a:t>
            </a:r>
          </a:p>
        </p:txBody>
      </p:sp>
    </p:spTree>
    <p:extLst>
      <p:ext uri="{BB962C8B-B14F-4D97-AF65-F5344CB8AC3E}">
        <p14:creationId xmlns:p14="http://schemas.microsoft.com/office/powerpoint/2010/main" val="210864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texte 30"/>
          <p:cNvSpPr>
            <a:spLocks noGrp="1"/>
          </p:cNvSpPr>
          <p:nvPr>
            <p:ph type="body" sz="quarter" idx="11" hasCustomPrompt="1"/>
          </p:nvPr>
        </p:nvSpPr>
        <p:spPr>
          <a:xfrm>
            <a:off x="1604233" y="1101395"/>
            <a:ext cx="6107519" cy="444500"/>
          </a:xfrm>
          <a:prstGeom prst="rect">
            <a:avLst/>
          </a:prstGeom>
        </p:spPr>
        <p:txBody>
          <a:bodyPr lIns="36000" anchor="ctr" anchorCtr="0">
            <a:noAutofit/>
          </a:bodyPr>
          <a:lstStyle>
            <a:lvl1pPr marL="0" indent="0">
              <a:buNone/>
              <a:defRPr sz="18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cxnSp>
        <p:nvCxnSpPr>
          <p:cNvPr id="2" name="Connecteur droit 1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u texte 30"/>
          <p:cNvSpPr>
            <a:spLocks noGrp="1"/>
          </p:cNvSpPr>
          <p:nvPr>
            <p:ph type="body" sz="quarter" idx="13" hasCustomPrompt="1"/>
          </p:nvPr>
        </p:nvSpPr>
        <p:spPr>
          <a:xfrm>
            <a:off x="1614577" y="1677459"/>
            <a:ext cx="6107519" cy="444500"/>
          </a:xfrm>
          <a:prstGeom prst="rect">
            <a:avLst/>
          </a:prstGeom>
        </p:spPr>
        <p:txBody>
          <a:bodyPr lIns="36000" anchor="ctr" anchorCtr="0">
            <a:noAutofit/>
          </a:bodyPr>
          <a:lstStyle>
            <a:lvl1pPr marL="0" indent="0">
              <a:buNone/>
              <a:defRPr sz="18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39" name="Espace réservé du texte 30"/>
          <p:cNvSpPr>
            <a:spLocks noGrp="1"/>
          </p:cNvSpPr>
          <p:nvPr>
            <p:ph type="body" sz="quarter" idx="16" hasCustomPrompt="1"/>
          </p:nvPr>
        </p:nvSpPr>
        <p:spPr>
          <a:xfrm>
            <a:off x="1614577" y="2253523"/>
            <a:ext cx="6107519" cy="444500"/>
          </a:xfrm>
          <a:prstGeom prst="rect">
            <a:avLst/>
          </a:prstGeom>
        </p:spPr>
        <p:txBody>
          <a:bodyPr lIns="36000" anchor="ctr" anchorCtr="0">
            <a:noAutofit/>
          </a:bodyPr>
          <a:lstStyle>
            <a:lvl1pPr marL="0" indent="0">
              <a:buNone/>
              <a:defRPr sz="18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44" name="Espace réservé du texte 30"/>
          <p:cNvSpPr>
            <a:spLocks noGrp="1"/>
          </p:cNvSpPr>
          <p:nvPr>
            <p:ph type="body" sz="quarter" idx="19" hasCustomPrompt="1"/>
          </p:nvPr>
        </p:nvSpPr>
        <p:spPr>
          <a:xfrm>
            <a:off x="1614577" y="2829587"/>
            <a:ext cx="6107519" cy="444500"/>
          </a:xfrm>
          <a:prstGeom prst="rect">
            <a:avLst/>
          </a:prstGeom>
        </p:spPr>
        <p:txBody>
          <a:bodyPr lIns="36000" anchor="ctr" anchorCtr="0">
            <a:noAutofit/>
          </a:bodyPr>
          <a:lstStyle>
            <a:lvl1pPr marL="0" indent="0">
              <a:buNone/>
              <a:defRPr sz="18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49" name="Espace réservé du texte 30"/>
          <p:cNvSpPr>
            <a:spLocks noGrp="1"/>
          </p:cNvSpPr>
          <p:nvPr>
            <p:ph type="body" sz="quarter" idx="22" hasCustomPrompt="1"/>
          </p:nvPr>
        </p:nvSpPr>
        <p:spPr>
          <a:xfrm>
            <a:off x="1614577" y="3405651"/>
            <a:ext cx="6107519" cy="444500"/>
          </a:xfrm>
          <a:prstGeom prst="rect">
            <a:avLst/>
          </a:prstGeom>
        </p:spPr>
        <p:txBody>
          <a:bodyPr lIns="36000" anchor="ctr" anchorCtr="0">
            <a:noAutofit/>
          </a:bodyPr>
          <a:lstStyle>
            <a:lvl1pPr marL="0" indent="0">
              <a:buNone/>
              <a:defRPr sz="18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54" name="Espace réservé du texte 30"/>
          <p:cNvSpPr>
            <a:spLocks noGrp="1"/>
          </p:cNvSpPr>
          <p:nvPr>
            <p:ph type="body" sz="quarter" idx="25" hasCustomPrompt="1"/>
          </p:nvPr>
        </p:nvSpPr>
        <p:spPr>
          <a:xfrm>
            <a:off x="1614577" y="3981715"/>
            <a:ext cx="6107519" cy="444500"/>
          </a:xfrm>
          <a:prstGeom prst="rect">
            <a:avLst/>
          </a:prstGeom>
        </p:spPr>
        <p:txBody>
          <a:bodyPr lIns="36000" anchor="ctr" anchorCtr="0">
            <a:noAutofit/>
          </a:bodyPr>
          <a:lstStyle>
            <a:lvl1pPr marL="0" indent="0">
              <a:buNone/>
              <a:defRPr sz="18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61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1" name="Espace réservé du texte 64"/>
          <p:cNvSpPr>
            <a:spLocks noGrp="1"/>
          </p:cNvSpPr>
          <p:nvPr>
            <p:ph type="body" sz="quarter" idx="37" hasCustomPrompt="1"/>
          </p:nvPr>
        </p:nvSpPr>
        <p:spPr>
          <a:xfrm>
            <a:off x="971600" y="1112235"/>
            <a:ext cx="541212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 b="1" baseline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77" name="Espace réservé du texte 64"/>
          <p:cNvSpPr>
            <a:spLocks noGrp="1"/>
          </p:cNvSpPr>
          <p:nvPr>
            <p:ph type="body" sz="quarter" idx="38" hasCustomPrompt="1"/>
          </p:nvPr>
        </p:nvSpPr>
        <p:spPr>
          <a:xfrm>
            <a:off x="971600" y="1689744"/>
            <a:ext cx="541212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 b="1" baseline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78" name="Espace réservé du texte 64"/>
          <p:cNvSpPr>
            <a:spLocks noGrp="1"/>
          </p:cNvSpPr>
          <p:nvPr>
            <p:ph type="body" sz="quarter" idx="39" hasCustomPrompt="1"/>
          </p:nvPr>
        </p:nvSpPr>
        <p:spPr>
          <a:xfrm>
            <a:off x="971600" y="2267253"/>
            <a:ext cx="541212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 b="1" baseline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79" name="Espace réservé du texte 64"/>
          <p:cNvSpPr>
            <a:spLocks noGrp="1"/>
          </p:cNvSpPr>
          <p:nvPr>
            <p:ph type="body" sz="quarter" idx="40" hasCustomPrompt="1"/>
          </p:nvPr>
        </p:nvSpPr>
        <p:spPr>
          <a:xfrm>
            <a:off x="971600" y="2844762"/>
            <a:ext cx="541212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 b="1" baseline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80" name="Espace réservé du texte 64"/>
          <p:cNvSpPr>
            <a:spLocks noGrp="1"/>
          </p:cNvSpPr>
          <p:nvPr>
            <p:ph type="body" sz="quarter" idx="41" hasCustomPrompt="1"/>
          </p:nvPr>
        </p:nvSpPr>
        <p:spPr>
          <a:xfrm>
            <a:off x="971600" y="3422271"/>
            <a:ext cx="541212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 b="1" baseline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81" name="Espace réservé du texte 64"/>
          <p:cNvSpPr>
            <a:spLocks noGrp="1"/>
          </p:cNvSpPr>
          <p:nvPr>
            <p:ph type="body" sz="quarter" idx="42" hasCustomPrompt="1"/>
          </p:nvPr>
        </p:nvSpPr>
        <p:spPr>
          <a:xfrm>
            <a:off x="971600" y="3999780"/>
            <a:ext cx="541212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 b="1" baseline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3" name="ZoneTexte 2"/>
          <p:cNvSpPr txBox="1"/>
          <p:nvPr userDrawn="1"/>
        </p:nvSpPr>
        <p:spPr>
          <a:xfrm>
            <a:off x="539552" y="407248"/>
            <a:ext cx="82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AGENDA</a:t>
            </a:r>
            <a:endParaRPr lang="fr-FR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C927C9BD-3E1C-4445-8E19-A7461D01D781}" type="datetime1">
              <a:rPr lang="fr-FR" smtClean="0"/>
              <a:t>15/10/2021</a:t>
            </a:fld>
            <a:endParaRPr lang="fr-FR" dirty="0"/>
          </a:p>
        </p:txBody>
      </p:sp>
      <p:sp>
        <p:nvSpPr>
          <p:cNvPr id="29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6" name="Connecteur droit 5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251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e base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534985" y="424944"/>
            <a:ext cx="8229600" cy="38241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4" y="0"/>
            <a:ext cx="8280400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25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3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F3C24107-0733-4104-AB2E-D05EE52AB5A1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34" name="Image 3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11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12" name="Connecteur droit 11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367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e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534985" y="424944"/>
            <a:ext cx="8229600" cy="38241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 baseline="0">
                <a:latin typeface="+mj-lt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4" y="0"/>
            <a:ext cx="8280400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/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31"/>
          </p:nvPr>
        </p:nvSpPr>
        <p:spPr>
          <a:xfrm>
            <a:off x="468313" y="1203325"/>
            <a:ext cx="8285162" cy="324008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Clr>
                <a:schemeClr val="tx1"/>
              </a:buClr>
              <a:buFont typeface="Segoe UI" panose="020B0502040204020203" pitchFamily="34" charset="0"/>
              <a:buChar char="■"/>
              <a:defRPr sz="1400"/>
            </a:lvl1pPr>
            <a:lvl2pPr marL="742950" indent="-285750">
              <a:buClr>
                <a:schemeClr val="tx1"/>
              </a:buClr>
              <a:buFont typeface="Wingdings" panose="05000000000000000000" pitchFamily="2" charset="2"/>
              <a:buChar char="§"/>
              <a:defRPr sz="1400"/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300"/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300"/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3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17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7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9E15ABAE-5D6E-402C-AE82-D8D8687FC614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28" name="Imag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10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918870" y="481776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65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534985" y="424944"/>
            <a:ext cx="8229600" cy="38241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4" y="0"/>
            <a:ext cx="8280400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32" hasCustomPrompt="1"/>
          </p:nvPr>
        </p:nvSpPr>
        <p:spPr>
          <a:xfrm>
            <a:off x="1187274" y="1045246"/>
            <a:ext cx="6847241" cy="590261"/>
          </a:xfrm>
          <a:prstGeom prst="rect">
            <a:avLst/>
          </a:prstGeo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 dirty="0" smtClean="0"/>
              <a:t>Insérez votre message principal</a:t>
            </a:r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31"/>
          </p:nvPr>
        </p:nvSpPr>
        <p:spPr>
          <a:xfrm>
            <a:off x="468313" y="1923678"/>
            <a:ext cx="8285162" cy="25197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Clr>
                <a:schemeClr val="tx1"/>
              </a:buClr>
              <a:buFont typeface="Segoe UI" panose="020B0502040204020203" pitchFamily="34" charset="0"/>
              <a:buChar char="■"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950" indent="-285750">
              <a:buClr>
                <a:schemeClr val="tx1"/>
              </a:buClr>
              <a:buFont typeface="Wingdings" panose="05000000000000000000" pitchFamily="2" charset="2"/>
              <a:buChar char="§"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21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9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C7FEC64-83A6-46EF-BDC8-64870B84A8D9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30" name="Image 2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12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14" name="Connecteur droit 13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338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coupage 3 parties - à personnali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31" hasCustomPrompt="1"/>
          </p:nvPr>
        </p:nvSpPr>
        <p:spPr>
          <a:xfrm>
            <a:off x="5651500" y="0"/>
            <a:ext cx="3492500" cy="51435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aseline="0"/>
            </a:lvl1pPr>
          </a:lstStyle>
          <a:p>
            <a:r>
              <a:rPr lang="fr-FR" dirty="0" smtClean="0"/>
              <a:t>Insérez votre image</a:t>
            </a:r>
            <a:endParaRPr lang="fr-FR" dirty="0"/>
          </a:p>
        </p:txBody>
      </p:sp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534985" y="424944"/>
            <a:ext cx="4757095" cy="38241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4" y="0"/>
            <a:ext cx="4749336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32" hasCustomPrompt="1"/>
          </p:nvPr>
        </p:nvSpPr>
        <p:spPr>
          <a:xfrm>
            <a:off x="1878826" y="1203598"/>
            <a:ext cx="3384376" cy="904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3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23" name="Espace réservé du texte 7"/>
          <p:cNvSpPr>
            <a:spLocks noGrp="1"/>
          </p:cNvSpPr>
          <p:nvPr>
            <p:ph type="body" sz="quarter" idx="33" hasCustomPrompt="1"/>
          </p:nvPr>
        </p:nvSpPr>
        <p:spPr>
          <a:xfrm>
            <a:off x="1878826" y="2378681"/>
            <a:ext cx="3384376" cy="904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3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24" name="Espace réservé du texte 7"/>
          <p:cNvSpPr>
            <a:spLocks noGrp="1"/>
          </p:cNvSpPr>
          <p:nvPr>
            <p:ph type="body" sz="quarter" idx="34" hasCustomPrompt="1"/>
          </p:nvPr>
        </p:nvSpPr>
        <p:spPr>
          <a:xfrm>
            <a:off x="1878826" y="3489020"/>
            <a:ext cx="3384376" cy="904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3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26" name="Espace réservé pour une image  25"/>
          <p:cNvSpPr>
            <a:spLocks noGrp="1"/>
          </p:cNvSpPr>
          <p:nvPr>
            <p:ph type="pic" sz="quarter" idx="35" hasCustomPrompt="1"/>
          </p:nvPr>
        </p:nvSpPr>
        <p:spPr>
          <a:xfrm>
            <a:off x="468313" y="1203325"/>
            <a:ext cx="1223962" cy="8842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/>
            </a:lvl1pPr>
          </a:lstStyle>
          <a:p>
            <a:r>
              <a:rPr lang="fr-FR" dirty="0" smtClean="0"/>
              <a:t>Insérez votre image ou icône</a:t>
            </a:r>
            <a:endParaRPr lang="fr-FR" dirty="0"/>
          </a:p>
        </p:txBody>
      </p:sp>
      <p:sp>
        <p:nvSpPr>
          <p:cNvPr id="27" name="Espace réservé pour une image  25"/>
          <p:cNvSpPr>
            <a:spLocks noGrp="1"/>
          </p:cNvSpPr>
          <p:nvPr>
            <p:ph type="pic" sz="quarter" idx="36" hasCustomPrompt="1"/>
          </p:nvPr>
        </p:nvSpPr>
        <p:spPr>
          <a:xfrm>
            <a:off x="467544" y="2355726"/>
            <a:ext cx="1223962" cy="8842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/>
            </a:lvl1pPr>
          </a:lstStyle>
          <a:p>
            <a:r>
              <a:rPr lang="fr-FR" dirty="0" smtClean="0"/>
              <a:t>Insérez votre image ou icône</a:t>
            </a:r>
            <a:endParaRPr lang="fr-FR" dirty="0"/>
          </a:p>
        </p:txBody>
      </p:sp>
      <p:sp>
        <p:nvSpPr>
          <p:cNvPr id="28" name="Espace réservé pour une image  25"/>
          <p:cNvSpPr>
            <a:spLocks noGrp="1"/>
          </p:cNvSpPr>
          <p:nvPr>
            <p:ph type="pic" sz="quarter" idx="37" hasCustomPrompt="1"/>
          </p:nvPr>
        </p:nvSpPr>
        <p:spPr>
          <a:xfrm>
            <a:off x="461726" y="3507854"/>
            <a:ext cx="1223962" cy="8842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/>
            </a:lvl1pPr>
          </a:lstStyle>
          <a:p>
            <a:r>
              <a:rPr lang="fr-FR" dirty="0" smtClean="0"/>
              <a:t>Insérez votre image ou icône</a:t>
            </a:r>
            <a:endParaRPr lang="fr-FR" dirty="0"/>
          </a:p>
        </p:txBody>
      </p:sp>
      <p:sp>
        <p:nvSpPr>
          <p:cNvPr id="29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7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3BD1CC8F-E96F-446E-B4AE-90C5D387D50F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38" name="Image 3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17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coupage 3 parties - à rempl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31" hasCustomPrompt="1"/>
          </p:nvPr>
        </p:nvSpPr>
        <p:spPr>
          <a:xfrm>
            <a:off x="598743" y="1134590"/>
            <a:ext cx="2623967" cy="3410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aseline="0"/>
            </a:lvl1pPr>
          </a:lstStyle>
          <a:p>
            <a:r>
              <a:rPr lang="fr-FR" dirty="0" smtClean="0"/>
              <a:t>Insérez votre image</a:t>
            </a:r>
            <a:endParaRPr lang="fr-FR" dirty="0"/>
          </a:p>
        </p:txBody>
      </p:sp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534985" y="424944"/>
            <a:ext cx="8224623" cy="38241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4" y="0"/>
            <a:ext cx="8211208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32" hasCustomPrompt="1"/>
          </p:nvPr>
        </p:nvSpPr>
        <p:spPr>
          <a:xfrm>
            <a:off x="3523779" y="1203598"/>
            <a:ext cx="4864645" cy="904875"/>
          </a:xfrm>
          <a:prstGeom prst="rect">
            <a:avLst/>
          </a:prstGeom>
          <a:noFill/>
        </p:spPr>
        <p:txBody>
          <a:bodyPr lIns="180000" anchor="ctr" anchorCtr="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23" name="Espace réservé du texte 7"/>
          <p:cNvSpPr>
            <a:spLocks noGrp="1"/>
          </p:cNvSpPr>
          <p:nvPr>
            <p:ph type="body" sz="quarter" idx="33" hasCustomPrompt="1"/>
          </p:nvPr>
        </p:nvSpPr>
        <p:spPr>
          <a:xfrm>
            <a:off x="3523779" y="2378681"/>
            <a:ext cx="4864645" cy="904875"/>
          </a:xfrm>
          <a:prstGeom prst="rect">
            <a:avLst/>
          </a:prstGeom>
          <a:noFill/>
        </p:spPr>
        <p:txBody>
          <a:bodyPr lIns="180000" anchor="ctr" anchorCtr="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24" name="Espace réservé du texte 7"/>
          <p:cNvSpPr>
            <a:spLocks noGrp="1"/>
          </p:cNvSpPr>
          <p:nvPr>
            <p:ph type="body" sz="quarter" idx="34" hasCustomPrompt="1"/>
          </p:nvPr>
        </p:nvSpPr>
        <p:spPr>
          <a:xfrm>
            <a:off x="3523779" y="3489020"/>
            <a:ext cx="4864645" cy="904875"/>
          </a:xfrm>
          <a:prstGeom prst="rect">
            <a:avLst/>
          </a:prstGeom>
          <a:noFill/>
        </p:spPr>
        <p:txBody>
          <a:bodyPr lIns="180000" anchor="ctr" anchorCtr="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22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2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8B8D6C4B-1ED8-43D2-81F2-2F14A1F62372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33" name="Image 3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13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14" name="Connecteur droit 13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8333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écoupage 4 parties - à rempl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534984" y="424944"/>
            <a:ext cx="8291253" cy="38241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3" y="0"/>
            <a:ext cx="8277729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38" hasCustomPrompt="1"/>
          </p:nvPr>
        </p:nvSpPr>
        <p:spPr>
          <a:xfrm>
            <a:off x="6225991" y="1918217"/>
            <a:ext cx="2101677" cy="2511654"/>
          </a:xfrm>
          <a:prstGeom prst="rect">
            <a:avLst/>
          </a:prstGeom>
          <a:noFill/>
        </p:spPr>
        <p:txBody>
          <a:bodyPr lIns="144000" tIns="14400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22" name="Espace réservé du texte 7"/>
          <p:cNvSpPr>
            <a:spLocks noGrp="1"/>
          </p:cNvSpPr>
          <p:nvPr>
            <p:ph type="body" sz="quarter" idx="39" hasCustomPrompt="1"/>
          </p:nvPr>
        </p:nvSpPr>
        <p:spPr>
          <a:xfrm>
            <a:off x="3398248" y="1909993"/>
            <a:ext cx="2101677" cy="2511654"/>
          </a:xfrm>
          <a:prstGeom prst="rect">
            <a:avLst/>
          </a:prstGeom>
          <a:noFill/>
        </p:spPr>
        <p:txBody>
          <a:bodyPr lIns="144000" tIns="14400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33" name="Espace réservé du texte 7"/>
          <p:cNvSpPr>
            <a:spLocks noGrp="1"/>
          </p:cNvSpPr>
          <p:nvPr>
            <p:ph type="body" sz="quarter" idx="43" hasCustomPrompt="1"/>
          </p:nvPr>
        </p:nvSpPr>
        <p:spPr>
          <a:xfrm>
            <a:off x="598115" y="1932304"/>
            <a:ext cx="2101677" cy="2511654"/>
          </a:xfrm>
          <a:prstGeom prst="rect">
            <a:avLst/>
          </a:prstGeom>
          <a:noFill/>
        </p:spPr>
        <p:txBody>
          <a:bodyPr lIns="144000" tIns="14400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cxnSp>
        <p:nvCxnSpPr>
          <p:cNvPr id="34" name="Connecteur droit 33"/>
          <p:cNvCxnSpPr/>
          <p:nvPr userDrawn="1"/>
        </p:nvCxnSpPr>
        <p:spPr>
          <a:xfrm>
            <a:off x="587736" y="1819880"/>
            <a:ext cx="212879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 userDrawn="1"/>
        </p:nvCxnSpPr>
        <p:spPr>
          <a:xfrm>
            <a:off x="3394441" y="1797259"/>
            <a:ext cx="2128791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 userDrawn="1"/>
        </p:nvCxnSpPr>
        <p:spPr>
          <a:xfrm>
            <a:off x="6213558" y="1805483"/>
            <a:ext cx="212879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1"/>
          <p:cNvSpPr>
            <a:spLocks noGrp="1"/>
          </p:cNvSpPr>
          <p:nvPr>
            <p:ph type="body" sz="quarter" idx="44" hasCustomPrompt="1"/>
          </p:nvPr>
        </p:nvSpPr>
        <p:spPr>
          <a:xfrm>
            <a:off x="587375" y="1204218"/>
            <a:ext cx="2129286" cy="5032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400" b="1"/>
            </a:lvl2pPr>
            <a:lvl3pPr>
              <a:defRPr sz="1200" b="1"/>
            </a:lvl3pPr>
            <a:lvl4pPr>
              <a:defRPr sz="1100" b="1"/>
            </a:lvl4pPr>
            <a:lvl5pPr>
              <a:defRPr sz="1100" b="1"/>
            </a:lvl5pPr>
          </a:lstStyle>
          <a:p>
            <a:pPr lvl="0"/>
            <a:r>
              <a:rPr lang="fr-FR" dirty="0" smtClean="0"/>
              <a:t>INSÉREZ VOTRE TITRE</a:t>
            </a:r>
            <a:endParaRPr lang="fr-FR" dirty="0"/>
          </a:p>
        </p:txBody>
      </p:sp>
      <p:sp>
        <p:nvSpPr>
          <p:cNvPr id="46" name="Espace réservé du texte 11"/>
          <p:cNvSpPr>
            <a:spLocks noGrp="1"/>
          </p:cNvSpPr>
          <p:nvPr>
            <p:ph type="body" sz="quarter" idx="45" hasCustomPrompt="1"/>
          </p:nvPr>
        </p:nvSpPr>
        <p:spPr>
          <a:xfrm>
            <a:off x="3394441" y="1181287"/>
            <a:ext cx="2129286" cy="5032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400" b="1"/>
            </a:lvl2pPr>
            <a:lvl3pPr>
              <a:defRPr sz="1200" b="1"/>
            </a:lvl3pPr>
            <a:lvl4pPr>
              <a:defRPr sz="1100" b="1"/>
            </a:lvl4pPr>
            <a:lvl5pPr>
              <a:defRPr sz="1100" b="1"/>
            </a:lvl5pPr>
          </a:lstStyle>
          <a:p>
            <a:pPr lvl="0"/>
            <a:r>
              <a:rPr lang="fr-FR" dirty="0" smtClean="0"/>
              <a:t>INSÉREZ VOTRE TITRE</a:t>
            </a:r>
            <a:endParaRPr lang="fr-FR" dirty="0"/>
          </a:p>
        </p:txBody>
      </p:sp>
      <p:sp>
        <p:nvSpPr>
          <p:cNvPr id="47" name="Espace réservé du texte 11"/>
          <p:cNvSpPr>
            <a:spLocks noGrp="1"/>
          </p:cNvSpPr>
          <p:nvPr>
            <p:ph type="body" sz="quarter" idx="46" hasCustomPrompt="1"/>
          </p:nvPr>
        </p:nvSpPr>
        <p:spPr>
          <a:xfrm>
            <a:off x="6213151" y="1189511"/>
            <a:ext cx="2129286" cy="5032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400" b="1"/>
            </a:lvl2pPr>
            <a:lvl3pPr>
              <a:defRPr sz="1200" b="1"/>
            </a:lvl3pPr>
            <a:lvl4pPr>
              <a:defRPr sz="1100" b="1"/>
            </a:lvl4pPr>
            <a:lvl5pPr>
              <a:defRPr sz="1100" b="1"/>
            </a:lvl5pPr>
          </a:lstStyle>
          <a:p>
            <a:pPr lvl="0"/>
            <a:r>
              <a:rPr lang="fr-FR" dirty="0" smtClean="0"/>
              <a:t>INSÉREZ VOTRE TITRE</a:t>
            </a:r>
            <a:endParaRPr lang="fr-FR" dirty="0"/>
          </a:p>
        </p:txBody>
      </p:sp>
      <p:sp>
        <p:nvSpPr>
          <p:cNvPr id="31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1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774945F1-DE79-4536-8189-B7666BD1CF6C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45" name="Image 4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23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24" name="Connecteur droit 23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3620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coupage 4 parties - à rempl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534984" y="424944"/>
            <a:ext cx="8291253" cy="38241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3" y="0"/>
            <a:ext cx="8277729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32" hasCustomPrompt="1"/>
          </p:nvPr>
        </p:nvSpPr>
        <p:spPr>
          <a:xfrm>
            <a:off x="6783631" y="1932304"/>
            <a:ext cx="1726741" cy="2511654"/>
          </a:xfrm>
          <a:prstGeom prst="rect">
            <a:avLst/>
          </a:prstGeom>
          <a:noFill/>
        </p:spPr>
        <p:txBody>
          <a:bodyPr lIns="144000" tIns="14400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38" hasCustomPrompt="1"/>
          </p:nvPr>
        </p:nvSpPr>
        <p:spPr>
          <a:xfrm>
            <a:off x="4702571" y="1932304"/>
            <a:ext cx="1726741" cy="2511654"/>
          </a:xfrm>
          <a:prstGeom prst="rect">
            <a:avLst/>
          </a:prstGeom>
          <a:noFill/>
        </p:spPr>
        <p:txBody>
          <a:bodyPr lIns="144000" tIns="14400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22" name="Espace réservé du texte 7"/>
          <p:cNvSpPr>
            <a:spLocks noGrp="1"/>
          </p:cNvSpPr>
          <p:nvPr>
            <p:ph type="body" sz="quarter" idx="39" hasCustomPrompt="1"/>
          </p:nvPr>
        </p:nvSpPr>
        <p:spPr>
          <a:xfrm>
            <a:off x="2614339" y="1932304"/>
            <a:ext cx="1726741" cy="2511654"/>
          </a:xfrm>
          <a:prstGeom prst="rect">
            <a:avLst/>
          </a:prstGeom>
          <a:noFill/>
        </p:spPr>
        <p:txBody>
          <a:bodyPr lIns="144000" tIns="14400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sp>
        <p:nvSpPr>
          <p:cNvPr id="33" name="Espace réservé du texte 7"/>
          <p:cNvSpPr>
            <a:spLocks noGrp="1"/>
          </p:cNvSpPr>
          <p:nvPr>
            <p:ph type="body" sz="quarter" idx="43" hasCustomPrompt="1"/>
          </p:nvPr>
        </p:nvSpPr>
        <p:spPr>
          <a:xfrm>
            <a:off x="598115" y="1932304"/>
            <a:ext cx="1726741" cy="2511654"/>
          </a:xfrm>
          <a:prstGeom prst="rect">
            <a:avLst/>
          </a:prstGeom>
          <a:noFill/>
        </p:spPr>
        <p:txBody>
          <a:bodyPr lIns="144000" tIns="14400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 smtClean="0"/>
              <a:t>Insérez votre texte</a:t>
            </a:r>
          </a:p>
        </p:txBody>
      </p:sp>
      <p:cxnSp>
        <p:nvCxnSpPr>
          <p:cNvPr id="34" name="Connecteur droit 33"/>
          <p:cNvCxnSpPr/>
          <p:nvPr userDrawn="1"/>
        </p:nvCxnSpPr>
        <p:spPr>
          <a:xfrm>
            <a:off x="587736" y="1819880"/>
            <a:ext cx="17490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 userDrawn="1"/>
        </p:nvCxnSpPr>
        <p:spPr>
          <a:xfrm>
            <a:off x="2610532" y="1819570"/>
            <a:ext cx="1749018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 userDrawn="1"/>
        </p:nvCxnSpPr>
        <p:spPr>
          <a:xfrm>
            <a:off x="4690138" y="1819570"/>
            <a:ext cx="17490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 userDrawn="1"/>
        </p:nvCxnSpPr>
        <p:spPr>
          <a:xfrm>
            <a:off x="6773678" y="1819570"/>
            <a:ext cx="1749018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1"/>
          <p:cNvSpPr>
            <a:spLocks noGrp="1"/>
          </p:cNvSpPr>
          <p:nvPr>
            <p:ph type="body" sz="quarter" idx="44" hasCustomPrompt="1"/>
          </p:nvPr>
        </p:nvSpPr>
        <p:spPr>
          <a:xfrm>
            <a:off x="587375" y="1204218"/>
            <a:ext cx="1749425" cy="5032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400" b="1"/>
            </a:lvl2pPr>
            <a:lvl3pPr>
              <a:defRPr sz="1200" b="1"/>
            </a:lvl3pPr>
            <a:lvl4pPr>
              <a:defRPr sz="1100" b="1"/>
            </a:lvl4pPr>
            <a:lvl5pPr>
              <a:defRPr sz="1100" b="1"/>
            </a:lvl5pPr>
          </a:lstStyle>
          <a:p>
            <a:pPr lvl="0"/>
            <a:r>
              <a:rPr lang="fr-FR" dirty="0" smtClean="0"/>
              <a:t>INSÉREZ VOTRE TITRE</a:t>
            </a:r>
            <a:endParaRPr lang="fr-FR" dirty="0"/>
          </a:p>
        </p:txBody>
      </p:sp>
      <p:sp>
        <p:nvSpPr>
          <p:cNvPr id="46" name="Espace réservé du texte 11"/>
          <p:cNvSpPr>
            <a:spLocks noGrp="1"/>
          </p:cNvSpPr>
          <p:nvPr>
            <p:ph type="body" sz="quarter" idx="45" hasCustomPrompt="1"/>
          </p:nvPr>
        </p:nvSpPr>
        <p:spPr>
          <a:xfrm>
            <a:off x="2610532" y="1203598"/>
            <a:ext cx="1749425" cy="5032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400" b="1"/>
            </a:lvl2pPr>
            <a:lvl3pPr>
              <a:defRPr sz="1200" b="1"/>
            </a:lvl3pPr>
            <a:lvl4pPr>
              <a:defRPr sz="1100" b="1"/>
            </a:lvl4pPr>
            <a:lvl5pPr>
              <a:defRPr sz="1100" b="1"/>
            </a:lvl5pPr>
          </a:lstStyle>
          <a:p>
            <a:pPr lvl="0"/>
            <a:r>
              <a:rPr lang="fr-FR" dirty="0" smtClean="0"/>
              <a:t>INSÉREZ VOTRE TITRE</a:t>
            </a:r>
            <a:endParaRPr lang="fr-FR" dirty="0"/>
          </a:p>
        </p:txBody>
      </p:sp>
      <p:sp>
        <p:nvSpPr>
          <p:cNvPr id="47" name="Espace réservé du texte 11"/>
          <p:cNvSpPr>
            <a:spLocks noGrp="1"/>
          </p:cNvSpPr>
          <p:nvPr>
            <p:ph type="body" sz="quarter" idx="46" hasCustomPrompt="1"/>
          </p:nvPr>
        </p:nvSpPr>
        <p:spPr>
          <a:xfrm>
            <a:off x="4689731" y="1203598"/>
            <a:ext cx="1749425" cy="5032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400" b="1"/>
            </a:lvl2pPr>
            <a:lvl3pPr>
              <a:defRPr sz="1200" b="1"/>
            </a:lvl3pPr>
            <a:lvl4pPr>
              <a:defRPr sz="1100" b="1"/>
            </a:lvl4pPr>
            <a:lvl5pPr>
              <a:defRPr sz="1100" b="1"/>
            </a:lvl5pPr>
          </a:lstStyle>
          <a:p>
            <a:pPr lvl="0"/>
            <a:r>
              <a:rPr lang="fr-FR" dirty="0" smtClean="0"/>
              <a:t>INSÉREZ VOTRE TITRE</a:t>
            </a:r>
            <a:endParaRPr lang="fr-FR" dirty="0"/>
          </a:p>
        </p:txBody>
      </p:sp>
      <p:sp>
        <p:nvSpPr>
          <p:cNvPr id="48" name="Espace réservé du texte 11"/>
          <p:cNvSpPr>
            <a:spLocks noGrp="1"/>
          </p:cNvSpPr>
          <p:nvPr>
            <p:ph type="body" sz="quarter" idx="47" hasCustomPrompt="1"/>
          </p:nvPr>
        </p:nvSpPr>
        <p:spPr>
          <a:xfrm>
            <a:off x="6741875" y="1203598"/>
            <a:ext cx="1749425" cy="5032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400" b="1"/>
            </a:lvl2pPr>
            <a:lvl3pPr>
              <a:defRPr sz="1200" b="1"/>
            </a:lvl3pPr>
            <a:lvl4pPr>
              <a:defRPr sz="1100" b="1"/>
            </a:lvl4pPr>
            <a:lvl5pPr>
              <a:defRPr sz="1100" b="1"/>
            </a:lvl5pPr>
          </a:lstStyle>
          <a:p>
            <a:pPr lvl="0"/>
            <a:r>
              <a:rPr lang="fr-FR" dirty="0" smtClean="0"/>
              <a:t>INSÉREZ VOTRE TITRE</a:t>
            </a:r>
            <a:endParaRPr lang="fr-FR" dirty="0"/>
          </a:p>
        </p:txBody>
      </p:sp>
      <p:sp>
        <p:nvSpPr>
          <p:cNvPr id="31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1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5F0EF79D-77DA-4227-8BE8-9228A0199CCA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45" name="Image 4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23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24" name="Connecteur droit 23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698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éma - à rempl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534985" y="424944"/>
            <a:ext cx="8229600" cy="38241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4" y="0"/>
            <a:ext cx="8280400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12" name="Arc plein 11"/>
          <p:cNvSpPr/>
          <p:nvPr userDrawn="1"/>
        </p:nvSpPr>
        <p:spPr>
          <a:xfrm>
            <a:off x="1083236" y="1878834"/>
            <a:ext cx="1475184" cy="1475184"/>
          </a:xfrm>
          <a:prstGeom prst="blockArc">
            <a:avLst>
              <a:gd name="adj1" fmla="val 10800000"/>
              <a:gd name="adj2" fmla="val 0"/>
              <a:gd name="adj3" fmla="val 788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Arc plein 12"/>
          <p:cNvSpPr/>
          <p:nvPr userDrawn="1"/>
        </p:nvSpPr>
        <p:spPr>
          <a:xfrm>
            <a:off x="3808611" y="1895538"/>
            <a:ext cx="1475184" cy="1475184"/>
          </a:xfrm>
          <a:prstGeom prst="blockArc">
            <a:avLst>
              <a:gd name="adj1" fmla="val 10800000"/>
              <a:gd name="adj2" fmla="val 0"/>
              <a:gd name="adj3" fmla="val 788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Arc plein 13"/>
          <p:cNvSpPr/>
          <p:nvPr userDrawn="1"/>
        </p:nvSpPr>
        <p:spPr>
          <a:xfrm rot="10800000">
            <a:off x="5176622" y="1882539"/>
            <a:ext cx="1475184" cy="1475184"/>
          </a:xfrm>
          <a:prstGeom prst="blockArc">
            <a:avLst>
              <a:gd name="adj1" fmla="val 10800000"/>
              <a:gd name="adj2" fmla="val 0"/>
              <a:gd name="adj3" fmla="val 788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" name="Arc plein 16"/>
          <p:cNvSpPr/>
          <p:nvPr userDrawn="1"/>
        </p:nvSpPr>
        <p:spPr>
          <a:xfrm>
            <a:off x="6527448" y="1902906"/>
            <a:ext cx="1475184" cy="1475184"/>
          </a:xfrm>
          <a:prstGeom prst="blockArc">
            <a:avLst>
              <a:gd name="adj1" fmla="val 10800000"/>
              <a:gd name="adj2" fmla="val 0"/>
              <a:gd name="adj3" fmla="val 788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Arc plein 29"/>
          <p:cNvSpPr/>
          <p:nvPr userDrawn="1"/>
        </p:nvSpPr>
        <p:spPr>
          <a:xfrm flipV="1">
            <a:off x="2453202" y="1869888"/>
            <a:ext cx="1475184" cy="1475184"/>
          </a:xfrm>
          <a:prstGeom prst="blockArc">
            <a:avLst>
              <a:gd name="adj1" fmla="val 10800000"/>
              <a:gd name="adj2" fmla="val 0"/>
              <a:gd name="adj3" fmla="val 7885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31" hasCustomPrompt="1"/>
          </p:nvPr>
        </p:nvSpPr>
        <p:spPr>
          <a:xfrm>
            <a:off x="1492908" y="2274718"/>
            <a:ext cx="654680" cy="5943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fr-FR" dirty="0" smtClean="0"/>
              <a:t>Insérez votre icône</a:t>
            </a:r>
            <a:endParaRPr lang="fr-FR" dirty="0"/>
          </a:p>
        </p:txBody>
      </p:sp>
      <p:sp>
        <p:nvSpPr>
          <p:cNvPr id="31" name="Espace réservé pour une image  3"/>
          <p:cNvSpPr>
            <a:spLocks noGrp="1"/>
          </p:cNvSpPr>
          <p:nvPr>
            <p:ph type="pic" sz="quarter" idx="32" hasCustomPrompt="1"/>
          </p:nvPr>
        </p:nvSpPr>
        <p:spPr>
          <a:xfrm>
            <a:off x="2835228" y="2274718"/>
            <a:ext cx="654680" cy="5943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fr-FR" dirty="0" smtClean="0"/>
              <a:t>Insérez votre icône</a:t>
            </a:r>
            <a:endParaRPr lang="fr-FR" dirty="0"/>
          </a:p>
        </p:txBody>
      </p:sp>
      <p:sp>
        <p:nvSpPr>
          <p:cNvPr id="32" name="Espace réservé pour une image  3"/>
          <p:cNvSpPr>
            <a:spLocks noGrp="1"/>
          </p:cNvSpPr>
          <p:nvPr>
            <p:ph type="pic" sz="quarter" idx="33" hasCustomPrompt="1"/>
          </p:nvPr>
        </p:nvSpPr>
        <p:spPr>
          <a:xfrm>
            <a:off x="4220792" y="2274718"/>
            <a:ext cx="654680" cy="5943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fr-FR" dirty="0" smtClean="0"/>
              <a:t>Insérez votre icône</a:t>
            </a:r>
            <a:endParaRPr lang="fr-FR" dirty="0"/>
          </a:p>
        </p:txBody>
      </p:sp>
      <p:sp>
        <p:nvSpPr>
          <p:cNvPr id="33" name="Espace réservé pour une image  3"/>
          <p:cNvSpPr>
            <a:spLocks noGrp="1"/>
          </p:cNvSpPr>
          <p:nvPr>
            <p:ph type="pic" sz="quarter" idx="34" hasCustomPrompt="1"/>
          </p:nvPr>
        </p:nvSpPr>
        <p:spPr>
          <a:xfrm>
            <a:off x="5560996" y="2274718"/>
            <a:ext cx="654680" cy="5943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fr-FR" dirty="0" smtClean="0"/>
              <a:t>Insérez votre icône</a:t>
            </a:r>
            <a:endParaRPr lang="fr-FR" dirty="0"/>
          </a:p>
        </p:txBody>
      </p:sp>
      <p:sp>
        <p:nvSpPr>
          <p:cNvPr id="34" name="Espace réservé pour une image  3"/>
          <p:cNvSpPr>
            <a:spLocks noGrp="1"/>
          </p:cNvSpPr>
          <p:nvPr>
            <p:ph type="pic" sz="quarter" idx="35" hasCustomPrompt="1"/>
          </p:nvPr>
        </p:nvSpPr>
        <p:spPr>
          <a:xfrm>
            <a:off x="6911822" y="2274718"/>
            <a:ext cx="654680" cy="5943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fr-FR" dirty="0" smtClean="0"/>
              <a:t>Insérez votre icône</a:t>
            </a:r>
            <a:endParaRPr lang="fr-FR" dirty="0"/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36"/>
          </p:nvPr>
        </p:nvSpPr>
        <p:spPr>
          <a:xfrm>
            <a:off x="1942208" y="1001826"/>
            <a:ext cx="2111797" cy="79911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6" name="Espace réservé du texte 34"/>
          <p:cNvSpPr>
            <a:spLocks noGrp="1"/>
          </p:cNvSpPr>
          <p:nvPr>
            <p:ph type="body" sz="quarter" idx="37"/>
          </p:nvPr>
        </p:nvSpPr>
        <p:spPr>
          <a:xfrm>
            <a:off x="490237" y="3162066"/>
            <a:ext cx="1945713" cy="129614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7" name="Espace réservé du texte 34"/>
          <p:cNvSpPr>
            <a:spLocks noGrp="1"/>
          </p:cNvSpPr>
          <p:nvPr>
            <p:ph type="body" sz="quarter" idx="38"/>
          </p:nvPr>
        </p:nvSpPr>
        <p:spPr>
          <a:xfrm>
            <a:off x="3634320" y="3522106"/>
            <a:ext cx="1823765" cy="108012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8" name="Espace réservé du texte 34"/>
          <p:cNvSpPr>
            <a:spLocks noGrp="1"/>
          </p:cNvSpPr>
          <p:nvPr>
            <p:ph type="body" sz="quarter" idx="39"/>
          </p:nvPr>
        </p:nvSpPr>
        <p:spPr>
          <a:xfrm>
            <a:off x="6670661" y="3234074"/>
            <a:ext cx="1823765" cy="108012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9" name="Espace réservé du texte 34"/>
          <p:cNvSpPr>
            <a:spLocks noGrp="1"/>
          </p:cNvSpPr>
          <p:nvPr>
            <p:ph type="body" sz="quarter" idx="40"/>
          </p:nvPr>
        </p:nvSpPr>
        <p:spPr>
          <a:xfrm>
            <a:off x="4985079" y="1001826"/>
            <a:ext cx="1925681" cy="79911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0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8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58A901F6-99B2-4C43-87F3-715F2DC9DFB3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49" name="Image 4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24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25" name="Connecteur droit 24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2141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-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662880" y="1059582"/>
            <a:ext cx="5997352" cy="1534541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8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Modifiez le titre de la partie</a:t>
            </a:r>
            <a:endParaRPr lang="fr-FR" dirty="0"/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467544" y="0"/>
            <a:ext cx="0" cy="271576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texte 4"/>
          <p:cNvSpPr>
            <a:spLocks noGrp="1"/>
          </p:cNvSpPr>
          <p:nvPr>
            <p:ph type="body" sz="quarter" idx="32" hasCustomPrompt="1"/>
          </p:nvPr>
        </p:nvSpPr>
        <p:spPr>
          <a:xfrm>
            <a:off x="684213" y="2716213"/>
            <a:ext cx="5969925" cy="1368425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Modifiez la description de la partie</a:t>
            </a:r>
            <a:endParaRPr lang="fr-FR" dirty="0"/>
          </a:p>
        </p:txBody>
      </p:sp>
      <p:sp>
        <p:nvSpPr>
          <p:cNvPr id="18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8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D7A30328-0220-49C2-976B-3A79625D8A18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29" name="Image 2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10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092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r - sous-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-9455"/>
            <a:ext cx="9144000" cy="5180443"/>
          </a:xfrm>
          <a:prstGeom prst="rect">
            <a:avLst/>
          </a:prstGeom>
          <a:solidFill>
            <a:srgbClr val="2E35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662880" y="1707654"/>
            <a:ext cx="6861448" cy="88646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467544" y="0"/>
            <a:ext cx="0" cy="271576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7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E327911-0AC4-43EF-B05C-258635B15604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28" name="Image 27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10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12" name="Connecteur droit 11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0716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-partie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662880" y="1059582"/>
            <a:ext cx="4773216" cy="1534541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800" b="1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Modifiez le titre de la partie</a:t>
            </a:r>
            <a:endParaRPr lang="fr-FR" dirty="0"/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467544" y="0"/>
            <a:ext cx="0" cy="271576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pour une image  2"/>
          <p:cNvSpPr>
            <a:spLocks noGrp="1"/>
          </p:cNvSpPr>
          <p:nvPr>
            <p:ph type="pic" sz="quarter" idx="31" hasCustomPrompt="1"/>
          </p:nvPr>
        </p:nvSpPr>
        <p:spPr>
          <a:xfrm>
            <a:off x="6156175" y="0"/>
            <a:ext cx="2987825" cy="51435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fr-FR" dirty="0" smtClean="0"/>
              <a:t>Insérer une image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2" hasCustomPrompt="1"/>
          </p:nvPr>
        </p:nvSpPr>
        <p:spPr>
          <a:xfrm>
            <a:off x="684213" y="2716213"/>
            <a:ext cx="4751387" cy="1368425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Modifiez la description de la partie</a:t>
            </a:r>
            <a:endParaRPr lang="fr-FR" dirty="0"/>
          </a:p>
        </p:txBody>
      </p:sp>
      <p:sp>
        <p:nvSpPr>
          <p:cNvPr id="20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9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EE37BCE-10D5-4B12-9D5E-7C3C4D68D68A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30" name="Image 2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809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erci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-9455"/>
            <a:ext cx="9144000" cy="5180443"/>
          </a:xfrm>
          <a:prstGeom prst="rect">
            <a:avLst/>
          </a:prstGeom>
          <a:solidFill>
            <a:srgbClr val="2E35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 smtClean="0"/>
          </a:p>
        </p:txBody>
      </p:sp>
      <p:pic>
        <p:nvPicPr>
          <p:cNvPr id="32" name="Image 3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460946" y="2368964"/>
            <a:ext cx="698216" cy="698216"/>
          </a:xfrm>
          <a:prstGeom prst="rect">
            <a:avLst/>
          </a:prstGeom>
        </p:spPr>
      </p:pic>
      <p:cxnSp>
        <p:nvCxnSpPr>
          <p:cNvPr id="49" name="Connecteur droit 48"/>
          <p:cNvCxnSpPr/>
          <p:nvPr userDrawn="1"/>
        </p:nvCxnSpPr>
        <p:spPr>
          <a:xfrm>
            <a:off x="7820398" y="0"/>
            <a:ext cx="0" cy="235572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Image 56"/>
          <p:cNvPicPr>
            <a:picLocks noChangeAspect="1"/>
          </p:cNvPicPr>
          <p:nvPr userDrawn="1"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5667" y="2564202"/>
            <a:ext cx="1235634" cy="354960"/>
          </a:xfrm>
          <a:prstGeom prst="rect">
            <a:avLst/>
          </a:prstGeom>
        </p:spPr>
      </p:pic>
      <p:sp>
        <p:nvSpPr>
          <p:cNvPr id="2" name="ZoneTexte 1"/>
          <p:cNvSpPr txBox="1"/>
          <p:nvPr userDrawn="1"/>
        </p:nvSpPr>
        <p:spPr>
          <a:xfrm>
            <a:off x="2195736" y="1410911"/>
            <a:ext cx="548123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200" b="1" dirty="0" err="1" smtClean="0">
                <a:solidFill>
                  <a:schemeClr val="bg1"/>
                </a:solidFill>
              </a:rPr>
              <a:t>Thanks</a:t>
            </a:r>
            <a:r>
              <a:rPr lang="fr-FR" sz="3200" b="1" dirty="0" smtClean="0">
                <a:solidFill>
                  <a:schemeClr val="bg1"/>
                </a:solidFill>
              </a:rPr>
              <a:t> for </a:t>
            </a:r>
            <a:r>
              <a:rPr lang="fr-FR" sz="3200" b="1" dirty="0" err="1" smtClean="0">
                <a:solidFill>
                  <a:schemeClr val="bg1"/>
                </a:solidFill>
              </a:rPr>
              <a:t>your</a:t>
            </a:r>
            <a:r>
              <a:rPr lang="fr-FR" sz="3200" b="1" dirty="0" smtClean="0">
                <a:solidFill>
                  <a:schemeClr val="bg1"/>
                </a:solidFill>
              </a:rPr>
              <a:t> attention !</a:t>
            </a:r>
          </a:p>
          <a:p>
            <a:r>
              <a:rPr lang="fr-FR" sz="3200" b="1" dirty="0" err="1" smtClean="0">
                <a:solidFill>
                  <a:schemeClr val="accent6"/>
                </a:solidFill>
              </a:rPr>
              <a:t>Any</a:t>
            </a:r>
            <a:r>
              <a:rPr lang="fr-FR" sz="3200" b="1" dirty="0" smtClean="0">
                <a:solidFill>
                  <a:schemeClr val="accent6"/>
                </a:solidFill>
              </a:rPr>
              <a:t> question</a:t>
            </a:r>
            <a:r>
              <a:rPr lang="fr-FR" sz="3200" b="1" baseline="0" dirty="0" smtClean="0">
                <a:solidFill>
                  <a:schemeClr val="accent6"/>
                </a:solidFill>
              </a:rPr>
              <a:t> ?</a:t>
            </a:r>
          </a:p>
          <a:p>
            <a:endParaRPr lang="fr-FR" sz="3200" b="1" baseline="0" dirty="0" smtClean="0">
              <a:solidFill>
                <a:schemeClr val="accent6"/>
              </a:solidFill>
            </a:endParaRPr>
          </a:p>
          <a:p>
            <a:endParaRPr lang="fr-FR" sz="3200" b="1" baseline="0" dirty="0" smtClean="0">
              <a:solidFill>
                <a:schemeClr val="accent6"/>
              </a:solidFill>
            </a:endParaRPr>
          </a:p>
          <a:p>
            <a:endParaRPr lang="fr-FR" sz="3200" b="1" baseline="0" dirty="0" smtClean="0">
              <a:solidFill>
                <a:schemeClr val="accent6"/>
              </a:solidFill>
            </a:endParaRPr>
          </a:p>
          <a:p>
            <a:r>
              <a:rPr lang="fr-FR" sz="1600" b="1" baseline="0" dirty="0" err="1" smtClean="0">
                <a:solidFill>
                  <a:srgbClr val="FFFF00"/>
                </a:solidFill>
              </a:rPr>
              <a:t>farid.oukaci@banque-france.fr</a:t>
            </a:r>
            <a:r>
              <a:rPr lang="fr-FR" sz="1600" b="1" baseline="0" dirty="0" smtClean="0">
                <a:solidFill>
                  <a:srgbClr val="FFFF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1767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-9455"/>
            <a:ext cx="9144000" cy="5180443"/>
          </a:xfrm>
          <a:prstGeom prst="rect">
            <a:avLst/>
          </a:prstGeom>
          <a:solidFill>
            <a:srgbClr val="2E35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1628" y="4405076"/>
            <a:ext cx="767232" cy="220402"/>
          </a:xfrm>
          <a:prstGeom prst="rect">
            <a:avLst/>
          </a:prstGeom>
        </p:spPr>
      </p:pic>
      <p:cxnSp>
        <p:nvCxnSpPr>
          <p:cNvPr id="9" name="Connecteur droit 8"/>
          <p:cNvCxnSpPr/>
          <p:nvPr userDrawn="1"/>
        </p:nvCxnSpPr>
        <p:spPr>
          <a:xfrm flipH="1">
            <a:off x="3519311" y="2415101"/>
            <a:ext cx="1340721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re 16"/>
          <p:cNvSpPr>
            <a:spLocks noGrp="1"/>
          </p:cNvSpPr>
          <p:nvPr>
            <p:ph type="title" hasCustomPrompt="1"/>
          </p:nvPr>
        </p:nvSpPr>
        <p:spPr>
          <a:xfrm>
            <a:off x="3415568" y="1698204"/>
            <a:ext cx="5405542" cy="58551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23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0" hasCustomPrompt="1"/>
          </p:nvPr>
        </p:nvSpPr>
        <p:spPr>
          <a:xfrm>
            <a:off x="3348236" y="2715766"/>
            <a:ext cx="540022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SOUS-TITRE DE LA PRÉSENTATION</a:t>
            </a:r>
          </a:p>
        </p:txBody>
      </p:sp>
      <p:sp>
        <p:nvSpPr>
          <p:cNvPr id="21" name="Espace réservé pour une image  20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519311" cy="5143500"/>
          </a:xfrm>
          <a:custGeom>
            <a:avLst/>
            <a:gdLst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3143743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  <a:gd name="connsiteX0" fmla="*/ 0 w 3143743"/>
              <a:gd name="connsiteY0" fmla="*/ 0 h 5143500"/>
              <a:gd name="connsiteX1" fmla="*/ 3143743 w 3143743"/>
              <a:gd name="connsiteY1" fmla="*/ 0 h 5143500"/>
              <a:gd name="connsiteX2" fmla="*/ 1570124 w 3143743"/>
              <a:gd name="connsiteY2" fmla="*/ 5143500 h 5143500"/>
              <a:gd name="connsiteX3" fmla="*/ 0 w 3143743"/>
              <a:gd name="connsiteY3" fmla="*/ 5143500 h 5143500"/>
              <a:gd name="connsiteX4" fmla="*/ 0 w 3143743"/>
              <a:gd name="connsiteY4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3743" h="5143500">
                <a:moveTo>
                  <a:pt x="0" y="0"/>
                </a:moveTo>
                <a:lnTo>
                  <a:pt x="3143743" y="0"/>
                </a:lnTo>
                <a:lnTo>
                  <a:pt x="157012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Insérez votre image</a:t>
            </a:r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7380312" y="0"/>
            <a:ext cx="1357238" cy="1275908"/>
          </a:xfrm>
          <a:prstGeom prst="rect">
            <a:avLst/>
          </a:prstGeom>
        </p:spPr>
      </p:pic>
      <p:sp>
        <p:nvSpPr>
          <p:cNvPr id="11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4427984" y="4156868"/>
            <a:ext cx="3384375" cy="71913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dirty="0" smtClean="0"/>
              <a:t>Date | Auteur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0112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r -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 userDrawn="1"/>
        </p:nvSpPr>
        <p:spPr>
          <a:xfrm>
            <a:off x="0" y="-9455"/>
            <a:ext cx="9144000" cy="5180443"/>
          </a:xfrm>
          <a:prstGeom prst="rect">
            <a:avLst/>
          </a:prstGeom>
          <a:solidFill>
            <a:srgbClr val="2E35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1" hasCustomPrompt="1"/>
          </p:nvPr>
        </p:nvSpPr>
        <p:spPr>
          <a:xfrm>
            <a:off x="1408113" y="1101395"/>
            <a:ext cx="6408737" cy="444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27" name="Titre 26"/>
          <p:cNvSpPr>
            <a:spLocks noGrp="1"/>
          </p:cNvSpPr>
          <p:nvPr>
            <p:ph type="title" hasCustomPrompt="1"/>
          </p:nvPr>
        </p:nvSpPr>
        <p:spPr>
          <a:xfrm>
            <a:off x="534985" y="51470"/>
            <a:ext cx="8229600" cy="755888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dirty="0" smtClean="0"/>
              <a:t>AGENDA</a:t>
            </a:r>
            <a:endParaRPr lang="fr-FR" dirty="0"/>
          </a:p>
        </p:txBody>
      </p:sp>
      <p:cxnSp>
        <p:nvCxnSpPr>
          <p:cNvPr id="2" name="Connecteur droit 1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u texte 30"/>
          <p:cNvSpPr>
            <a:spLocks noGrp="1"/>
          </p:cNvSpPr>
          <p:nvPr>
            <p:ph type="body" sz="quarter" idx="13" hasCustomPrompt="1"/>
          </p:nvPr>
        </p:nvSpPr>
        <p:spPr>
          <a:xfrm>
            <a:off x="1418457" y="1677459"/>
            <a:ext cx="6408737" cy="444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39" name="Espace réservé du texte 30"/>
          <p:cNvSpPr>
            <a:spLocks noGrp="1"/>
          </p:cNvSpPr>
          <p:nvPr>
            <p:ph type="body" sz="quarter" idx="16" hasCustomPrompt="1"/>
          </p:nvPr>
        </p:nvSpPr>
        <p:spPr>
          <a:xfrm>
            <a:off x="1418457" y="2253523"/>
            <a:ext cx="6408737" cy="444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44" name="Espace réservé du texte 30"/>
          <p:cNvSpPr>
            <a:spLocks noGrp="1"/>
          </p:cNvSpPr>
          <p:nvPr>
            <p:ph type="body" sz="quarter" idx="19" hasCustomPrompt="1"/>
          </p:nvPr>
        </p:nvSpPr>
        <p:spPr>
          <a:xfrm>
            <a:off x="1418457" y="2829587"/>
            <a:ext cx="6408737" cy="444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49" name="Espace réservé du texte 30"/>
          <p:cNvSpPr>
            <a:spLocks noGrp="1"/>
          </p:cNvSpPr>
          <p:nvPr>
            <p:ph type="body" sz="quarter" idx="22" hasCustomPrompt="1"/>
          </p:nvPr>
        </p:nvSpPr>
        <p:spPr>
          <a:xfrm>
            <a:off x="1418457" y="3405651"/>
            <a:ext cx="6408737" cy="444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54" name="Espace réservé du texte 30"/>
          <p:cNvSpPr>
            <a:spLocks noGrp="1"/>
          </p:cNvSpPr>
          <p:nvPr>
            <p:ph type="body" sz="quarter" idx="25" hasCustomPrompt="1"/>
          </p:nvPr>
        </p:nvSpPr>
        <p:spPr>
          <a:xfrm>
            <a:off x="1418457" y="3981715"/>
            <a:ext cx="6408737" cy="444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sp>
        <p:nvSpPr>
          <p:cNvPr id="65" name="Espace réservé du texte 64"/>
          <p:cNvSpPr>
            <a:spLocks noGrp="1"/>
          </p:cNvSpPr>
          <p:nvPr>
            <p:ph type="body" sz="quarter" idx="31" hasCustomPrompt="1"/>
          </p:nvPr>
        </p:nvSpPr>
        <p:spPr>
          <a:xfrm>
            <a:off x="611560" y="1101395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baseline="0">
                <a:solidFill>
                  <a:srgbClr val="DD97DD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 |</a:t>
            </a:r>
            <a:endParaRPr lang="fr-FR" dirty="0"/>
          </a:p>
        </p:txBody>
      </p:sp>
      <p:sp>
        <p:nvSpPr>
          <p:cNvPr id="66" name="Espace réservé du texte 64"/>
          <p:cNvSpPr>
            <a:spLocks noGrp="1"/>
          </p:cNvSpPr>
          <p:nvPr>
            <p:ph type="body" sz="quarter" idx="32" hasCustomPrompt="1"/>
          </p:nvPr>
        </p:nvSpPr>
        <p:spPr>
          <a:xfrm>
            <a:off x="611560" y="1678436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baseline="0">
                <a:solidFill>
                  <a:srgbClr val="DD97DD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 |</a:t>
            </a:r>
            <a:endParaRPr lang="fr-FR" dirty="0"/>
          </a:p>
        </p:txBody>
      </p:sp>
      <p:sp>
        <p:nvSpPr>
          <p:cNvPr id="67" name="Espace réservé du texte 64"/>
          <p:cNvSpPr>
            <a:spLocks noGrp="1"/>
          </p:cNvSpPr>
          <p:nvPr>
            <p:ph type="body" sz="quarter" idx="33" hasCustomPrompt="1"/>
          </p:nvPr>
        </p:nvSpPr>
        <p:spPr>
          <a:xfrm>
            <a:off x="611560" y="2255477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baseline="0">
                <a:solidFill>
                  <a:srgbClr val="DD97DD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 |</a:t>
            </a:r>
            <a:endParaRPr lang="fr-FR" dirty="0"/>
          </a:p>
        </p:txBody>
      </p:sp>
      <p:sp>
        <p:nvSpPr>
          <p:cNvPr id="68" name="Espace réservé du texte 64"/>
          <p:cNvSpPr>
            <a:spLocks noGrp="1"/>
          </p:cNvSpPr>
          <p:nvPr>
            <p:ph type="body" sz="quarter" idx="34" hasCustomPrompt="1"/>
          </p:nvPr>
        </p:nvSpPr>
        <p:spPr>
          <a:xfrm>
            <a:off x="611560" y="2832518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baseline="0">
                <a:solidFill>
                  <a:srgbClr val="DD97DD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 |</a:t>
            </a:r>
            <a:endParaRPr lang="fr-FR" dirty="0"/>
          </a:p>
        </p:txBody>
      </p:sp>
      <p:sp>
        <p:nvSpPr>
          <p:cNvPr id="69" name="Espace réservé du texte 64"/>
          <p:cNvSpPr>
            <a:spLocks noGrp="1"/>
          </p:cNvSpPr>
          <p:nvPr>
            <p:ph type="body" sz="quarter" idx="35" hasCustomPrompt="1"/>
          </p:nvPr>
        </p:nvSpPr>
        <p:spPr>
          <a:xfrm>
            <a:off x="611560" y="3409559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baseline="0">
                <a:solidFill>
                  <a:srgbClr val="DD97DD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 |</a:t>
            </a:r>
            <a:endParaRPr lang="fr-FR" dirty="0"/>
          </a:p>
        </p:txBody>
      </p:sp>
      <p:sp>
        <p:nvSpPr>
          <p:cNvPr id="70" name="Espace réservé du texte 64"/>
          <p:cNvSpPr>
            <a:spLocks noGrp="1"/>
          </p:cNvSpPr>
          <p:nvPr>
            <p:ph type="body" sz="quarter" idx="36" hasCustomPrompt="1"/>
          </p:nvPr>
        </p:nvSpPr>
        <p:spPr>
          <a:xfrm>
            <a:off x="611560" y="3986601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400" b="0" baseline="0">
                <a:solidFill>
                  <a:srgbClr val="DD97DD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 |</a:t>
            </a:r>
            <a:endParaRPr lang="fr-FR" dirty="0"/>
          </a:p>
        </p:txBody>
      </p:sp>
      <p:sp>
        <p:nvSpPr>
          <p:cNvPr id="71" name="Espace réservé du texte 64"/>
          <p:cNvSpPr>
            <a:spLocks noGrp="1"/>
          </p:cNvSpPr>
          <p:nvPr>
            <p:ph type="body" sz="quarter" idx="37" hasCustomPrompt="1"/>
          </p:nvPr>
        </p:nvSpPr>
        <p:spPr>
          <a:xfrm>
            <a:off x="7923338" y="1101395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77" name="Espace réservé du texte 64"/>
          <p:cNvSpPr>
            <a:spLocks noGrp="1"/>
          </p:cNvSpPr>
          <p:nvPr>
            <p:ph type="body" sz="quarter" idx="38" hasCustomPrompt="1"/>
          </p:nvPr>
        </p:nvSpPr>
        <p:spPr>
          <a:xfrm>
            <a:off x="7923338" y="1678904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78" name="Espace réservé du texte 64"/>
          <p:cNvSpPr>
            <a:spLocks noGrp="1"/>
          </p:cNvSpPr>
          <p:nvPr>
            <p:ph type="body" sz="quarter" idx="39" hasCustomPrompt="1"/>
          </p:nvPr>
        </p:nvSpPr>
        <p:spPr>
          <a:xfrm>
            <a:off x="7923338" y="2256413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79" name="Espace réservé du texte 64"/>
          <p:cNvSpPr>
            <a:spLocks noGrp="1"/>
          </p:cNvSpPr>
          <p:nvPr>
            <p:ph type="body" sz="quarter" idx="40" hasCustomPrompt="1"/>
          </p:nvPr>
        </p:nvSpPr>
        <p:spPr>
          <a:xfrm>
            <a:off x="7923338" y="2833922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80" name="Espace réservé du texte 64"/>
          <p:cNvSpPr>
            <a:spLocks noGrp="1"/>
          </p:cNvSpPr>
          <p:nvPr>
            <p:ph type="body" sz="quarter" idx="41" hasCustomPrompt="1"/>
          </p:nvPr>
        </p:nvSpPr>
        <p:spPr>
          <a:xfrm>
            <a:off x="7923338" y="3411431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sp>
        <p:nvSpPr>
          <p:cNvPr id="81" name="Espace réservé du texte 64"/>
          <p:cNvSpPr>
            <a:spLocks noGrp="1"/>
          </p:cNvSpPr>
          <p:nvPr>
            <p:ph type="body" sz="quarter" idx="42" hasCustomPrompt="1"/>
          </p:nvPr>
        </p:nvSpPr>
        <p:spPr>
          <a:xfrm>
            <a:off x="7923338" y="3988940"/>
            <a:ext cx="720353" cy="426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 smtClean="0"/>
              <a:t>N°</a:t>
            </a:r>
            <a:endParaRPr lang="fr-FR" dirty="0"/>
          </a:p>
        </p:txBody>
      </p:sp>
      <p:cxnSp>
        <p:nvCxnSpPr>
          <p:cNvPr id="38" name="Connecteur droit 37"/>
          <p:cNvCxnSpPr/>
          <p:nvPr userDrawn="1"/>
        </p:nvCxnSpPr>
        <p:spPr>
          <a:xfrm>
            <a:off x="7773836" y="4821470"/>
            <a:ext cx="0" cy="1594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0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275856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sp>
        <p:nvSpPr>
          <p:cNvPr id="41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B8F2385D-762F-4606-BBC8-14D8CDC7EFF7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42" name="Image 41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172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r - disposition de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-9455"/>
            <a:ext cx="9144000" cy="5180443"/>
          </a:xfrm>
          <a:prstGeom prst="rect">
            <a:avLst/>
          </a:prstGeom>
          <a:solidFill>
            <a:srgbClr val="2E35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534985" y="424944"/>
            <a:ext cx="8229600" cy="38241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2000" b="1" baseline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4" y="0"/>
            <a:ext cx="8280400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Titre de la partie</a:t>
            </a:r>
            <a:endParaRPr lang="fr-FR" dirty="0"/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7773836" y="4821470"/>
            <a:ext cx="0" cy="1594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3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275856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sp>
        <p:nvSpPr>
          <p:cNvPr id="24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5C045FE9-5B92-47D7-8E3E-EE4A2677CE97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25" name="Image 24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11" name="Espace réservé du pied de page 59"/>
          <p:cNvSpPr txBox="1">
            <a:spLocks/>
          </p:cNvSpPr>
          <p:nvPr userDrawn="1"/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12" name="Connecteur droit 11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775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ir - sous-part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-9455"/>
            <a:ext cx="9144000" cy="5180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26"/>
          <p:cNvSpPr>
            <a:spLocks noGrp="1"/>
          </p:cNvSpPr>
          <p:nvPr>
            <p:ph type="title" hasCustomPrompt="1"/>
          </p:nvPr>
        </p:nvSpPr>
        <p:spPr>
          <a:xfrm>
            <a:off x="662880" y="1707654"/>
            <a:ext cx="6861448" cy="88646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lang="fr-FR" b="0" i="0" smtClean="0">
                <a:effectLst/>
              </a:defRPr>
            </a:lvl1pPr>
          </a:lstStyle>
          <a:p>
            <a:r>
              <a:rPr lang="fr-FR" dirty="0" smtClean="0"/>
              <a:t>Titre de la Slide</a:t>
            </a:r>
            <a:endParaRPr lang="fr-FR" dirty="0"/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467544" y="0"/>
            <a:ext cx="0" cy="271576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noFill/>
        </p:spPr>
        <p:txBody>
          <a:bodyPr lIns="0" rIns="0" anchor="ctr" anchorCtr="0"/>
          <a:lstStyle>
            <a:lvl1pPr algn="ctr">
              <a:defRPr sz="1050" b="1">
                <a:solidFill>
                  <a:schemeClr val="accent6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28" name="Image 27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7"/>
            <a:ext cx="704391" cy="662181"/>
          </a:xfrm>
          <a:prstGeom prst="rect">
            <a:avLst/>
          </a:prstGeom>
        </p:spPr>
      </p:pic>
      <p:sp>
        <p:nvSpPr>
          <p:cNvPr id="8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E4910178-E2C7-4F44-ADED-2E3E14AF4534}" type="datetime1">
              <a:rPr lang="fr-FR" smtClean="0"/>
              <a:t>15/10/2021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9778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de base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4"/>
          <p:cNvSpPr txBox="1">
            <a:spLocks/>
          </p:cNvSpPr>
          <p:nvPr userDrawn="1"/>
        </p:nvSpPr>
        <p:spPr>
          <a:xfrm>
            <a:off x="534985" y="424944"/>
            <a:ext cx="8229600" cy="38241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3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Icônes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Image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275" y="950002"/>
            <a:ext cx="574417" cy="574417"/>
          </a:xfrm>
          <a:prstGeom prst="rect">
            <a:avLst/>
          </a:prstGeom>
        </p:spPr>
      </p:pic>
      <p:pic>
        <p:nvPicPr>
          <p:cNvPr id="40" name="Image 3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6156" y="966531"/>
            <a:ext cx="470182" cy="470182"/>
          </a:xfrm>
          <a:prstGeom prst="rect">
            <a:avLst/>
          </a:prstGeom>
        </p:spPr>
      </p:pic>
      <p:pic>
        <p:nvPicPr>
          <p:cNvPr id="41" name="Image 4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1635" y="995810"/>
            <a:ext cx="450054" cy="450054"/>
          </a:xfrm>
          <a:prstGeom prst="rect">
            <a:avLst/>
          </a:prstGeom>
        </p:spPr>
      </p:pic>
      <p:pic>
        <p:nvPicPr>
          <p:cNvPr id="42" name="Image 4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922" y="1017303"/>
            <a:ext cx="443484" cy="443484"/>
          </a:xfrm>
          <a:prstGeom prst="rect">
            <a:avLst/>
          </a:prstGeom>
        </p:spPr>
      </p:pic>
      <p:pic>
        <p:nvPicPr>
          <p:cNvPr id="43" name="Image 4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769" y="1625148"/>
            <a:ext cx="474725" cy="474725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465" y="1671915"/>
            <a:ext cx="458005" cy="458005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6024" y="1730623"/>
            <a:ext cx="432742" cy="432742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5234" y="1609768"/>
            <a:ext cx="474725" cy="474725"/>
          </a:xfrm>
          <a:prstGeom prst="rect">
            <a:avLst/>
          </a:prstGeom>
        </p:spPr>
      </p:pic>
      <p:pic>
        <p:nvPicPr>
          <p:cNvPr id="47" name="Image 46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4595" y="3101335"/>
            <a:ext cx="431568" cy="431568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8869" y="2339953"/>
            <a:ext cx="476016" cy="476016"/>
          </a:xfrm>
          <a:prstGeom prst="rect">
            <a:avLst/>
          </a:prstGeom>
        </p:spPr>
      </p:pic>
      <p:pic>
        <p:nvPicPr>
          <p:cNvPr id="49" name="Image 48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6668" y="1665563"/>
            <a:ext cx="474725" cy="474725"/>
          </a:xfrm>
          <a:prstGeom prst="rect">
            <a:avLst/>
          </a:prstGeom>
        </p:spPr>
      </p:pic>
      <p:pic>
        <p:nvPicPr>
          <p:cNvPr id="50" name="Image 4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6270" y="2368902"/>
            <a:ext cx="432742" cy="432742"/>
          </a:xfrm>
          <a:prstGeom prst="rect">
            <a:avLst/>
          </a:prstGeom>
        </p:spPr>
      </p:pic>
      <p:pic>
        <p:nvPicPr>
          <p:cNvPr id="51" name="Image 50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2422" y="1748237"/>
            <a:ext cx="458005" cy="458005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3214" y="1665563"/>
            <a:ext cx="474725" cy="474725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5250" y="2590759"/>
            <a:ext cx="321162" cy="321162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881" y="2427613"/>
            <a:ext cx="419847" cy="419847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6493" y="1038853"/>
            <a:ext cx="472077" cy="472077"/>
          </a:xfrm>
          <a:prstGeom prst="rect">
            <a:avLst/>
          </a:prstGeom>
        </p:spPr>
      </p:pic>
      <p:pic>
        <p:nvPicPr>
          <p:cNvPr id="56" name="Image 55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652" y="3107949"/>
            <a:ext cx="432742" cy="432742"/>
          </a:xfrm>
          <a:prstGeom prst="rect">
            <a:avLst/>
          </a:prstGeom>
        </p:spPr>
      </p:pic>
      <p:pic>
        <p:nvPicPr>
          <p:cNvPr id="57" name="Image 56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9525" y="2404604"/>
            <a:ext cx="431568" cy="431568"/>
          </a:xfrm>
          <a:prstGeom prst="rect">
            <a:avLst/>
          </a:prstGeom>
        </p:spPr>
      </p:pic>
      <p:pic>
        <p:nvPicPr>
          <p:cNvPr id="58" name="Image 57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782" y="2329848"/>
            <a:ext cx="631859" cy="631859"/>
          </a:xfrm>
          <a:prstGeom prst="rect">
            <a:avLst/>
          </a:prstGeom>
        </p:spPr>
      </p:pic>
      <p:pic>
        <p:nvPicPr>
          <p:cNvPr id="59" name="Image 58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6878" y="992946"/>
            <a:ext cx="432742" cy="432742"/>
          </a:xfrm>
          <a:prstGeom prst="rect">
            <a:avLst/>
          </a:prstGeom>
        </p:spPr>
      </p:pic>
      <p:pic>
        <p:nvPicPr>
          <p:cNvPr id="60" name="Image 59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6305" y="3013866"/>
            <a:ext cx="556337" cy="556337"/>
          </a:xfrm>
          <a:prstGeom prst="rect">
            <a:avLst/>
          </a:prstGeom>
        </p:spPr>
      </p:pic>
      <p:pic>
        <p:nvPicPr>
          <p:cNvPr id="61" name="Image 60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5154" y="2572496"/>
            <a:ext cx="357638" cy="357638"/>
          </a:xfrm>
          <a:prstGeom prst="rect">
            <a:avLst/>
          </a:prstGeom>
        </p:spPr>
      </p:pic>
      <p:pic>
        <p:nvPicPr>
          <p:cNvPr id="62" name="Image 61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5124" y="1737785"/>
            <a:ext cx="476016" cy="476016"/>
          </a:xfrm>
          <a:prstGeom prst="rect">
            <a:avLst/>
          </a:prstGeom>
        </p:spPr>
      </p:pic>
      <p:pic>
        <p:nvPicPr>
          <p:cNvPr id="63" name="Image 62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4362" y="2339953"/>
            <a:ext cx="431568" cy="431568"/>
          </a:xfrm>
          <a:prstGeom prst="rect">
            <a:avLst/>
          </a:prstGeom>
        </p:spPr>
      </p:pic>
      <p:pic>
        <p:nvPicPr>
          <p:cNvPr id="64" name="Image 63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7744" y="2332596"/>
            <a:ext cx="431568" cy="431568"/>
          </a:xfrm>
          <a:prstGeom prst="rect">
            <a:avLst/>
          </a:prstGeom>
        </p:spPr>
      </p:pic>
      <p:pic>
        <p:nvPicPr>
          <p:cNvPr id="65" name="Image 64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6773" y="3149891"/>
            <a:ext cx="427467" cy="427467"/>
          </a:xfrm>
          <a:prstGeom prst="rect">
            <a:avLst/>
          </a:prstGeom>
        </p:spPr>
      </p:pic>
      <p:pic>
        <p:nvPicPr>
          <p:cNvPr id="66" name="Image 65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85" y="3096900"/>
            <a:ext cx="507408" cy="507408"/>
          </a:xfrm>
          <a:prstGeom prst="rect">
            <a:avLst/>
          </a:prstGeom>
        </p:spPr>
      </p:pic>
      <p:pic>
        <p:nvPicPr>
          <p:cNvPr id="67" name="Image 66"/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4575" y="3003193"/>
            <a:ext cx="505488" cy="505488"/>
          </a:xfrm>
          <a:prstGeom prst="rect">
            <a:avLst/>
          </a:prstGeom>
        </p:spPr>
      </p:pic>
      <p:pic>
        <p:nvPicPr>
          <p:cNvPr id="68" name="Image 67"/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8778" y="3155166"/>
            <a:ext cx="427467" cy="427467"/>
          </a:xfrm>
          <a:prstGeom prst="rect">
            <a:avLst/>
          </a:prstGeom>
        </p:spPr>
      </p:pic>
      <p:pic>
        <p:nvPicPr>
          <p:cNvPr id="69" name="Image 68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3832" y="3763308"/>
            <a:ext cx="458005" cy="458005"/>
          </a:xfrm>
          <a:prstGeom prst="rect">
            <a:avLst/>
          </a:prstGeom>
        </p:spPr>
      </p:pic>
      <p:pic>
        <p:nvPicPr>
          <p:cNvPr id="70" name="Image 69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8581" y="1016847"/>
            <a:ext cx="440725" cy="440725"/>
          </a:xfrm>
          <a:prstGeom prst="rect">
            <a:avLst/>
          </a:prstGeom>
        </p:spPr>
      </p:pic>
      <p:pic>
        <p:nvPicPr>
          <p:cNvPr id="71" name="Image 70"/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2328" y="2977920"/>
            <a:ext cx="556037" cy="556037"/>
          </a:xfrm>
          <a:prstGeom prst="rect">
            <a:avLst/>
          </a:prstGeom>
        </p:spPr>
      </p:pic>
      <p:pic>
        <p:nvPicPr>
          <p:cNvPr id="72" name="Image 71"/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9249" y="1062111"/>
            <a:ext cx="393402" cy="393402"/>
          </a:xfrm>
          <a:prstGeom prst="rect">
            <a:avLst/>
          </a:prstGeom>
        </p:spPr>
      </p:pic>
      <p:pic>
        <p:nvPicPr>
          <p:cNvPr id="73" name="Image 72"/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5700" y="1029630"/>
            <a:ext cx="416349" cy="416349"/>
          </a:xfrm>
          <a:prstGeom prst="rect">
            <a:avLst/>
          </a:prstGeom>
        </p:spPr>
      </p:pic>
      <p:pic>
        <p:nvPicPr>
          <p:cNvPr id="74" name="Image 73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4271" y="3034328"/>
            <a:ext cx="461781" cy="461781"/>
          </a:xfrm>
          <a:prstGeom prst="rect">
            <a:avLst/>
          </a:prstGeom>
        </p:spPr>
      </p:pic>
      <p:pic>
        <p:nvPicPr>
          <p:cNvPr id="75" name="Image 74"/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45965" y="1673419"/>
            <a:ext cx="522197" cy="522197"/>
          </a:xfrm>
          <a:prstGeom prst="rect">
            <a:avLst/>
          </a:prstGeom>
        </p:spPr>
      </p:pic>
      <p:pic>
        <p:nvPicPr>
          <p:cNvPr id="76" name="Image 75"/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2524" y="991404"/>
            <a:ext cx="474725" cy="474725"/>
          </a:xfrm>
          <a:prstGeom prst="rect">
            <a:avLst/>
          </a:prstGeom>
        </p:spPr>
      </p:pic>
      <p:pic>
        <p:nvPicPr>
          <p:cNvPr id="77" name="Image 76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6539" y="3764229"/>
            <a:ext cx="458005" cy="458005"/>
          </a:xfrm>
          <a:prstGeom prst="rect">
            <a:avLst/>
          </a:prstGeom>
        </p:spPr>
      </p:pic>
      <p:pic>
        <p:nvPicPr>
          <p:cNvPr id="78" name="Image 77"/>
          <p:cNvPicPr>
            <a:picLocks noChangeAspect="1"/>
          </p:cNvPicPr>
          <p:nvPr userDrawn="1"/>
        </p:nvPicPr>
        <p:blipFill>
          <a:blip r:embed="rId41" cstate="print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colorTemperature colorTemp="11400"/>
                    </a14:imgEffect>
                    <a14:imgEffect>
                      <a14:saturation sat="0"/>
                    </a14:imgEffect>
                    <a14:imgEffect>
                      <a14:brightnessContrast bright="56000" contras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7352" y="3761800"/>
            <a:ext cx="290576" cy="290576"/>
          </a:xfrm>
          <a:prstGeom prst="rect">
            <a:avLst/>
          </a:prstGeom>
        </p:spPr>
      </p:pic>
      <p:pic>
        <p:nvPicPr>
          <p:cNvPr id="79" name="Image 78"/>
          <p:cNvPicPr>
            <a:picLocks noChangeAspect="1"/>
          </p:cNvPicPr>
          <p:nvPr userDrawn="1"/>
        </p:nvPicPr>
        <p:blipFill rotWithShape="1">
          <a:blip r:embed="rId4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6718" y="3747792"/>
            <a:ext cx="378414" cy="364255"/>
          </a:xfrm>
          <a:prstGeom prst="rect">
            <a:avLst/>
          </a:prstGeom>
        </p:spPr>
      </p:pic>
      <p:pic>
        <p:nvPicPr>
          <p:cNvPr id="80" name="Image 79"/>
          <p:cNvPicPr>
            <a:picLocks noChangeAspect="1"/>
          </p:cNvPicPr>
          <p:nvPr userDrawn="1"/>
        </p:nvPicPr>
        <p:blipFill rotWithShape="1">
          <a:blip r:embed="rId45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401" t="20123" r="18399" b="17110"/>
          <a:stretch/>
        </p:blipFill>
        <p:spPr>
          <a:xfrm>
            <a:off x="7581237" y="3770139"/>
            <a:ext cx="447404" cy="444342"/>
          </a:xfrm>
          <a:prstGeom prst="rect">
            <a:avLst/>
          </a:prstGeom>
        </p:spPr>
      </p:pic>
      <p:pic>
        <p:nvPicPr>
          <p:cNvPr id="81" name="Image 80"/>
          <p:cNvPicPr>
            <a:picLocks noChangeAspect="1"/>
          </p:cNvPicPr>
          <p:nvPr userDrawn="1"/>
        </p:nvPicPr>
        <p:blipFill>
          <a:blip r:embed="rId46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407831" y="3626937"/>
            <a:ext cx="558712" cy="556824"/>
          </a:xfrm>
          <a:prstGeom prst="rect">
            <a:avLst/>
          </a:prstGeom>
        </p:spPr>
      </p:pic>
      <p:pic>
        <p:nvPicPr>
          <p:cNvPr id="82" name="Picture 2" descr="\\intra\profils\D001\I2132FN\D\Pictures\bank.png"/>
          <p:cNvPicPr>
            <a:picLocks noChangeAspect="1" noChangeArrowheads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6768" y="3757604"/>
            <a:ext cx="394906" cy="3949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3" descr="\\intra\profils\D001\I2132FN\D\Pictures\diploma-and-graduate-cap.png"/>
          <p:cNvPicPr>
            <a:picLocks noChangeAspect="1" noChangeArrowheads="1"/>
          </p:cNvPicPr>
          <p:nvPr userDrawn="1"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8302" y="3731528"/>
            <a:ext cx="521565" cy="52156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4" descr="\\intra\profils\D001\I2132FN\D\Pictures\france.png"/>
          <p:cNvPicPr>
            <a:picLocks noChangeAspect="1" noChangeArrowheads="1"/>
          </p:cNvPicPr>
          <p:nvPr userDrawn="1"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4374" y="3644832"/>
            <a:ext cx="557742" cy="55774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5" descr="\\intra\profils\D001\I2132FN\D\Pictures\quiz.png"/>
          <p:cNvPicPr>
            <a:picLocks noChangeAspect="1" noChangeArrowheads="1"/>
          </p:cNvPicPr>
          <p:nvPr userDrawn="1"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00723" y="1007271"/>
            <a:ext cx="403725" cy="4037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6" descr="\\intra\profils\D001\I2132FN\D\Pictures\standing-up-man-.png"/>
          <p:cNvPicPr>
            <a:picLocks noChangeAspect="1" noChangeArrowheads="1"/>
          </p:cNvPicPr>
          <p:nvPr userDrawn="1"/>
        </p:nvPicPr>
        <p:blipFill>
          <a:blip r:embed="rId51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4339" y="1743966"/>
            <a:ext cx="450109" cy="45010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7" descr="\\intra\profils\D001\I2132FN\D\Pictures\target_jaune.png"/>
          <p:cNvPicPr>
            <a:picLocks noChangeAspect="1" noChangeArrowheads="1"/>
          </p:cNvPicPr>
          <p:nvPr userDrawn="1"/>
        </p:nvPicPr>
        <p:blipFill>
          <a:blip r:embed="rId52" cstate="print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09205" y="2536406"/>
            <a:ext cx="386758" cy="3867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8" descr="\\intra\profils\D001\I2132FN\D\Pictures\youtube.png"/>
          <p:cNvPicPr>
            <a:picLocks noChangeAspect="1" noChangeArrowheads="1"/>
          </p:cNvPicPr>
          <p:nvPr userDrawn="1"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58370" y="2342852"/>
            <a:ext cx="459286" cy="45928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Rectangle 88"/>
          <p:cNvSpPr/>
          <p:nvPr userDrawn="1"/>
        </p:nvSpPr>
        <p:spPr>
          <a:xfrm>
            <a:off x="831488" y="4410358"/>
            <a:ext cx="7541309" cy="3562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Pour modifier la couleur des icônes : </a:t>
            </a:r>
            <a:r>
              <a:rPr lang="fr-FR" sz="1100" b="1" i="1" dirty="0" smtClean="0">
                <a:solidFill>
                  <a:schemeClr val="accent1"/>
                </a:solidFill>
              </a:rPr>
              <a:t>Cliquez sur l’icône &gt; Sélectionner « format » dans le menu &gt; Couleur</a:t>
            </a:r>
            <a:endParaRPr lang="fr-FR" sz="1100" b="1" i="1" dirty="0">
              <a:solidFill>
                <a:schemeClr val="accent1"/>
              </a:solidFill>
            </a:endParaRPr>
          </a:p>
        </p:txBody>
      </p:sp>
      <p:pic>
        <p:nvPicPr>
          <p:cNvPr id="90" name="Image 89"/>
          <p:cNvPicPr>
            <a:picLocks noChangeAspect="1"/>
          </p:cNvPicPr>
          <p:nvPr userDrawn="1"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735515" flipH="1">
            <a:off x="8200723" y="3191413"/>
            <a:ext cx="383782" cy="383782"/>
          </a:xfrm>
          <a:prstGeom prst="rect">
            <a:avLst/>
          </a:prstGeom>
        </p:spPr>
      </p:pic>
      <p:pic>
        <p:nvPicPr>
          <p:cNvPr id="91" name="Image 90"/>
          <p:cNvPicPr>
            <a:picLocks noChangeAspect="1"/>
          </p:cNvPicPr>
          <p:nvPr userDrawn="1"/>
        </p:nvPicPr>
        <p:blipFill>
          <a:blip r:embed="rId5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4408" y="3774401"/>
            <a:ext cx="392335" cy="392335"/>
          </a:xfrm>
          <a:prstGeom prst="rect">
            <a:avLst/>
          </a:prstGeom>
        </p:spPr>
      </p:pic>
      <p:sp>
        <p:nvSpPr>
          <p:cNvPr id="93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4" y="0"/>
            <a:ext cx="4749336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/>
            </a:lvl1pPr>
          </a:lstStyle>
          <a:p>
            <a:pPr lvl="0"/>
            <a:r>
              <a:rPr lang="fr-FR" dirty="0" smtClean="0"/>
              <a:t>Pour plus d’icônes : www.flaticon.com</a:t>
            </a:r>
          </a:p>
        </p:txBody>
      </p:sp>
      <p:sp>
        <p:nvSpPr>
          <p:cNvPr id="97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05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C7F879E9-1078-455A-A13A-14E24CC7CBF7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106" name="Image 105"/>
          <p:cNvPicPr>
            <a:picLocks noChangeAspect="1"/>
          </p:cNvPicPr>
          <p:nvPr userDrawn="1"/>
        </p:nvPicPr>
        <p:blipFill rotWithShape="1">
          <a:blip r:embed="rId5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94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95" name="Connecteur droit 94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592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de base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4"/>
          <p:cNvSpPr txBox="1">
            <a:spLocks/>
          </p:cNvSpPr>
          <p:nvPr userDrawn="1"/>
        </p:nvSpPr>
        <p:spPr>
          <a:xfrm>
            <a:off x="534985" y="424944"/>
            <a:ext cx="8229600" cy="38241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3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Icônes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542744" y="0"/>
            <a:ext cx="4749336" cy="425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500" b="1" baseline="0"/>
            </a:lvl1pPr>
          </a:lstStyle>
          <a:p>
            <a:pPr lvl="0"/>
            <a:r>
              <a:rPr lang="fr-FR" dirty="0" smtClean="0"/>
              <a:t>Pour plus d’icônes : www.flaticon.com</a:t>
            </a:r>
          </a:p>
        </p:txBody>
      </p:sp>
      <p:grpSp>
        <p:nvGrpSpPr>
          <p:cNvPr id="92" name="Groupe 91"/>
          <p:cNvGrpSpPr/>
          <p:nvPr userDrawn="1"/>
        </p:nvGrpSpPr>
        <p:grpSpPr>
          <a:xfrm>
            <a:off x="1187624" y="1131590"/>
            <a:ext cx="851004" cy="851004"/>
            <a:chOff x="1955078" y="1413078"/>
            <a:chExt cx="480369" cy="480369"/>
          </a:xfrm>
        </p:grpSpPr>
        <p:sp>
          <p:nvSpPr>
            <p:cNvPr id="94" name="Ellipse 93"/>
            <p:cNvSpPr/>
            <p:nvPr/>
          </p:nvSpPr>
          <p:spPr>
            <a:xfrm>
              <a:off x="1955078" y="1413078"/>
              <a:ext cx="480369" cy="4803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5" name="Image 94"/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020188" y="1475864"/>
              <a:ext cx="344013" cy="331141"/>
            </a:xfrm>
            <a:prstGeom prst="rect">
              <a:avLst/>
            </a:prstGeom>
          </p:spPr>
        </p:pic>
      </p:grpSp>
      <p:sp>
        <p:nvSpPr>
          <p:cNvPr id="96" name="Rectangle 95"/>
          <p:cNvSpPr/>
          <p:nvPr userDrawn="1"/>
        </p:nvSpPr>
        <p:spPr>
          <a:xfrm>
            <a:off x="717923" y="2406888"/>
            <a:ext cx="1715138" cy="712808"/>
          </a:xfrm>
          <a:prstGeom prst="wedgeRectCallout">
            <a:avLst>
              <a:gd name="adj1" fmla="val 60207"/>
              <a:gd name="adj2" fmla="val -227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Lorem ipsum</a:t>
            </a:r>
            <a:endParaRPr lang="fr-FR" b="1" dirty="0"/>
          </a:p>
        </p:txBody>
      </p:sp>
      <p:pic>
        <p:nvPicPr>
          <p:cNvPr id="97" name="Image 96"/>
          <p:cNvPicPr>
            <a:picLocks noChangeAspect="1"/>
          </p:cNvPicPr>
          <p:nvPr userDrawn="1"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80112" y="2314342"/>
            <a:ext cx="808765" cy="897899"/>
          </a:xfrm>
          <a:prstGeom prst="rect">
            <a:avLst/>
          </a:prstGeom>
        </p:spPr>
      </p:pic>
      <p:sp>
        <p:nvSpPr>
          <p:cNvPr id="98" name="Forme libre 97"/>
          <p:cNvSpPr/>
          <p:nvPr userDrawn="1"/>
        </p:nvSpPr>
        <p:spPr>
          <a:xfrm rot="16200000" flipH="1">
            <a:off x="3711541" y="1793015"/>
            <a:ext cx="712807" cy="1940554"/>
          </a:xfrm>
          <a:custGeom>
            <a:avLst/>
            <a:gdLst>
              <a:gd name="connsiteX0" fmla="*/ 1219200 w 1228725"/>
              <a:gd name="connsiteY0" fmla="*/ 0 h 4467225"/>
              <a:gd name="connsiteX1" fmla="*/ 1228725 w 1228725"/>
              <a:gd name="connsiteY1" fmla="*/ 4457700 h 4467225"/>
              <a:gd name="connsiteX2" fmla="*/ 504825 w 1228725"/>
              <a:gd name="connsiteY2" fmla="*/ 3981450 h 4467225"/>
              <a:gd name="connsiteX3" fmla="*/ 0 w 1228725"/>
              <a:gd name="connsiteY3" fmla="*/ 4467225 h 4467225"/>
              <a:gd name="connsiteX4" fmla="*/ 9525 w 1228725"/>
              <a:gd name="connsiteY4" fmla="*/ 9525 h 4467225"/>
              <a:gd name="connsiteX5" fmla="*/ 1219200 w 1228725"/>
              <a:gd name="connsiteY5" fmla="*/ 0 h 4467225"/>
              <a:gd name="connsiteX0" fmla="*/ 1219200 w 1228725"/>
              <a:gd name="connsiteY0" fmla="*/ 0 h 4467225"/>
              <a:gd name="connsiteX1" fmla="*/ 1228725 w 1228725"/>
              <a:gd name="connsiteY1" fmla="*/ 4457700 h 4467225"/>
              <a:gd name="connsiteX2" fmla="*/ 619125 w 1228725"/>
              <a:gd name="connsiteY2" fmla="*/ 3990975 h 4467225"/>
              <a:gd name="connsiteX3" fmla="*/ 0 w 1228725"/>
              <a:gd name="connsiteY3" fmla="*/ 4467225 h 4467225"/>
              <a:gd name="connsiteX4" fmla="*/ 9525 w 1228725"/>
              <a:gd name="connsiteY4" fmla="*/ 9525 h 4467225"/>
              <a:gd name="connsiteX5" fmla="*/ 1219200 w 1228725"/>
              <a:gd name="connsiteY5" fmla="*/ 0 h 4467225"/>
              <a:gd name="connsiteX0" fmla="*/ 1229884 w 1239409"/>
              <a:gd name="connsiteY0" fmla="*/ 0 h 4467225"/>
              <a:gd name="connsiteX1" fmla="*/ 1239409 w 1239409"/>
              <a:gd name="connsiteY1" fmla="*/ 4457700 h 4467225"/>
              <a:gd name="connsiteX2" fmla="*/ 629809 w 1239409"/>
              <a:gd name="connsiteY2" fmla="*/ 3990975 h 4467225"/>
              <a:gd name="connsiteX3" fmla="*/ 10684 w 1239409"/>
              <a:gd name="connsiteY3" fmla="*/ 4467225 h 4467225"/>
              <a:gd name="connsiteX4" fmla="*/ 0 w 1239409"/>
              <a:gd name="connsiteY4" fmla="*/ 9525 h 4467225"/>
              <a:gd name="connsiteX5" fmla="*/ 1229884 w 1239409"/>
              <a:gd name="connsiteY5" fmla="*/ 0 h 4467225"/>
              <a:gd name="connsiteX0" fmla="*/ 1229884 w 1239409"/>
              <a:gd name="connsiteY0" fmla="*/ 0 h 4490976"/>
              <a:gd name="connsiteX1" fmla="*/ 1239409 w 1239409"/>
              <a:gd name="connsiteY1" fmla="*/ 4481451 h 4490976"/>
              <a:gd name="connsiteX2" fmla="*/ 629809 w 1239409"/>
              <a:gd name="connsiteY2" fmla="*/ 4014726 h 4490976"/>
              <a:gd name="connsiteX3" fmla="*/ 10684 w 1239409"/>
              <a:gd name="connsiteY3" fmla="*/ 4490976 h 4490976"/>
              <a:gd name="connsiteX4" fmla="*/ 0 w 1239409"/>
              <a:gd name="connsiteY4" fmla="*/ 33276 h 4490976"/>
              <a:gd name="connsiteX5" fmla="*/ 1229884 w 1239409"/>
              <a:gd name="connsiteY5" fmla="*/ 0 h 4490976"/>
              <a:gd name="connsiteX0" fmla="*/ 1243357 w 1243357"/>
              <a:gd name="connsiteY0" fmla="*/ 0 h 4467226"/>
              <a:gd name="connsiteX1" fmla="*/ 1239409 w 1243357"/>
              <a:gd name="connsiteY1" fmla="*/ 4457701 h 4467226"/>
              <a:gd name="connsiteX2" fmla="*/ 629809 w 1243357"/>
              <a:gd name="connsiteY2" fmla="*/ 3990976 h 4467226"/>
              <a:gd name="connsiteX3" fmla="*/ 10684 w 1243357"/>
              <a:gd name="connsiteY3" fmla="*/ 4467226 h 4467226"/>
              <a:gd name="connsiteX4" fmla="*/ 0 w 1243357"/>
              <a:gd name="connsiteY4" fmla="*/ 9526 h 4467226"/>
              <a:gd name="connsiteX5" fmla="*/ 1243357 w 1243357"/>
              <a:gd name="connsiteY5" fmla="*/ 0 h 4467226"/>
              <a:gd name="connsiteX0" fmla="*/ 1243357 w 1243357"/>
              <a:gd name="connsiteY0" fmla="*/ 0 h 4467226"/>
              <a:gd name="connsiteX1" fmla="*/ 1239409 w 1243357"/>
              <a:gd name="connsiteY1" fmla="*/ 4457701 h 4467226"/>
              <a:gd name="connsiteX2" fmla="*/ 629809 w 1243357"/>
              <a:gd name="connsiteY2" fmla="*/ 3990976 h 4467226"/>
              <a:gd name="connsiteX3" fmla="*/ 10684 w 1243357"/>
              <a:gd name="connsiteY3" fmla="*/ 4467226 h 4467226"/>
              <a:gd name="connsiteX4" fmla="*/ 0 w 1243357"/>
              <a:gd name="connsiteY4" fmla="*/ 9526 h 4467226"/>
              <a:gd name="connsiteX5" fmla="*/ 1243357 w 1243357"/>
              <a:gd name="connsiteY5" fmla="*/ 0 h 4467226"/>
              <a:gd name="connsiteX0" fmla="*/ 1236621 w 1236621"/>
              <a:gd name="connsiteY0" fmla="*/ 0 h 4467226"/>
              <a:gd name="connsiteX1" fmla="*/ 1232673 w 1236621"/>
              <a:gd name="connsiteY1" fmla="*/ 4457701 h 4467226"/>
              <a:gd name="connsiteX2" fmla="*/ 623073 w 1236621"/>
              <a:gd name="connsiteY2" fmla="*/ 3990976 h 4467226"/>
              <a:gd name="connsiteX3" fmla="*/ 3948 w 1236621"/>
              <a:gd name="connsiteY3" fmla="*/ 4467226 h 4467226"/>
              <a:gd name="connsiteX4" fmla="*/ 0 w 1236621"/>
              <a:gd name="connsiteY4" fmla="*/ 21401 h 4467226"/>
              <a:gd name="connsiteX5" fmla="*/ 1236621 w 1236621"/>
              <a:gd name="connsiteY5" fmla="*/ 0 h 4467226"/>
              <a:gd name="connsiteX0" fmla="*/ 1233459 w 1233459"/>
              <a:gd name="connsiteY0" fmla="*/ 0 h 4467226"/>
              <a:gd name="connsiteX1" fmla="*/ 1229511 w 1233459"/>
              <a:gd name="connsiteY1" fmla="*/ 4457701 h 4467226"/>
              <a:gd name="connsiteX2" fmla="*/ 619911 w 1233459"/>
              <a:gd name="connsiteY2" fmla="*/ 3990976 h 4467226"/>
              <a:gd name="connsiteX3" fmla="*/ 786 w 1233459"/>
              <a:gd name="connsiteY3" fmla="*/ 4467226 h 4467226"/>
              <a:gd name="connsiteX4" fmla="*/ 3575 w 1233459"/>
              <a:gd name="connsiteY4" fmla="*/ 9526 h 4467226"/>
              <a:gd name="connsiteX5" fmla="*/ 1233459 w 1233459"/>
              <a:gd name="connsiteY5" fmla="*/ 0 h 4467226"/>
              <a:gd name="connsiteX0" fmla="*/ 1236621 w 1236621"/>
              <a:gd name="connsiteY0" fmla="*/ 2349 h 4469575"/>
              <a:gd name="connsiteX1" fmla="*/ 1232673 w 1236621"/>
              <a:gd name="connsiteY1" fmla="*/ 4460050 h 4469575"/>
              <a:gd name="connsiteX2" fmla="*/ 623073 w 1236621"/>
              <a:gd name="connsiteY2" fmla="*/ 3993325 h 4469575"/>
              <a:gd name="connsiteX3" fmla="*/ 3948 w 1236621"/>
              <a:gd name="connsiteY3" fmla="*/ 4469575 h 4469575"/>
              <a:gd name="connsiteX4" fmla="*/ 0 w 1236621"/>
              <a:gd name="connsiteY4" fmla="*/ 0 h 4469575"/>
              <a:gd name="connsiteX5" fmla="*/ 1236621 w 1236621"/>
              <a:gd name="connsiteY5" fmla="*/ 2349 h 44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6621" h="4469575">
                <a:moveTo>
                  <a:pt x="1236621" y="2349"/>
                </a:moveTo>
                <a:lnTo>
                  <a:pt x="1232673" y="4460050"/>
                </a:lnTo>
                <a:lnTo>
                  <a:pt x="623073" y="3993325"/>
                </a:lnTo>
                <a:lnTo>
                  <a:pt x="3948" y="4469575"/>
                </a:lnTo>
                <a:cubicBezTo>
                  <a:pt x="387" y="2983675"/>
                  <a:pt x="3561" y="1485900"/>
                  <a:pt x="0" y="0"/>
                </a:cubicBezTo>
                <a:lnTo>
                  <a:pt x="1236621" y="2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108000" tIns="0" rIns="108000" bIns="144000" rtlCol="0" anchor="ctr"/>
          <a:lstStyle/>
          <a:p>
            <a:pPr algn="ctr"/>
            <a:r>
              <a:rPr lang="fr-FR" b="1" dirty="0"/>
              <a:t>Lorem ipsum</a:t>
            </a:r>
          </a:p>
        </p:txBody>
      </p:sp>
      <p:sp>
        <p:nvSpPr>
          <p:cNvPr id="99" name="Arrondir un rectangle avec un coin diagonal 98"/>
          <p:cNvSpPr/>
          <p:nvPr userDrawn="1"/>
        </p:nvSpPr>
        <p:spPr>
          <a:xfrm>
            <a:off x="7109599" y="1218192"/>
            <a:ext cx="773640" cy="773640"/>
          </a:xfrm>
          <a:prstGeom prst="round2Diag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smtClean="0">
                <a:solidFill>
                  <a:schemeClr val="accent1"/>
                </a:solidFill>
              </a:rPr>
              <a:t>01</a:t>
            </a:r>
            <a:endParaRPr lang="fr-FR" sz="3200" dirty="0">
              <a:solidFill>
                <a:schemeClr val="accent1"/>
              </a:solidFill>
            </a:endParaRPr>
          </a:p>
        </p:txBody>
      </p:sp>
      <p:sp>
        <p:nvSpPr>
          <p:cNvPr id="100" name="Ellipse 99"/>
          <p:cNvSpPr/>
          <p:nvPr userDrawn="1"/>
        </p:nvSpPr>
        <p:spPr>
          <a:xfrm>
            <a:off x="2433061" y="1164694"/>
            <a:ext cx="851004" cy="85100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1" name="Image 100"/>
          <p:cNvPicPr>
            <a:picLocks noChangeAspect="1"/>
          </p:cNvPicPr>
          <p:nvPr userDrawn="1"/>
        </p:nvPicPr>
        <p:blipFill rotWithShape="1"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8000"/>
                    </a14:imgEffect>
                    <a14:imgEffect>
                      <a14:colorTemperature colorTemp="11500"/>
                    </a14:imgEffect>
                    <a14:imgEffect>
                      <a14:saturation sat="45000"/>
                    </a14:imgEffect>
                    <a14:imgEffect>
                      <a14:brightnessContrast bright="100000" contrast="-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49781" y="1286099"/>
            <a:ext cx="609441" cy="586637"/>
          </a:xfrm>
          <a:prstGeom prst="rect">
            <a:avLst/>
          </a:prstGeom>
        </p:spPr>
      </p:pic>
      <p:sp>
        <p:nvSpPr>
          <p:cNvPr id="102" name="Forme libre 101"/>
          <p:cNvSpPr/>
          <p:nvPr userDrawn="1"/>
        </p:nvSpPr>
        <p:spPr>
          <a:xfrm flipH="1">
            <a:off x="4788024" y="1179887"/>
            <a:ext cx="864096" cy="902879"/>
          </a:xfrm>
          <a:custGeom>
            <a:avLst/>
            <a:gdLst>
              <a:gd name="connsiteX0" fmla="*/ 1219200 w 1228725"/>
              <a:gd name="connsiteY0" fmla="*/ 0 h 4467225"/>
              <a:gd name="connsiteX1" fmla="*/ 1228725 w 1228725"/>
              <a:gd name="connsiteY1" fmla="*/ 4457700 h 4467225"/>
              <a:gd name="connsiteX2" fmla="*/ 504825 w 1228725"/>
              <a:gd name="connsiteY2" fmla="*/ 3981450 h 4467225"/>
              <a:gd name="connsiteX3" fmla="*/ 0 w 1228725"/>
              <a:gd name="connsiteY3" fmla="*/ 4467225 h 4467225"/>
              <a:gd name="connsiteX4" fmla="*/ 9525 w 1228725"/>
              <a:gd name="connsiteY4" fmla="*/ 9525 h 4467225"/>
              <a:gd name="connsiteX5" fmla="*/ 1219200 w 1228725"/>
              <a:gd name="connsiteY5" fmla="*/ 0 h 4467225"/>
              <a:gd name="connsiteX0" fmla="*/ 1219200 w 1228725"/>
              <a:gd name="connsiteY0" fmla="*/ 0 h 4467225"/>
              <a:gd name="connsiteX1" fmla="*/ 1228725 w 1228725"/>
              <a:gd name="connsiteY1" fmla="*/ 4457700 h 4467225"/>
              <a:gd name="connsiteX2" fmla="*/ 619125 w 1228725"/>
              <a:gd name="connsiteY2" fmla="*/ 3990975 h 4467225"/>
              <a:gd name="connsiteX3" fmla="*/ 0 w 1228725"/>
              <a:gd name="connsiteY3" fmla="*/ 4467225 h 4467225"/>
              <a:gd name="connsiteX4" fmla="*/ 9525 w 1228725"/>
              <a:gd name="connsiteY4" fmla="*/ 9525 h 4467225"/>
              <a:gd name="connsiteX5" fmla="*/ 1219200 w 1228725"/>
              <a:gd name="connsiteY5" fmla="*/ 0 h 4467225"/>
              <a:gd name="connsiteX0" fmla="*/ 1229884 w 1239409"/>
              <a:gd name="connsiteY0" fmla="*/ 0 h 4467225"/>
              <a:gd name="connsiteX1" fmla="*/ 1239409 w 1239409"/>
              <a:gd name="connsiteY1" fmla="*/ 4457700 h 4467225"/>
              <a:gd name="connsiteX2" fmla="*/ 629809 w 1239409"/>
              <a:gd name="connsiteY2" fmla="*/ 3990975 h 4467225"/>
              <a:gd name="connsiteX3" fmla="*/ 10684 w 1239409"/>
              <a:gd name="connsiteY3" fmla="*/ 4467225 h 4467225"/>
              <a:gd name="connsiteX4" fmla="*/ 0 w 1239409"/>
              <a:gd name="connsiteY4" fmla="*/ 9525 h 4467225"/>
              <a:gd name="connsiteX5" fmla="*/ 1229884 w 1239409"/>
              <a:gd name="connsiteY5" fmla="*/ 0 h 4467225"/>
              <a:gd name="connsiteX0" fmla="*/ 1229884 w 1239409"/>
              <a:gd name="connsiteY0" fmla="*/ 0 h 4490976"/>
              <a:gd name="connsiteX1" fmla="*/ 1239409 w 1239409"/>
              <a:gd name="connsiteY1" fmla="*/ 4481451 h 4490976"/>
              <a:gd name="connsiteX2" fmla="*/ 629809 w 1239409"/>
              <a:gd name="connsiteY2" fmla="*/ 4014726 h 4490976"/>
              <a:gd name="connsiteX3" fmla="*/ 10684 w 1239409"/>
              <a:gd name="connsiteY3" fmla="*/ 4490976 h 4490976"/>
              <a:gd name="connsiteX4" fmla="*/ 0 w 1239409"/>
              <a:gd name="connsiteY4" fmla="*/ 33276 h 4490976"/>
              <a:gd name="connsiteX5" fmla="*/ 1229884 w 1239409"/>
              <a:gd name="connsiteY5" fmla="*/ 0 h 4490976"/>
              <a:gd name="connsiteX0" fmla="*/ 1243357 w 1243357"/>
              <a:gd name="connsiteY0" fmla="*/ 0 h 4467226"/>
              <a:gd name="connsiteX1" fmla="*/ 1239409 w 1243357"/>
              <a:gd name="connsiteY1" fmla="*/ 4457701 h 4467226"/>
              <a:gd name="connsiteX2" fmla="*/ 629809 w 1243357"/>
              <a:gd name="connsiteY2" fmla="*/ 3990976 h 4467226"/>
              <a:gd name="connsiteX3" fmla="*/ 10684 w 1243357"/>
              <a:gd name="connsiteY3" fmla="*/ 4467226 h 4467226"/>
              <a:gd name="connsiteX4" fmla="*/ 0 w 1243357"/>
              <a:gd name="connsiteY4" fmla="*/ 9526 h 4467226"/>
              <a:gd name="connsiteX5" fmla="*/ 1243357 w 1243357"/>
              <a:gd name="connsiteY5" fmla="*/ 0 h 4467226"/>
              <a:gd name="connsiteX0" fmla="*/ 1243357 w 1243357"/>
              <a:gd name="connsiteY0" fmla="*/ 0 h 4467226"/>
              <a:gd name="connsiteX1" fmla="*/ 1239409 w 1243357"/>
              <a:gd name="connsiteY1" fmla="*/ 4457701 h 4467226"/>
              <a:gd name="connsiteX2" fmla="*/ 629809 w 1243357"/>
              <a:gd name="connsiteY2" fmla="*/ 3990976 h 4467226"/>
              <a:gd name="connsiteX3" fmla="*/ 10684 w 1243357"/>
              <a:gd name="connsiteY3" fmla="*/ 4467226 h 4467226"/>
              <a:gd name="connsiteX4" fmla="*/ 0 w 1243357"/>
              <a:gd name="connsiteY4" fmla="*/ 9526 h 4467226"/>
              <a:gd name="connsiteX5" fmla="*/ 1243357 w 1243357"/>
              <a:gd name="connsiteY5" fmla="*/ 0 h 4467226"/>
              <a:gd name="connsiteX0" fmla="*/ 1236621 w 1236621"/>
              <a:gd name="connsiteY0" fmla="*/ 0 h 4467226"/>
              <a:gd name="connsiteX1" fmla="*/ 1232673 w 1236621"/>
              <a:gd name="connsiteY1" fmla="*/ 4457701 h 4467226"/>
              <a:gd name="connsiteX2" fmla="*/ 623073 w 1236621"/>
              <a:gd name="connsiteY2" fmla="*/ 3990976 h 4467226"/>
              <a:gd name="connsiteX3" fmla="*/ 3948 w 1236621"/>
              <a:gd name="connsiteY3" fmla="*/ 4467226 h 4467226"/>
              <a:gd name="connsiteX4" fmla="*/ 0 w 1236621"/>
              <a:gd name="connsiteY4" fmla="*/ 21401 h 4467226"/>
              <a:gd name="connsiteX5" fmla="*/ 1236621 w 1236621"/>
              <a:gd name="connsiteY5" fmla="*/ 0 h 4467226"/>
              <a:gd name="connsiteX0" fmla="*/ 1233459 w 1233459"/>
              <a:gd name="connsiteY0" fmla="*/ 0 h 4467226"/>
              <a:gd name="connsiteX1" fmla="*/ 1229511 w 1233459"/>
              <a:gd name="connsiteY1" fmla="*/ 4457701 h 4467226"/>
              <a:gd name="connsiteX2" fmla="*/ 619911 w 1233459"/>
              <a:gd name="connsiteY2" fmla="*/ 3990976 h 4467226"/>
              <a:gd name="connsiteX3" fmla="*/ 786 w 1233459"/>
              <a:gd name="connsiteY3" fmla="*/ 4467226 h 4467226"/>
              <a:gd name="connsiteX4" fmla="*/ 3575 w 1233459"/>
              <a:gd name="connsiteY4" fmla="*/ 9526 h 4467226"/>
              <a:gd name="connsiteX5" fmla="*/ 1233459 w 1233459"/>
              <a:gd name="connsiteY5" fmla="*/ 0 h 4467226"/>
              <a:gd name="connsiteX0" fmla="*/ 1236621 w 1236621"/>
              <a:gd name="connsiteY0" fmla="*/ 2349 h 4469575"/>
              <a:gd name="connsiteX1" fmla="*/ 1232673 w 1236621"/>
              <a:gd name="connsiteY1" fmla="*/ 4460050 h 4469575"/>
              <a:gd name="connsiteX2" fmla="*/ 623073 w 1236621"/>
              <a:gd name="connsiteY2" fmla="*/ 3993325 h 4469575"/>
              <a:gd name="connsiteX3" fmla="*/ 3948 w 1236621"/>
              <a:gd name="connsiteY3" fmla="*/ 4469575 h 4469575"/>
              <a:gd name="connsiteX4" fmla="*/ 0 w 1236621"/>
              <a:gd name="connsiteY4" fmla="*/ 0 h 4469575"/>
              <a:gd name="connsiteX5" fmla="*/ 1236621 w 1236621"/>
              <a:gd name="connsiteY5" fmla="*/ 2349 h 4469575"/>
              <a:gd name="connsiteX0" fmla="*/ 1236621 w 1236621"/>
              <a:gd name="connsiteY0" fmla="*/ 2709892 h 4469575"/>
              <a:gd name="connsiteX1" fmla="*/ 1232673 w 1236621"/>
              <a:gd name="connsiteY1" fmla="*/ 4460050 h 4469575"/>
              <a:gd name="connsiteX2" fmla="*/ 623073 w 1236621"/>
              <a:gd name="connsiteY2" fmla="*/ 3993325 h 4469575"/>
              <a:gd name="connsiteX3" fmla="*/ 3948 w 1236621"/>
              <a:gd name="connsiteY3" fmla="*/ 4469575 h 4469575"/>
              <a:gd name="connsiteX4" fmla="*/ 0 w 1236621"/>
              <a:gd name="connsiteY4" fmla="*/ 0 h 4469575"/>
              <a:gd name="connsiteX5" fmla="*/ 1236621 w 1236621"/>
              <a:gd name="connsiteY5" fmla="*/ 2709892 h 4469575"/>
              <a:gd name="connsiteX0" fmla="*/ 1236621 w 1236621"/>
              <a:gd name="connsiteY0" fmla="*/ 2350 h 1762033"/>
              <a:gd name="connsiteX1" fmla="*/ 1232673 w 1236621"/>
              <a:gd name="connsiteY1" fmla="*/ 1752508 h 1762033"/>
              <a:gd name="connsiteX2" fmla="*/ 623073 w 1236621"/>
              <a:gd name="connsiteY2" fmla="*/ 1285783 h 1762033"/>
              <a:gd name="connsiteX3" fmla="*/ 3948 w 1236621"/>
              <a:gd name="connsiteY3" fmla="*/ 1762033 h 1762033"/>
              <a:gd name="connsiteX4" fmla="*/ 0 w 1236621"/>
              <a:gd name="connsiteY4" fmla="*/ 0 h 1762033"/>
              <a:gd name="connsiteX5" fmla="*/ 1236621 w 1236621"/>
              <a:gd name="connsiteY5" fmla="*/ 2350 h 1762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6621" h="1762033">
                <a:moveTo>
                  <a:pt x="1236621" y="2350"/>
                </a:moveTo>
                <a:lnTo>
                  <a:pt x="1232673" y="1752508"/>
                </a:lnTo>
                <a:lnTo>
                  <a:pt x="623073" y="1285783"/>
                </a:lnTo>
                <a:lnTo>
                  <a:pt x="3948" y="1762033"/>
                </a:lnTo>
                <a:cubicBezTo>
                  <a:pt x="387" y="276133"/>
                  <a:pt x="3561" y="1485900"/>
                  <a:pt x="0" y="0"/>
                </a:cubicBezTo>
                <a:lnTo>
                  <a:pt x="1236621" y="235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algn="ctr"/>
            <a:r>
              <a:rPr lang="fr-FR" sz="3600" dirty="0" smtClean="0">
                <a:solidFill>
                  <a:schemeClr val="accent1"/>
                </a:solidFill>
              </a:rPr>
              <a:t>01</a:t>
            </a:r>
            <a:endParaRPr lang="fr-FR" sz="3600" dirty="0">
              <a:solidFill>
                <a:schemeClr val="accent1"/>
              </a:solidFill>
            </a:endParaRPr>
          </a:p>
        </p:txBody>
      </p:sp>
      <p:sp>
        <p:nvSpPr>
          <p:cNvPr id="103" name="Arrondir un rectangle avec un coin diagonal 102"/>
          <p:cNvSpPr/>
          <p:nvPr userDrawn="1"/>
        </p:nvSpPr>
        <p:spPr>
          <a:xfrm>
            <a:off x="6084168" y="1218192"/>
            <a:ext cx="773640" cy="773640"/>
          </a:xfrm>
          <a:prstGeom prst="round2Diag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smtClean="0">
                <a:solidFill>
                  <a:schemeClr val="bg1"/>
                </a:solidFill>
              </a:rPr>
              <a:t>01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04" name="Forme libre 103"/>
          <p:cNvSpPr/>
          <p:nvPr userDrawn="1"/>
        </p:nvSpPr>
        <p:spPr>
          <a:xfrm flipH="1">
            <a:off x="3635896" y="1171717"/>
            <a:ext cx="864096" cy="902879"/>
          </a:xfrm>
          <a:custGeom>
            <a:avLst/>
            <a:gdLst>
              <a:gd name="connsiteX0" fmla="*/ 1219200 w 1228725"/>
              <a:gd name="connsiteY0" fmla="*/ 0 h 4467225"/>
              <a:gd name="connsiteX1" fmla="*/ 1228725 w 1228725"/>
              <a:gd name="connsiteY1" fmla="*/ 4457700 h 4467225"/>
              <a:gd name="connsiteX2" fmla="*/ 504825 w 1228725"/>
              <a:gd name="connsiteY2" fmla="*/ 3981450 h 4467225"/>
              <a:gd name="connsiteX3" fmla="*/ 0 w 1228725"/>
              <a:gd name="connsiteY3" fmla="*/ 4467225 h 4467225"/>
              <a:gd name="connsiteX4" fmla="*/ 9525 w 1228725"/>
              <a:gd name="connsiteY4" fmla="*/ 9525 h 4467225"/>
              <a:gd name="connsiteX5" fmla="*/ 1219200 w 1228725"/>
              <a:gd name="connsiteY5" fmla="*/ 0 h 4467225"/>
              <a:gd name="connsiteX0" fmla="*/ 1219200 w 1228725"/>
              <a:gd name="connsiteY0" fmla="*/ 0 h 4467225"/>
              <a:gd name="connsiteX1" fmla="*/ 1228725 w 1228725"/>
              <a:gd name="connsiteY1" fmla="*/ 4457700 h 4467225"/>
              <a:gd name="connsiteX2" fmla="*/ 619125 w 1228725"/>
              <a:gd name="connsiteY2" fmla="*/ 3990975 h 4467225"/>
              <a:gd name="connsiteX3" fmla="*/ 0 w 1228725"/>
              <a:gd name="connsiteY3" fmla="*/ 4467225 h 4467225"/>
              <a:gd name="connsiteX4" fmla="*/ 9525 w 1228725"/>
              <a:gd name="connsiteY4" fmla="*/ 9525 h 4467225"/>
              <a:gd name="connsiteX5" fmla="*/ 1219200 w 1228725"/>
              <a:gd name="connsiteY5" fmla="*/ 0 h 4467225"/>
              <a:gd name="connsiteX0" fmla="*/ 1229884 w 1239409"/>
              <a:gd name="connsiteY0" fmla="*/ 0 h 4467225"/>
              <a:gd name="connsiteX1" fmla="*/ 1239409 w 1239409"/>
              <a:gd name="connsiteY1" fmla="*/ 4457700 h 4467225"/>
              <a:gd name="connsiteX2" fmla="*/ 629809 w 1239409"/>
              <a:gd name="connsiteY2" fmla="*/ 3990975 h 4467225"/>
              <a:gd name="connsiteX3" fmla="*/ 10684 w 1239409"/>
              <a:gd name="connsiteY3" fmla="*/ 4467225 h 4467225"/>
              <a:gd name="connsiteX4" fmla="*/ 0 w 1239409"/>
              <a:gd name="connsiteY4" fmla="*/ 9525 h 4467225"/>
              <a:gd name="connsiteX5" fmla="*/ 1229884 w 1239409"/>
              <a:gd name="connsiteY5" fmla="*/ 0 h 4467225"/>
              <a:gd name="connsiteX0" fmla="*/ 1229884 w 1239409"/>
              <a:gd name="connsiteY0" fmla="*/ 0 h 4490976"/>
              <a:gd name="connsiteX1" fmla="*/ 1239409 w 1239409"/>
              <a:gd name="connsiteY1" fmla="*/ 4481451 h 4490976"/>
              <a:gd name="connsiteX2" fmla="*/ 629809 w 1239409"/>
              <a:gd name="connsiteY2" fmla="*/ 4014726 h 4490976"/>
              <a:gd name="connsiteX3" fmla="*/ 10684 w 1239409"/>
              <a:gd name="connsiteY3" fmla="*/ 4490976 h 4490976"/>
              <a:gd name="connsiteX4" fmla="*/ 0 w 1239409"/>
              <a:gd name="connsiteY4" fmla="*/ 33276 h 4490976"/>
              <a:gd name="connsiteX5" fmla="*/ 1229884 w 1239409"/>
              <a:gd name="connsiteY5" fmla="*/ 0 h 4490976"/>
              <a:gd name="connsiteX0" fmla="*/ 1243357 w 1243357"/>
              <a:gd name="connsiteY0" fmla="*/ 0 h 4467226"/>
              <a:gd name="connsiteX1" fmla="*/ 1239409 w 1243357"/>
              <a:gd name="connsiteY1" fmla="*/ 4457701 h 4467226"/>
              <a:gd name="connsiteX2" fmla="*/ 629809 w 1243357"/>
              <a:gd name="connsiteY2" fmla="*/ 3990976 h 4467226"/>
              <a:gd name="connsiteX3" fmla="*/ 10684 w 1243357"/>
              <a:gd name="connsiteY3" fmla="*/ 4467226 h 4467226"/>
              <a:gd name="connsiteX4" fmla="*/ 0 w 1243357"/>
              <a:gd name="connsiteY4" fmla="*/ 9526 h 4467226"/>
              <a:gd name="connsiteX5" fmla="*/ 1243357 w 1243357"/>
              <a:gd name="connsiteY5" fmla="*/ 0 h 4467226"/>
              <a:gd name="connsiteX0" fmla="*/ 1243357 w 1243357"/>
              <a:gd name="connsiteY0" fmla="*/ 0 h 4467226"/>
              <a:gd name="connsiteX1" fmla="*/ 1239409 w 1243357"/>
              <a:gd name="connsiteY1" fmla="*/ 4457701 h 4467226"/>
              <a:gd name="connsiteX2" fmla="*/ 629809 w 1243357"/>
              <a:gd name="connsiteY2" fmla="*/ 3990976 h 4467226"/>
              <a:gd name="connsiteX3" fmla="*/ 10684 w 1243357"/>
              <a:gd name="connsiteY3" fmla="*/ 4467226 h 4467226"/>
              <a:gd name="connsiteX4" fmla="*/ 0 w 1243357"/>
              <a:gd name="connsiteY4" fmla="*/ 9526 h 4467226"/>
              <a:gd name="connsiteX5" fmla="*/ 1243357 w 1243357"/>
              <a:gd name="connsiteY5" fmla="*/ 0 h 4467226"/>
              <a:gd name="connsiteX0" fmla="*/ 1236621 w 1236621"/>
              <a:gd name="connsiteY0" fmla="*/ 0 h 4467226"/>
              <a:gd name="connsiteX1" fmla="*/ 1232673 w 1236621"/>
              <a:gd name="connsiteY1" fmla="*/ 4457701 h 4467226"/>
              <a:gd name="connsiteX2" fmla="*/ 623073 w 1236621"/>
              <a:gd name="connsiteY2" fmla="*/ 3990976 h 4467226"/>
              <a:gd name="connsiteX3" fmla="*/ 3948 w 1236621"/>
              <a:gd name="connsiteY3" fmla="*/ 4467226 h 4467226"/>
              <a:gd name="connsiteX4" fmla="*/ 0 w 1236621"/>
              <a:gd name="connsiteY4" fmla="*/ 21401 h 4467226"/>
              <a:gd name="connsiteX5" fmla="*/ 1236621 w 1236621"/>
              <a:gd name="connsiteY5" fmla="*/ 0 h 4467226"/>
              <a:gd name="connsiteX0" fmla="*/ 1233459 w 1233459"/>
              <a:gd name="connsiteY0" fmla="*/ 0 h 4467226"/>
              <a:gd name="connsiteX1" fmla="*/ 1229511 w 1233459"/>
              <a:gd name="connsiteY1" fmla="*/ 4457701 h 4467226"/>
              <a:gd name="connsiteX2" fmla="*/ 619911 w 1233459"/>
              <a:gd name="connsiteY2" fmla="*/ 3990976 h 4467226"/>
              <a:gd name="connsiteX3" fmla="*/ 786 w 1233459"/>
              <a:gd name="connsiteY3" fmla="*/ 4467226 h 4467226"/>
              <a:gd name="connsiteX4" fmla="*/ 3575 w 1233459"/>
              <a:gd name="connsiteY4" fmla="*/ 9526 h 4467226"/>
              <a:gd name="connsiteX5" fmla="*/ 1233459 w 1233459"/>
              <a:gd name="connsiteY5" fmla="*/ 0 h 4467226"/>
              <a:gd name="connsiteX0" fmla="*/ 1236621 w 1236621"/>
              <a:gd name="connsiteY0" fmla="*/ 2349 h 4469575"/>
              <a:gd name="connsiteX1" fmla="*/ 1232673 w 1236621"/>
              <a:gd name="connsiteY1" fmla="*/ 4460050 h 4469575"/>
              <a:gd name="connsiteX2" fmla="*/ 623073 w 1236621"/>
              <a:gd name="connsiteY2" fmla="*/ 3993325 h 4469575"/>
              <a:gd name="connsiteX3" fmla="*/ 3948 w 1236621"/>
              <a:gd name="connsiteY3" fmla="*/ 4469575 h 4469575"/>
              <a:gd name="connsiteX4" fmla="*/ 0 w 1236621"/>
              <a:gd name="connsiteY4" fmla="*/ 0 h 4469575"/>
              <a:gd name="connsiteX5" fmla="*/ 1236621 w 1236621"/>
              <a:gd name="connsiteY5" fmla="*/ 2349 h 4469575"/>
              <a:gd name="connsiteX0" fmla="*/ 1236621 w 1236621"/>
              <a:gd name="connsiteY0" fmla="*/ 2709892 h 4469575"/>
              <a:gd name="connsiteX1" fmla="*/ 1232673 w 1236621"/>
              <a:gd name="connsiteY1" fmla="*/ 4460050 h 4469575"/>
              <a:gd name="connsiteX2" fmla="*/ 623073 w 1236621"/>
              <a:gd name="connsiteY2" fmla="*/ 3993325 h 4469575"/>
              <a:gd name="connsiteX3" fmla="*/ 3948 w 1236621"/>
              <a:gd name="connsiteY3" fmla="*/ 4469575 h 4469575"/>
              <a:gd name="connsiteX4" fmla="*/ 0 w 1236621"/>
              <a:gd name="connsiteY4" fmla="*/ 0 h 4469575"/>
              <a:gd name="connsiteX5" fmla="*/ 1236621 w 1236621"/>
              <a:gd name="connsiteY5" fmla="*/ 2709892 h 4469575"/>
              <a:gd name="connsiteX0" fmla="*/ 1236621 w 1236621"/>
              <a:gd name="connsiteY0" fmla="*/ 2350 h 1762033"/>
              <a:gd name="connsiteX1" fmla="*/ 1232673 w 1236621"/>
              <a:gd name="connsiteY1" fmla="*/ 1752508 h 1762033"/>
              <a:gd name="connsiteX2" fmla="*/ 623073 w 1236621"/>
              <a:gd name="connsiteY2" fmla="*/ 1285783 h 1762033"/>
              <a:gd name="connsiteX3" fmla="*/ 3948 w 1236621"/>
              <a:gd name="connsiteY3" fmla="*/ 1762033 h 1762033"/>
              <a:gd name="connsiteX4" fmla="*/ 0 w 1236621"/>
              <a:gd name="connsiteY4" fmla="*/ 0 h 1762033"/>
              <a:gd name="connsiteX5" fmla="*/ 1236621 w 1236621"/>
              <a:gd name="connsiteY5" fmla="*/ 2350 h 1762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6621" h="1762033">
                <a:moveTo>
                  <a:pt x="1236621" y="2350"/>
                </a:moveTo>
                <a:lnTo>
                  <a:pt x="1232673" y="1752508"/>
                </a:lnTo>
                <a:lnTo>
                  <a:pt x="623073" y="1285783"/>
                </a:lnTo>
                <a:lnTo>
                  <a:pt x="3948" y="1762033"/>
                </a:lnTo>
                <a:cubicBezTo>
                  <a:pt x="387" y="276133"/>
                  <a:pt x="3561" y="1485900"/>
                  <a:pt x="0" y="0"/>
                </a:cubicBezTo>
                <a:lnTo>
                  <a:pt x="1236621" y="2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algn="ctr"/>
            <a:r>
              <a:rPr lang="fr-FR" sz="3600" dirty="0" smtClean="0">
                <a:solidFill>
                  <a:schemeClr val="bg1"/>
                </a:solidFill>
              </a:rPr>
              <a:t>01</a:t>
            </a:r>
            <a:endParaRPr lang="fr-FR" sz="3600" dirty="0">
              <a:solidFill>
                <a:schemeClr val="bg1"/>
              </a:solidFill>
            </a:endParaRPr>
          </a:p>
        </p:txBody>
      </p:sp>
      <p:sp>
        <p:nvSpPr>
          <p:cNvPr id="105" name="Forme libre 104"/>
          <p:cNvSpPr/>
          <p:nvPr userDrawn="1"/>
        </p:nvSpPr>
        <p:spPr>
          <a:xfrm rot="16200000" flipH="1">
            <a:off x="3684369" y="2710912"/>
            <a:ext cx="712807" cy="1940554"/>
          </a:xfrm>
          <a:custGeom>
            <a:avLst/>
            <a:gdLst>
              <a:gd name="connsiteX0" fmla="*/ 1219200 w 1228725"/>
              <a:gd name="connsiteY0" fmla="*/ 0 h 4467225"/>
              <a:gd name="connsiteX1" fmla="*/ 1228725 w 1228725"/>
              <a:gd name="connsiteY1" fmla="*/ 4457700 h 4467225"/>
              <a:gd name="connsiteX2" fmla="*/ 504825 w 1228725"/>
              <a:gd name="connsiteY2" fmla="*/ 3981450 h 4467225"/>
              <a:gd name="connsiteX3" fmla="*/ 0 w 1228725"/>
              <a:gd name="connsiteY3" fmla="*/ 4467225 h 4467225"/>
              <a:gd name="connsiteX4" fmla="*/ 9525 w 1228725"/>
              <a:gd name="connsiteY4" fmla="*/ 9525 h 4467225"/>
              <a:gd name="connsiteX5" fmla="*/ 1219200 w 1228725"/>
              <a:gd name="connsiteY5" fmla="*/ 0 h 4467225"/>
              <a:gd name="connsiteX0" fmla="*/ 1219200 w 1228725"/>
              <a:gd name="connsiteY0" fmla="*/ 0 h 4467225"/>
              <a:gd name="connsiteX1" fmla="*/ 1228725 w 1228725"/>
              <a:gd name="connsiteY1" fmla="*/ 4457700 h 4467225"/>
              <a:gd name="connsiteX2" fmla="*/ 619125 w 1228725"/>
              <a:gd name="connsiteY2" fmla="*/ 3990975 h 4467225"/>
              <a:gd name="connsiteX3" fmla="*/ 0 w 1228725"/>
              <a:gd name="connsiteY3" fmla="*/ 4467225 h 4467225"/>
              <a:gd name="connsiteX4" fmla="*/ 9525 w 1228725"/>
              <a:gd name="connsiteY4" fmla="*/ 9525 h 4467225"/>
              <a:gd name="connsiteX5" fmla="*/ 1219200 w 1228725"/>
              <a:gd name="connsiteY5" fmla="*/ 0 h 4467225"/>
              <a:gd name="connsiteX0" fmla="*/ 1229884 w 1239409"/>
              <a:gd name="connsiteY0" fmla="*/ 0 h 4467225"/>
              <a:gd name="connsiteX1" fmla="*/ 1239409 w 1239409"/>
              <a:gd name="connsiteY1" fmla="*/ 4457700 h 4467225"/>
              <a:gd name="connsiteX2" fmla="*/ 629809 w 1239409"/>
              <a:gd name="connsiteY2" fmla="*/ 3990975 h 4467225"/>
              <a:gd name="connsiteX3" fmla="*/ 10684 w 1239409"/>
              <a:gd name="connsiteY3" fmla="*/ 4467225 h 4467225"/>
              <a:gd name="connsiteX4" fmla="*/ 0 w 1239409"/>
              <a:gd name="connsiteY4" fmla="*/ 9525 h 4467225"/>
              <a:gd name="connsiteX5" fmla="*/ 1229884 w 1239409"/>
              <a:gd name="connsiteY5" fmla="*/ 0 h 4467225"/>
              <a:gd name="connsiteX0" fmla="*/ 1229884 w 1239409"/>
              <a:gd name="connsiteY0" fmla="*/ 0 h 4490976"/>
              <a:gd name="connsiteX1" fmla="*/ 1239409 w 1239409"/>
              <a:gd name="connsiteY1" fmla="*/ 4481451 h 4490976"/>
              <a:gd name="connsiteX2" fmla="*/ 629809 w 1239409"/>
              <a:gd name="connsiteY2" fmla="*/ 4014726 h 4490976"/>
              <a:gd name="connsiteX3" fmla="*/ 10684 w 1239409"/>
              <a:gd name="connsiteY3" fmla="*/ 4490976 h 4490976"/>
              <a:gd name="connsiteX4" fmla="*/ 0 w 1239409"/>
              <a:gd name="connsiteY4" fmla="*/ 33276 h 4490976"/>
              <a:gd name="connsiteX5" fmla="*/ 1229884 w 1239409"/>
              <a:gd name="connsiteY5" fmla="*/ 0 h 4490976"/>
              <a:gd name="connsiteX0" fmla="*/ 1243357 w 1243357"/>
              <a:gd name="connsiteY0" fmla="*/ 0 h 4467226"/>
              <a:gd name="connsiteX1" fmla="*/ 1239409 w 1243357"/>
              <a:gd name="connsiteY1" fmla="*/ 4457701 h 4467226"/>
              <a:gd name="connsiteX2" fmla="*/ 629809 w 1243357"/>
              <a:gd name="connsiteY2" fmla="*/ 3990976 h 4467226"/>
              <a:gd name="connsiteX3" fmla="*/ 10684 w 1243357"/>
              <a:gd name="connsiteY3" fmla="*/ 4467226 h 4467226"/>
              <a:gd name="connsiteX4" fmla="*/ 0 w 1243357"/>
              <a:gd name="connsiteY4" fmla="*/ 9526 h 4467226"/>
              <a:gd name="connsiteX5" fmla="*/ 1243357 w 1243357"/>
              <a:gd name="connsiteY5" fmla="*/ 0 h 4467226"/>
              <a:gd name="connsiteX0" fmla="*/ 1243357 w 1243357"/>
              <a:gd name="connsiteY0" fmla="*/ 0 h 4467226"/>
              <a:gd name="connsiteX1" fmla="*/ 1239409 w 1243357"/>
              <a:gd name="connsiteY1" fmla="*/ 4457701 h 4467226"/>
              <a:gd name="connsiteX2" fmla="*/ 629809 w 1243357"/>
              <a:gd name="connsiteY2" fmla="*/ 3990976 h 4467226"/>
              <a:gd name="connsiteX3" fmla="*/ 10684 w 1243357"/>
              <a:gd name="connsiteY3" fmla="*/ 4467226 h 4467226"/>
              <a:gd name="connsiteX4" fmla="*/ 0 w 1243357"/>
              <a:gd name="connsiteY4" fmla="*/ 9526 h 4467226"/>
              <a:gd name="connsiteX5" fmla="*/ 1243357 w 1243357"/>
              <a:gd name="connsiteY5" fmla="*/ 0 h 4467226"/>
              <a:gd name="connsiteX0" fmla="*/ 1236621 w 1236621"/>
              <a:gd name="connsiteY0" fmla="*/ 0 h 4467226"/>
              <a:gd name="connsiteX1" fmla="*/ 1232673 w 1236621"/>
              <a:gd name="connsiteY1" fmla="*/ 4457701 h 4467226"/>
              <a:gd name="connsiteX2" fmla="*/ 623073 w 1236621"/>
              <a:gd name="connsiteY2" fmla="*/ 3990976 h 4467226"/>
              <a:gd name="connsiteX3" fmla="*/ 3948 w 1236621"/>
              <a:gd name="connsiteY3" fmla="*/ 4467226 h 4467226"/>
              <a:gd name="connsiteX4" fmla="*/ 0 w 1236621"/>
              <a:gd name="connsiteY4" fmla="*/ 21401 h 4467226"/>
              <a:gd name="connsiteX5" fmla="*/ 1236621 w 1236621"/>
              <a:gd name="connsiteY5" fmla="*/ 0 h 4467226"/>
              <a:gd name="connsiteX0" fmla="*/ 1233459 w 1233459"/>
              <a:gd name="connsiteY0" fmla="*/ 0 h 4467226"/>
              <a:gd name="connsiteX1" fmla="*/ 1229511 w 1233459"/>
              <a:gd name="connsiteY1" fmla="*/ 4457701 h 4467226"/>
              <a:gd name="connsiteX2" fmla="*/ 619911 w 1233459"/>
              <a:gd name="connsiteY2" fmla="*/ 3990976 h 4467226"/>
              <a:gd name="connsiteX3" fmla="*/ 786 w 1233459"/>
              <a:gd name="connsiteY3" fmla="*/ 4467226 h 4467226"/>
              <a:gd name="connsiteX4" fmla="*/ 3575 w 1233459"/>
              <a:gd name="connsiteY4" fmla="*/ 9526 h 4467226"/>
              <a:gd name="connsiteX5" fmla="*/ 1233459 w 1233459"/>
              <a:gd name="connsiteY5" fmla="*/ 0 h 4467226"/>
              <a:gd name="connsiteX0" fmla="*/ 1236621 w 1236621"/>
              <a:gd name="connsiteY0" fmla="*/ 2349 h 4469575"/>
              <a:gd name="connsiteX1" fmla="*/ 1232673 w 1236621"/>
              <a:gd name="connsiteY1" fmla="*/ 4460050 h 4469575"/>
              <a:gd name="connsiteX2" fmla="*/ 623073 w 1236621"/>
              <a:gd name="connsiteY2" fmla="*/ 3993325 h 4469575"/>
              <a:gd name="connsiteX3" fmla="*/ 3948 w 1236621"/>
              <a:gd name="connsiteY3" fmla="*/ 4469575 h 4469575"/>
              <a:gd name="connsiteX4" fmla="*/ 0 w 1236621"/>
              <a:gd name="connsiteY4" fmla="*/ 0 h 4469575"/>
              <a:gd name="connsiteX5" fmla="*/ 1236621 w 1236621"/>
              <a:gd name="connsiteY5" fmla="*/ 2349 h 44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6621" h="4469575">
                <a:moveTo>
                  <a:pt x="1236621" y="2349"/>
                </a:moveTo>
                <a:lnTo>
                  <a:pt x="1232673" y="4460050"/>
                </a:lnTo>
                <a:lnTo>
                  <a:pt x="623073" y="3993325"/>
                </a:lnTo>
                <a:lnTo>
                  <a:pt x="3948" y="4469575"/>
                </a:lnTo>
                <a:cubicBezTo>
                  <a:pt x="387" y="2983675"/>
                  <a:pt x="3561" y="1485900"/>
                  <a:pt x="0" y="0"/>
                </a:cubicBezTo>
                <a:lnTo>
                  <a:pt x="1236621" y="2349"/>
                </a:ln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0" bIns="144000" rtlCol="0" anchor="ctr"/>
          <a:lstStyle/>
          <a:p>
            <a:pPr algn="ctr"/>
            <a:r>
              <a:rPr lang="fr-FR" b="1" dirty="0">
                <a:solidFill>
                  <a:schemeClr val="accent2"/>
                </a:solidFill>
              </a:rPr>
              <a:t>Lorem ipsum</a:t>
            </a:r>
          </a:p>
        </p:txBody>
      </p:sp>
      <p:sp>
        <p:nvSpPr>
          <p:cNvPr id="106" name="Rectangle 105"/>
          <p:cNvSpPr/>
          <p:nvPr userDrawn="1"/>
        </p:nvSpPr>
        <p:spPr>
          <a:xfrm>
            <a:off x="741909" y="3324786"/>
            <a:ext cx="1715138" cy="712808"/>
          </a:xfrm>
          <a:prstGeom prst="wedgeRectCallout">
            <a:avLst>
              <a:gd name="adj1" fmla="val 60207"/>
              <a:gd name="adj2" fmla="val -22739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accent2"/>
                </a:solidFill>
              </a:rPr>
              <a:t>Lorem ipsum</a:t>
            </a:r>
            <a:endParaRPr lang="fr-FR" b="1" dirty="0">
              <a:solidFill>
                <a:schemeClr val="accent2"/>
              </a:solidFill>
            </a:endParaRPr>
          </a:p>
        </p:txBody>
      </p:sp>
      <p:pic>
        <p:nvPicPr>
          <p:cNvPr id="107" name="Image 106"/>
          <p:cNvPicPr>
            <a:picLocks noChangeAspect="1"/>
          </p:cNvPicPr>
          <p:nvPr userDrawn="1"/>
        </p:nvPicPr>
        <p:blipFill rotWithShape="1"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55227" y="2372886"/>
            <a:ext cx="811162" cy="780812"/>
          </a:xfrm>
          <a:prstGeom prst="rect">
            <a:avLst/>
          </a:prstGeom>
        </p:spPr>
      </p:pic>
      <p:pic>
        <p:nvPicPr>
          <p:cNvPr id="108" name="Image 107"/>
          <p:cNvPicPr>
            <a:picLocks noChangeAspect="1"/>
          </p:cNvPicPr>
          <p:nvPr userDrawn="1"/>
        </p:nvPicPr>
        <p:blipFill rotWithShape="1">
          <a:blip r:embed="rId10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401" t="20123" r="18399" b="17110"/>
          <a:stretch/>
        </p:blipFill>
        <p:spPr>
          <a:xfrm>
            <a:off x="7804594" y="2314342"/>
            <a:ext cx="871862" cy="865897"/>
          </a:xfrm>
          <a:prstGeom prst="rect">
            <a:avLst/>
          </a:prstGeom>
        </p:spPr>
      </p:pic>
      <p:sp>
        <p:nvSpPr>
          <p:cNvPr id="30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8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3EA302C7-1B21-44DE-8488-05540A8C4273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39" name="Image 38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27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28" name="Connecteur droit 27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237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7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764083CD-2CE0-4E6E-AD80-C7663B3D89CA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38" name="Image 3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39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40" name="Connecteur droit 39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e 47"/>
          <p:cNvGrpSpPr/>
          <p:nvPr userDrawn="1"/>
        </p:nvGrpSpPr>
        <p:grpSpPr>
          <a:xfrm>
            <a:off x="5954326" y="2052507"/>
            <a:ext cx="1888993" cy="1453523"/>
            <a:chOff x="5954326" y="2061509"/>
            <a:chExt cx="1888993" cy="1453523"/>
          </a:xfrm>
        </p:grpSpPr>
        <p:pic>
          <p:nvPicPr>
            <p:cNvPr id="41" name="Image 40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7166" y="2061509"/>
              <a:ext cx="918230" cy="930473"/>
            </a:xfrm>
            <a:prstGeom prst="rect">
              <a:avLst/>
            </a:prstGeom>
          </p:spPr>
        </p:pic>
        <p:sp>
          <p:nvSpPr>
            <p:cNvPr id="43" name="ZoneTexte 42"/>
            <p:cNvSpPr txBox="1"/>
            <p:nvPr userDrawn="1"/>
          </p:nvSpPr>
          <p:spPr>
            <a:xfrm>
              <a:off x="5954326" y="3053367"/>
              <a:ext cx="18889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0" dirty="0" err="1" smtClean="0"/>
                <a:t>Talks</a:t>
              </a:r>
              <a:r>
                <a:rPr lang="fr-FR" sz="1200" b="0" baseline="0" dirty="0" smtClean="0"/>
                <a:t> autour de Python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1200" i="1" dirty="0" smtClean="0">
                  <a:effectLst/>
                  <a:hlinkClick r:id="rId4"/>
                </a:rPr>
                <a:t>https://rse/agora/python</a:t>
              </a:r>
              <a:endParaRPr lang="fr-FR" sz="1200" b="0" i="1" dirty="0" smtClean="0"/>
            </a:p>
          </p:txBody>
        </p:sp>
      </p:grpSp>
      <p:grpSp>
        <p:nvGrpSpPr>
          <p:cNvPr id="49" name="Groupe 48"/>
          <p:cNvGrpSpPr/>
          <p:nvPr userDrawn="1"/>
        </p:nvGrpSpPr>
        <p:grpSpPr>
          <a:xfrm>
            <a:off x="707795" y="2052507"/>
            <a:ext cx="1880059" cy="1530191"/>
            <a:chOff x="707795" y="2060111"/>
            <a:chExt cx="1880059" cy="1530191"/>
          </a:xfrm>
        </p:grpSpPr>
        <p:pic>
          <p:nvPicPr>
            <p:cNvPr id="2" name="Image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9828" y="2060111"/>
              <a:ext cx="935994" cy="935994"/>
            </a:xfrm>
            <a:prstGeom prst="rect">
              <a:avLst/>
            </a:prstGeom>
          </p:spPr>
        </p:pic>
        <p:sp>
          <p:nvSpPr>
            <p:cNvPr id="45" name="ZoneTexte 44"/>
            <p:cNvSpPr txBox="1"/>
            <p:nvPr userDrawn="1"/>
          </p:nvSpPr>
          <p:spPr>
            <a:xfrm>
              <a:off x="707795" y="3128637"/>
              <a:ext cx="18800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 err="1" smtClean="0"/>
                <a:t>Talks</a:t>
              </a:r>
              <a:r>
                <a:rPr lang="fr-FR" sz="1200" baseline="0" dirty="0" smtClean="0"/>
                <a:t> autour de la </a:t>
              </a:r>
              <a:r>
                <a:rPr lang="fr-FR" sz="1200" baseline="0" dirty="0" err="1" smtClean="0"/>
                <a:t>Big</a:t>
              </a:r>
              <a:r>
                <a:rPr lang="fr-FR" sz="1200" baseline="0" dirty="0" smtClean="0"/>
                <a:t> Data</a:t>
              </a:r>
            </a:p>
            <a:p>
              <a:pPr algn="ctr"/>
              <a:r>
                <a:rPr lang="fr-FR" sz="1200" i="1" dirty="0" smtClean="0">
                  <a:effectLst/>
                  <a:hlinkClick r:id="rId6"/>
                </a:rPr>
                <a:t>https://rse/agora/bigdata</a:t>
              </a:r>
              <a:endParaRPr lang="fr-FR" sz="1200" i="1" dirty="0"/>
            </a:p>
          </p:txBody>
        </p:sp>
      </p:grpSp>
      <p:grpSp>
        <p:nvGrpSpPr>
          <p:cNvPr id="47" name="Groupe 46"/>
          <p:cNvGrpSpPr/>
          <p:nvPr userDrawn="1"/>
        </p:nvGrpSpPr>
        <p:grpSpPr>
          <a:xfrm>
            <a:off x="3442998" y="2052507"/>
            <a:ext cx="1777057" cy="1735378"/>
            <a:chOff x="3418028" y="2044884"/>
            <a:chExt cx="1777057" cy="1735378"/>
          </a:xfrm>
        </p:grpSpPr>
        <p:pic>
          <p:nvPicPr>
            <p:cNvPr id="42" name="Image 41"/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2474" y="2044884"/>
              <a:ext cx="918102" cy="918102"/>
            </a:xfrm>
            <a:prstGeom prst="rect">
              <a:avLst/>
            </a:prstGeom>
          </p:spPr>
        </p:pic>
        <p:sp>
          <p:nvSpPr>
            <p:cNvPr id="44" name="ZoneTexte 43"/>
            <p:cNvSpPr txBox="1"/>
            <p:nvPr userDrawn="1"/>
          </p:nvSpPr>
          <p:spPr>
            <a:xfrm>
              <a:off x="3418028" y="3030557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b="0" dirty="0"/>
            </a:p>
          </p:txBody>
        </p:sp>
        <p:sp>
          <p:nvSpPr>
            <p:cNvPr id="46" name="ZoneTexte 45"/>
            <p:cNvSpPr txBox="1"/>
            <p:nvPr userDrawn="1"/>
          </p:nvSpPr>
          <p:spPr>
            <a:xfrm>
              <a:off x="3538901" y="3133931"/>
              <a:ext cx="16561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0" dirty="0" err="1" smtClean="0"/>
                <a:t>Talks</a:t>
              </a:r>
              <a:r>
                <a:rPr lang="fr-FR" sz="1200" b="0" baseline="0" dirty="0" smtClean="0"/>
                <a:t> autour de l’Intelligence Artificielle</a:t>
              </a:r>
            </a:p>
            <a:p>
              <a:pPr algn="ctr"/>
              <a:r>
                <a:rPr lang="fr-FR" sz="1200" i="1" dirty="0" smtClean="0">
                  <a:effectLst/>
                  <a:hlinkClick r:id="rId8"/>
                </a:rPr>
                <a:t>https://rse/agora/ia</a:t>
              </a:r>
              <a:endParaRPr lang="fr-FR" sz="1200" b="0" i="1" dirty="0"/>
            </a:p>
          </p:txBody>
        </p:sp>
      </p:grpSp>
      <p:cxnSp>
        <p:nvCxnSpPr>
          <p:cNvPr id="50" name="Connecteur droit 49"/>
          <p:cNvCxnSpPr/>
          <p:nvPr userDrawn="1"/>
        </p:nvCxnSpPr>
        <p:spPr>
          <a:xfrm>
            <a:off x="467544" y="0"/>
            <a:ext cx="0" cy="271576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/>
          <p:cNvSpPr txBox="1"/>
          <p:nvPr userDrawn="1"/>
        </p:nvSpPr>
        <p:spPr>
          <a:xfrm>
            <a:off x="571089" y="411510"/>
            <a:ext cx="5521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Nos communautés Agora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55663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de base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4"/>
          <p:cNvSpPr txBox="1">
            <a:spLocks/>
          </p:cNvSpPr>
          <p:nvPr userDrawn="1"/>
        </p:nvSpPr>
        <p:spPr>
          <a:xfrm>
            <a:off x="534985" y="424944"/>
            <a:ext cx="8229600" cy="38241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3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Première utilisation ?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67544" y="0"/>
            <a:ext cx="0" cy="8498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4779872" y="2283718"/>
            <a:ext cx="3568746" cy="1041819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 userDrawn="1"/>
        </p:nvSpPr>
        <p:spPr>
          <a:xfrm>
            <a:off x="4767619" y="417097"/>
            <a:ext cx="3568746" cy="1539024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 userDrawn="1"/>
        </p:nvSpPr>
        <p:spPr>
          <a:xfrm>
            <a:off x="677718" y="2623506"/>
            <a:ext cx="3462234" cy="2160240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 userDrawn="1"/>
        </p:nvSpPr>
        <p:spPr>
          <a:xfrm>
            <a:off x="677718" y="1056582"/>
            <a:ext cx="3462234" cy="1359923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 userDrawn="1"/>
        </p:nvSpPr>
        <p:spPr>
          <a:xfrm>
            <a:off x="1703242" y="3611930"/>
            <a:ext cx="2312380" cy="10614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pPr marL="85725" indent="-85725">
              <a:buAutoNum type="arabicPeriod"/>
            </a:pPr>
            <a:r>
              <a:rPr lang="fr-FR" sz="900" i="1" dirty="0" smtClean="0">
                <a:solidFill>
                  <a:schemeClr val="accent1"/>
                </a:solidFill>
              </a:rPr>
              <a:t> Clic </a:t>
            </a:r>
            <a:r>
              <a:rPr lang="fr-FR" sz="900" i="1" dirty="0">
                <a:solidFill>
                  <a:schemeClr val="accent1"/>
                </a:solidFill>
              </a:rPr>
              <a:t>droit sur une diapositive &gt; </a:t>
            </a:r>
            <a:r>
              <a:rPr lang="fr-FR" sz="900" i="1" dirty="0" smtClean="0">
                <a:solidFill>
                  <a:schemeClr val="accent1"/>
                </a:solidFill>
              </a:rPr>
              <a:t>disposition</a:t>
            </a:r>
          </a:p>
          <a:p>
            <a:pPr marL="85725" indent="-85725">
              <a:buAutoNum type="arabicPeriod"/>
            </a:pPr>
            <a:r>
              <a:rPr lang="fr-FR" sz="900" i="1" dirty="0">
                <a:solidFill>
                  <a:schemeClr val="accent1"/>
                </a:solidFill>
              </a:rPr>
              <a:t> </a:t>
            </a:r>
            <a:r>
              <a:rPr lang="fr-FR" sz="900" i="1" dirty="0" smtClean="0">
                <a:solidFill>
                  <a:schemeClr val="accent1"/>
                </a:solidFill>
              </a:rPr>
              <a:t>Sélectionner </a:t>
            </a:r>
            <a:r>
              <a:rPr lang="fr-FR" sz="900" i="1" dirty="0">
                <a:solidFill>
                  <a:schemeClr val="accent1"/>
                </a:solidFill>
              </a:rPr>
              <a:t>la disposition </a:t>
            </a:r>
            <a:r>
              <a:rPr lang="fr-FR" sz="900" i="1" dirty="0" smtClean="0">
                <a:solidFill>
                  <a:schemeClr val="accent1"/>
                </a:solidFill>
              </a:rPr>
              <a:t>: «</a:t>
            </a:r>
            <a:r>
              <a:rPr lang="fr-FR" sz="900" i="1" dirty="0">
                <a:solidFill>
                  <a:schemeClr val="accent1"/>
                </a:solidFill>
              </a:rPr>
              <a:t> couverture_personnalisée » ou « </a:t>
            </a:r>
            <a:r>
              <a:rPr lang="fr-FR" sz="900" i="1" dirty="0" smtClean="0">
                <a:solidFill>
                  <a:schemeClr val="accent1"/>
                </a:solidFill>
              </a:rPr>
              <a:t>sous-partie personnalisée</a:t>
            </a:r>
            <a:r>
              <a:rPr lang="fr-FR" sz="900" i="1" dirty="0">
                <a:solidFill>
                  <a:schemeClr val="accent1"/>
                </a:solidFill>
              </a:rPr>
              <a:t> </a:t>
            </a:r>
            <a:r>
              <a:rPr lang="fr-FR" sz="900" i="1" dirty="0" smtClean="0">
                <a:solidFill>
                  <a:schemeClr val="accent1"/>
                </a:solidFill>
              </a:rPr>
              <a:t>» selon le besoin</a:t>
            </a:r>
          </a:p>
          <a:p>
            <a:pPr marL="85725" indent="-85725">
              <a:buAutoNum type="arabicPeriod"/>
            </a:pPr>
            <a:r>
              <a:rPr lang="fr-FR" sz="900" i="1" dirty="0">
                <a:solidFill>
                  <a:schemeClr val="accent1"/>
                </a:solidFill>
              </a:rPr>
              <a:t> </a:t>
            </a:r>
            <a:r>
              <a:rPr lang="fr-FR" sz="900" i="1" dirty="0" smtClean="0">
                <a:solidFill>
                  <a:schemeClr val="accent1"/>
                </a:solidFill>
              </a:rPr>
              <a:t>Cliquer </a:t>
            </a:r>
            <a:r>
              <a:rPr lang="fr-FR" sz="900" i="1" dirty="0">
                <a:solidFill>
                  <a:schemeClr val="accent1"/>
                </a:solidFill>
              </a:rPr>
              <a:t>sur l'icone pour insérer votre image</a:t>
            </a:r>
            <a:r>
              <a:rPr lang="fr-FR" sz="900" i="1" dirty="0" smtClean="0">
                <a:solidFill>
                  <a:schemeClr val="accent1"/>
                </a:solidFill>
              </a:rPr>
              <a:t>.</a:t>
            </a:r>
          </a:p>
          <a:p>
            <a:r>
              <a:rPr lang="fr-FR" sz="900" dirty="0" smtClean="0">
                <a:solidFill>
                  <a:schemeClr val="accent1"/>
                </a:solidFill>
              </a:rPr>
              <a:t>L'image </a:t>
            </a:r>
            <a:r>
              <a:rPr lang="fr-FR" sz="900" dirty="0">
                <a:solidFill>
                  <a:schemeClr val="accent1"/>
                </a:solidFill>
              </a:rPr>
              <a:t>doit être au format </a:t>
            </a:r>
            <a:r>
              <a:rPr lang="fr-FR" sz="900" dirty="0" smtClean="0">
                <a:solidFill>
                  <a:schemeClr val="accent1"/>
                </a:solidFill>
              </a:rPr>
              <a:t>13x19cm.</a:t>
            </a:r>
            <a:endParaRPr lang="fr-FR" sz="900" dirty="0">
              <a:solidFill>
                <a:schemeClr val="accent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1124181" y="1748087"/>
            <a:ext cx="2868933" cy="5175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900" b="1" dirty="0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Rappel </a:t>
            </a:r>
            <a:r>
              <a:rPr lang="fr-FR" sz="900" dirty="0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: pour insérer ou modifier le pied de page : </a:t>
            </a:r>
          </a:p>
          <a:p>
            <a:pPr algn="just"/>
            <a:r>
              <a:rPr lang="fr-FR" sz="900" i="1" dirty="0" smtClean="0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Cliquer </a:t>
            </a:r>
            <a:r>
              <a:rPr lang="fr-FR" sz="900" i="1" dirty="0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sur Insertion &gt; En-tête/Pied &gt; puis cocher les cases souhaitées</a:t>
            </a:r>
          </a:p>
        </p:txBody>
      </p:sp>
      <p:sp>
        <p:nvSpPr>
          <p:cNvPr id="22" name="Arrondir un rectangle avec un coin diagonal 21"/>
          <p:cNvSpPr/>
          <p:nvPr userDrawn="1"/>
        </p:nvSpPr>
        <p:spPr>
          <a:xfrm>
            <a:off x="323528" y="1397572"/>
            <a:ext cx="639372" cy="639372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solidFill>
                  <a:schemeClr val="accent1"/>
                </a:solidFill>
              </a:rPr>
              <a:t>01</a:t>
            </a:r>
            <a:endParaRPr lang="fr-FR" sz="2800" dirty="0">
              <a:solidFill>
                <a:schemeClr val="accent1"/>
              </a:solidFill>
            </a:endParaRPr>
          </a:p>
        </p:txBody>
      </p:sp>
      <p:sp>
        <p:nvSpPr>
          <p:cNvPr id="23" name="Arrondir un rectangle avec un coin diagonal 22"/>
          <p:cNvSpPr/>
          <p:nvPr userDrawn="1"/>
        </p:nvSpPr>
        <p:spPr>
          <a:xfrm>
            <a:off x="4447933" y="660797"/>
            <a:ext cx="639372" cy="639372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solidFill>
                  <a:schemeClr val="accent1"/>
                </a:solidFill>
              </a:rPr>
              <a:t>03</a:t>
            </a:r>
            <a:endParaRPr lang="fr-FR" sz="2800" dirty="0">
              <a:solidFill>
                <a:schemeClr val="accent1"/>
              </a:solidFill>
            </a:endParaRPr>
          </a:p>
        </p:txBody>
      </p:sp>
      <p:sp>
        <p:nvSpPr>
          <p:cNvPr id="24" name="Arrondir un rectangle avec un coin diagonal 23"/>
          <p:cNvSpPr/>
          <p:nvPr userDrawn="1"/>
        </p:nvSpPr>
        <p:spPr>
          <a:xfrm>
            <a:off x="4447933" y="2487941"/>
            <a:ext cx="639372" cy="639372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solidFill>
                  <a:schemeClr val="accent1"/>
                </a:solidFill>
              </a:rPr>
              <a:t>04</a:t>
            </a:r>
            <a:endParaRPr lang="fr-FR" sz="2800" dirty="0">
              <a:solidFill>
                <a:schemeClr val="accent1"/>
              </a:solidFill>
            </a:endParaRPr>
          </a:p>
        </p:txBody>
      </p:sp>
      <p:sp>
        <p:nvSpPr>
          <p:cNvPr id="25" name="Arrondir un rectangle avec un coin diagonal 24"/>
          <p:cNvSpPr/>
          <p:nvPr userDrawn="1"/>
        </p:nvSpPr>
        <p:spPr>
          <a:xfrm>
            <a:off x="399214" y="2839530"/>
            <a:ext cx="639372" cy="639372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solidFill>
                  <a:schemeClr val="accent1"/>
                </a:solidFill>
              </a:rPr>
              <a:t>02</a:t>
            </a:r>
            <a:endParaRPr lang="fr-FR" sz="2800" dirty="0">
              <a:solidFill>
                <a:schemeClr val="accent1"/>
              </a:solidFill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069486" y="1137216"/>
            <a:ext cx="2892062" cy="639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fr-FR" sz="1050" b="1" dirty="0" smtClean="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Pour bien commencer votre présentation…</a:t>
            </a:r>
          </a:p>
          <a:p>
            <a:pPr algn="just"/>
            <a:r>
              <a:rPr lang="fr-FR" sz="1000" dirty="0" smtClean="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N’oubliez pas d’indiquer un titre, sous-titre, une date et un pied de page à votre présentation.</a:t>
            </a:r>
          </a:p>
          <a:p>
            <a:pPr algn="just"/>
            <a:endParaRPr lang="fr-FR" sz="1000" i="1" dirty="0">
              <a:solidFill>
                <a:schemeClr val="tx1">
                  <a:lumMod val="7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5177903" y="468257"/>
            <a:ext cx="2270672" cy="10698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050" b="1" dirty="0">
                <a:solidFill>
                  <a:schemeClr val="tx1"/>
                </a:solidFill>
              </a:rPr>
              <a:t>Ajoutez des dispositions déjà toutes faites </a:t>
            </a:r>
            <a:r>
              <a:rPr lang="fr-FR" sz="1050" b="1" dirty="0" smtClean="0">
                <a:solidFill>
                  <a:schemeClr val="tx1"/>
                </a:solidFill>
              </a:rPr>
              <a:t>!</a:t>
            </a:r>
          </a:p>
          <a:p>
            <a:r>
              <a:rPr lang="fr-FR" sz="1000" dirty="0" smtClean="0">
                <a:solidFill>
                  <a:schemeClr val="tx1"/>
                </a:solidFill>
              </a:rPr>
              <a:t>Des templates de diapositives dits « dispositions » sont disponibles dans le document pour vous simplifier le travail de mise en page.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5175096" y="2343851"/>
            <a:ext cx="3041498" cy="936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050" b="1" dirty="0">
                <a:solidFill>
                  <a:schemeClr val="tx1"/>
                </a:solidFill>
              </a:rPr>
              <a:t>Remplissez les zones de texte </a:t>
            </a:r>
            <a:r>
              <a:rPr lang="fr-FR" sz="1050" b="1" dirty="0" smtClean="0">
                <a:solidFill>
                  <a:schemeClr val="tx1"/>
                </a:solidFill>
              </a:rPr>
              <a:t>prédéfinies</a:t>
            </a:r>
          </a:p>
          <a:p>
            <a:r>
              <a:rPr lang="fr-FR" sz="1000" dirty="0">
                <a:solidFill>
                  <a:schemeClr val="tx1"/>
                </a:solidFill>
              </a:rPr>
              <a:t>N'oubliez pas </a:t>
            </a:r>
            <a:r>
              <a:rPr lang="fr-FR" sz="1000" dirty="0" smtClean="0">
                <a:solidFill>
                  <a:schemeClr val="tx1"/>
                </a:solidFill>
              </a:rPr>
              <a:t>d'indiquer </a:t>
            </a:r>
            <a:r>
              <a:rPr lang="fr-FR" sz="1000" dirty="0">
                <a:solidFill>
                  <a:schemeClr val="tx1"/>
                </a:solidFill>
              </a:rPr>
              <a:t>un titre et un sous-titre à chacune </a:t>
            </a:r>
            <a:r>
              <a:rPr lang="fr-FR" sz="1000" dirty="0" smtClean="0">
                <a:solidFill>
                  <a:schemeClr val="tx1"/>
                </a:solidFill>
              </a:rPr>
              <a:t>de vos diapositives.</a:t>
            </a:r>
            <a:r>
              <a:rPr lang="fr-FR" sz="1000" dirty="0">
                <a:solidFill>
                  <a:schemeClr val="tx1"/>
                </a:solidFill>
              </a:rPr>
              <a:t/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i="1" dirty="0">
                <a:solidFill>
                  <a:schemeClr val="tx1"/>
                </a:solidFill>
              </a:rPr>
              <a:t>Les zones de textes non remplies </a:t>
            </a:r>
            <a:r>
              <a:rPr lang="fr-FR" sz="1000" i="1" dirty="0" smtClean="0">
                <a:solidFill>
                  <a:schemeClr val="tx1"/>
                </a:solidFill>
              </a:rPr>
              <a:t>n'apparaitront </a:t>
            </a:r>
            <a:r>
              <a:rPr lang="fr-FR" sz="1000" i="1" dirty="0">
                <a:solidFill>
                  <a:schemeClr val="tx1"/>
                </a:solidFill>
              </a:rPr>
              <a:t>pas en mode </a:t>
            </a:r>
            <a:r>
              <a:rPr lang="fr-FR" sz="1000" i="1" dirty="0" smtClean="0">
                <a:solidFill>
                  <a:schemeClr val="tx1"/>
                </a:solidFill>
              </a:rPr>
              <a:t>diaporama.</a:t>
            </a:r>
            <a:endParaRPr lang="fr-FR" sz="1000" i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1069486" y="2690866"/>
            <a:ext cx="2921795" cy="926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fr-FR" sz="1050" b="1" dirty="0">
                <a:solidFill>
                  <a:schemeClr val="tx1"/>
                </a:solidFill>
              </a:rPr>
              <a:t>Personnalisez </a:t>
            </a:r>
            <a:r>
              <a:rPr lang="fr-FR" sz="1050" b="1" dirty="0" smtClean="0">
                <a:solidFill>
                  <a:schemeClr val="tx1"/>
                </a:solidFill>
              </a:rPr>
              <a:t>votre présentation </a:t>
            </a:r>
            <a:r>
              <a:rPr lang="fr-FR" sz="1050" b="1" dirty="0">
                <a:solidFill>
                  <a:schemeClr val="tx1"/>
                </a:solidFill>
              </a:rPr>
              <a:t>avec </a:t>
            </a:r>
            <a:r>
              <a:rPr lang="fr-FR" sz="1050" b="1" dirty="0" smtClean="0">
                <a:solidFill>
                  <a:schemeClr val="tx1"/>
                </a:solidFill>
              </a:rPr>
              <a:t>des illustrations</a:t>
            </a:r>
          </a:p>
          <a:p>
            <a:pPr algn="just"/>
            <a:r>
              <a:rPr lang="fr-FR" sz="1000" dirty="0">
                <a:solidFill>
                  <a:schemeClr val="tx1"/>
                </a:solidFill>
              </a:rPr>
              <a:t>Vous avez la possibilité de modifier l'image de la diapositive de couverture et de </a:t>
            </a:r>
            <a:r>
              <a:rPr lang="fr-FR" sz="1000" dirty="0" smtClean="0">
                <a:solidFill>
                  <a:schemeClr val="tx1"/>
                </a:solidFill>
              </a:rPr>
              <a:t>sous-partie, pour une présentation personnalisée à votre sujet.</a:t>
            </a:r>
            <a:endParaRPr lang="fr-FR" sz="1000" i="1" dirty="0">
              <a:solidFill>
                <a:schemeClr val="accent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5147761" y="3701318"/>
            <a:ext cx="2865229" cy="773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fr-FR" sz="1050" b="1" dirty="0">
                <a:solidFill>
                  <a:schemeClr val="tx1"/>
                </a:solidFill>
              </a:rPr>
              <a:t>Illustrez vos contenus avec des icônes et illustrations ! </a:t>
            </a:r>
            <a:endParaRPr lang="fr-FR" sz="1050" b="1" dirty="0" smtClean="0">
              <a:solidFill>
                <a:schemeClr val="tx1"/>
              </a:solidFill>
            </a:endParaRPr>
          </a:p>
          <a:p>
            <a:pPr algn="just"/>
            <a:r>
              <a:rPr lang="fr-FR" sz="1000" dirty="0">
                <a:solidFill>
                  <a:schemeClr val="tx1"/>
                </a:solidFill>
              </a:rPr>
              <a:t>Une </a:t>
            </a:r>
            <a:r>
              <a:rPr lang="fr-FR" sz="1000" dirty="0" smtClean="0">
                <a:solidFill>
                  <a:schemeClr val="tx1"/>
                </a:solidFill>
              </a:rPr>
              <a:t>bibliothèque d'icônes </a:t>
            </a:r>
            <a:r>
              <a:rPr lang="fr-FR" sz="1000" dirty="0">
                <a:solidFill>
                  <a:schemeClr val="tx1"/>
                </a:solidFill>
              </a:rPr>
              <a:t>vous sont mises à disposition au slide </a:t>
            </a:r>
            <a:r>
              <a:rPr lang="fr-FR" sz="1000" dirty="0" smtClean="0">
                <a:solidFill>
                  <a:schemeClr val="tx1"/>
                </a:solidFill>
              </a:rPr>
              <a:t>16. </a:t>
            </a:r>
            <a:r>
              <a:rPr lang="fr-FR" sz="1000" dirty="0">
                <a:solidFill>
                  <a:schemeClr val="tx1"/>
                </a:solidFill>
              </a:rPr>
              <a:t>Utilisez-les à volonté </a:t>
            </a:r>
            <a:r>
              <a:rPr lang="fr-FR" sz="1000" dirty="0" smtClean="0">
                <a:solidFill>
                  <a:schemeClr val="tx1"/>
                </a:solidFill>
              </a:rPr>
              <a:t>!</a:t>
            </a:r>
            <a:endParaRPr lang="fr-FR" sz="10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4889506" y="1529499"/>
            <a:ext cx="2427668" cy="3382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900" i="1" dirty="0" smtClean="0">
                <a:solidFill>
                  <a:schemeClr val="accent1"/>
                </a:solidFill>
              </a:rPr>
              <a:t>Clic </a:t>
            </a:r>
            <a:r>
              <a:rPr lang="fr-FR" sz="900" i="1" dirty="0">
                <a:solidFill>
                  <a:schemeClr val="accent1"/>
                </a:solidFill>
              </a:rPr>
              <a:t>droit sur une diapositive &gt; disposition </a:t>
            </a:r>
            <a:endParaRPr lang="fr-FR" sz="900" i="1" dirty="0" smtClean="0">
              <a:solidFill>
                <a:schemeClr val="accent1"/>
              </a:solidFill>
            </a:endParaRPr>
          </a:p>
          <a:p>
            <a:r>
              <a:rPr lang="fr-FR" sz="900" i="1" dirty="0" smtClean="0">
                <a:solidFill>
                  <a:schemeClr val="accent1"/>
                </a:solidFill>
              </a:rPr>
              <a:t>&gt; </a:t>
            </a:r>
            <a:r>
              <a:rPr lang="fr-FR" sz="900" i="1" dirty="0">
                <a:solidFill>
                  <a:schemeClr val="accent1"/>
                </a:solidFill>
              </a:rPr>
              <a:t>sélectionner la disposition souhaitée</a:t>
            </a:r>
            <a:endParaRPr lang="fr-FR" sz="900" i="1" dirty="0">
              <a:solidFill>
                <a:schemeClr val="accent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4779872" y="3640102"/>
            <a:ext cx="3568746" cy="875864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ndir un rectangle avec un coin diagonal 32"/>
          <p:cNvSpPr/>
          <p:nvPr userDrawn="1"/>
        </p:nvSpPr>
        <p:spPr>
          <a:xfrm>
            <a:off x="4447933" y="3749756"/>
            <a:ext cx="639372" cy="639372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solidFill>
                  <a:schemeClr val="accent1"/>
                </a:solidFill>
              </a:rPr>
              <a:t>05</a:t>
            </a:r>
            <a:endParaRPr lang="fr-FR" sz="2800" dirty="0">
              <a:solidFill>
                <a:schemeClr val="accent1"/>
              </a:solidFill>
            </a:endParaRPr>
          </a:p>
        </p:txBody>
      </p:sp>
      <p:grpSp>
        <p:nvGrpSpPr>
          <p:cNvPr id="34" name="Groupe 33"/>
          <p:cNvGrpSpPr/>
          <p:nvPr userDrawn="1"/>
        </p:nvGrpSpPr>
        <p:grpSpPr>
          <a:xfrm>
            <a:off x="8114416" y="3875464"/>
            <a:ext cx="357638" cy="411806"/>
            <a:chOff x="8441886" y="4118833"/>
            <a:chExt cx="325125" cy="374369"/>
          </a:xfrm>
        </p:grpSpPr>
        <p:sp>
          <p:nvSpPr>
            <p:cNvPr id="35" name="Rectangle 34"/>
            <p:cNvSpPr/>
            <p:nvPr/>
          </p:nvSpPr>
          <p:spPr>
            <a:xfrm>
              <a:off x="8441886" y="4121343"/>
              <a:ext cx="325125" cy="37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6" name="Image 3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41886" y="4118833"/>
              <a:ext cx="325125" cy="325125"/>
            </a:xfrm>
            <a:prstGeom prst="rect">
              <a:avLst/>
            </a:prstGeom>
          </p:spPr>
        </p:pic>
      </p:grpSp>
      <p:pic>
        <p:nvPicPr>
          <p:cNvPr id="37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470373" y="339502"/>
            <a:ext cx="1217709" cy="16624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3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8729" y="3821764"/>
            <a:ext cx="1331935" cy="7598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Espace réservé du numéro de diapositive 60"/>
          <p:cNvSpPr>
            <a:spLocks noGrp="1"/>
          </p:cNvSpPr>
          <p:nvPr>
            <p:ph type="sldNum" sz="quarter" idx="30"/>
          </p:nvPr>
        </p:nvSpPr>
        <p:spPr>
          <a:xfrm>
            <a:off x="8605899" y="4817766"/>
            <a:ext cx="296106" cy="325909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 anchorCtr="0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042F0038-3C62-4898-A66A-C3035BA806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51" name="Espace réservé de la date 58"/>
          <p:cNvSpPr>
            <a:spLocks noGrp="1"/>
          </p:cNvSpPr>
          <p:nvPr>
            <p:ph type="dt" sz="half" idx="28"/>
          </p:nvPr>
        </p:nvSpPr>
        <p:spPr>
          <a:xfrm>
            <a:off x="971600" y="4790636"/>
            <a:ext cx="2160240" cy="27384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96EE0C50-1D2C-4919-8519-F377C64FD314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52" name="Image 5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56" b="18021"/>
          <a:stretch/>
        </p:blipFill>
        <p:spPr>
          <a:xfrm>
            <a:off x="146152" y="4533438"/>
            <a:ext cx="704391" cy="662181"/>
          </a:xfrm>
          <a:prstGeom prst="rect">
            <a:avLst/>
          </a:prstGeom>
        </p:spPr>
      </p:pic>
      <p:sp>
        <p:nvSpPr>
          <p:cNvPr id="39" name="Espace réservé du pied de page 59"/>
          <p:cNvSpPr>
            <a:spLocks noGrp="1"/>
          </p:cNvSpPr>
          <p:nvPr>
            <p:ph type="ftr" sz="quarter" idx="29"/>
          </p:nvPr>
        </p:nvSpPr>
        <p:spPr>
          <a:xfrm>
            <a:off x="3851920" y="4790636"/>
            <a:ext cx="4475748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smtClean="0"/>
              <a:t>DDSA-SIAD: IA &amp; Data Science</a:t>
            </a:r>
            <a:endParaRPr lang="fr-FR" dirty="0"/>
          </a:p>
        </p:txBody>
      </p:sp>
      <p:cxnSp>
        <p:nvCxnSpPr>
          <p:cNvPr id="40" name="Connecteur droit 39"/>
          <p:cNvCxnSpPr/>
          <p:nvPr userDrawn="1"/>
        </p:nvCxnSpPr>
        <p:spPr>
          <a:xfrm>
            <a:off x="8408676" y="4857381"/>
            <a:ext cx="0" cy="15943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620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30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2" r:id="rId4"/>
    <p:sldLayoutId id="2147483693" r:id="rId5"/>
    <p:sldLayoutId id="2147483694" r:id="rId6"/>
    <p:sldLayoutId id="2147483684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666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2" r:id="rId24"/>
    <p:sldLayoutId id="2147483713" r:id="rId25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3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7.jpg"/><Relationship Id="rId4" Type="http://schemas.openxmlformats.org/officeDocument/2006/relationships/image" Target="../media/image7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0.png"/><Relationship Id="rId5" Type="http://schemas.openxmlformats.org/officeDocument/2006/relationships/image" Target="../media/image82.jpeg"/><Relationship Id="rId4" Type="http://schemas.openxmlformats.org/officeDocument/2006/relationships/image" Target="../media/image7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hyperlink" Target="https://github.com/haixuanTao/wonnx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ONNX as a Standard Format for Institution with Legacy</a:t>
            </a:r>
            <a:endParaRPr lang="fr-F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fr-FR" sz="1600" dirty="0" smtClean="0"/>
              <a:t>ONNX </a:t>
            </a:r>
            <a:r>
              <a:rPr lang="fr-FR" sz="1600" dirty="0" err="1" smtClean="0"/>
              <a:t>Community</a:t>
            </a:r>
            <a:r>
              <a:rPr lang="fr-FR" sz="1600" dirty="0" smtClean="0"/>
              <a:t> Virtual </a:t>
            </a:r>
            <a:r>
              <a:rPr lang="fr-FR" sz="1600" dirty="0" err="1" smtClean="0"/>
              <a:t>Meetup</a:t>
            </a:r>
            <a:r>
              <a:rPr lang="fr-FR" sz="1600" dirty="0" smtClean="0"/>
              <a:t> 18 </a:t>
            </a:r>
            <a:r>
              <a:rPr lang="fr-FR" sz="1600" dirty="0" err="1" smtClean="0"/>
              <a:t>Oct</a:t>
            </a:r>
            <a:r>
              <a:rPr lang="fr-FR" sz="1600" dirty="0" smtClean="0"/>
              <a:t> 2021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 err="1" smtClean="0"/>
              <a:t>Haixuan</a:t>
            </a:r>
            <a:r>
              <a:rPr lang="fr-FR" dirty="0" smtClean="0"/>
              <a:t> Xavier Tao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265" y="3471856"/>
            <a:ext cx="2133604" cy="2926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3143753"/>
            <a:ext cx="1366292" cy="94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3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 smtClean="0"/>
              <a:t>Improvin</a:t>
            </a:r>
            <a:r>
              <a:rPr lang="fr-FR" dirty="0" err="1" smtClean="0"/>
              <a:t>g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activities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fr-FR" sz="1200" dirty="0" err="1" smtClean="0"/>
              <a:t>Detecting</a:t>
            </a:r>
            <a:r>
              <a:rPr lang="fr-FR" sz="1200" dirty="0" smtClean="0"/>
              <a:t> </a:t>
            </a:r>
            <a:r>
              <a:rPr lang="fr-FR" sz="1200" dirty="0" err="1" smtClean="0"/>
              <a:t>fake</a:t>
            </a:r>
            <a:r>
              <a:rPr lang="fr-FR" sz="1200" dirty="0" smtClean="0"/>
              <a:t> </a:t>
            </a:r>
            <a:r>
              <a:rPr lang="fr-FR" sz="1200" dirty="0" err="1" smtClean="0"/>
              <a:t>banknotes</a:t>
            </a:r>
            <a:r>
              <a:rPr lang="fr-FR" sz="1200" dirty="0" smtClean="0"/>
              <a:t> </a:t>
            </a:r>
            <a:r>
              <a:rPr lang="fr-FR" sz="1200" dirty="0" err="1" smtClean="0"/>
              <a:t>with</a:t>
            </a:r>
            <a:r>
              <a:rPr lang="fr-FR" sz="1200" dirty="0" smtClean="0"/>
              <a:t> Computer Vision</a:t>
            </a:r>
            <a:endParaRPr lang="en-US" sz="12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fr-FR" sz="1200" dirty="0" err="1" smtClean="0"/>
              <a:t>Detecting</a:t>
            </a:r>
            <a:r>
              <a:rPr lang="fr-FR" sz="1200" dirty="0" smtClean="0"/>
              <a:t> </a:t>
            </a:r>
            <a:r>
              <a:rPr lang="fr-FR" sz="1200" dirty="0" err="1" smtClean="0"/>
              <a:t>fraudulent</a:t>
            </a:r>
            <a:r>
              <a:rPr lang="fr-FR" sz="1200" dirty="0" smtClean="0"/>
              <a:t> transaction </a:t>
            </a:r>
            <a:r>
              <a:rPr lang="fr-FR" sz="1200" dirty="0" err="1" smtClean="0"/>
              <a:t>with</a:t>
            </a:r>
            <a:r>
              <a:rPr lang="fr-FR" sz="1200" dirty="0" smtClean="0"/>
              <a:t> anomalie </a:t>
            </a:r>
            <a:r>
              <a:rPr lang="fr-FR" sz="1200" dirty="0" err="1" smtClean="0"/>
              <a:t>detection</a:t>
            </a:r>
            <a:endParaRPr lang="en-US" sz="12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fr-FR" sz="1200" dirty="0" err="1" smtClean="0"/>
              <a:t>Improving</a:t>
            </a:r>
            <a:r>
              <a:rPr lang="fr-FR" sz="1200" dirty="0" smtClean="0"/>
              <a:t> </a:t>
            </a:r>
            <a:r>
              <a:rPr lang="fr-FR" sz="1200" dirty="0" err="1" smtClean="0"/>
              <a:t>Retail</a:t>
            </a:r>
            <a:r>
              <a:rPr lang="fr-FR" sz="1200" dirty="0" smtClean="0"/>
              <a:t> Bank Supervision </a:t>
            </a:r>
            <a:r>
              <a:rPr lang="fr-FR" sz="1200" dirty="0" err="1" smtClean="0"/>
              <a:t>with</a:t>
            </a:r>
            <a:r>
              <a:rPr lang="fr-FR" sz="1200" dirty="0" smtClean="0"/>
              <a:t> NLP, NER, CV, </a:t>
            </a:r>
            <a:r>
              <a:rPr lang="fr-FR" sz="1200" dirty="0" err="1" smtClean="0"/>
              <a:t>clustering</a:t>
            </a:r>
            <a:endParaRPr lang="en-US" sz="12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042F0038-3C62-4898-A66A-C3035BA8066E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774945F1-DE79-4536-8189-B7666BD1CF6C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25" y="2105752"/>
            <a:ext cx="1884785" cy="21245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586" y="2197551"/>
            <a:ext cx="2078416" cy="191778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303549"/>
            <a:ext cx="2856578" cy="158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3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Case </a:t>
            </a:r>
            <a:r>
              <a:rPr lang="fr-FR" dirty="0" err="1"/>
              <a:t>Study</a:t>
            </a:r>
            <a:r>
              <a:rPr lang="fr-FR" dirty="0"/>
              <a:t>: </a:t>
            </a:r>
            <a:r>
              <a:rPr lang="fr-FR" dirty="0" err="1"/>
              <a:t>Supervising</a:t>
            </a:r>
            <a:r>
              <a:rPr lang="fr-FR" dirty="0"/>
              <a:t> a Bank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042F0038-3C62-4898-A66A-C3035BA8066E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BC7FEC64-83A6-46EF-BDC8-64870B84A8D9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577661"/>
            <a:ext cx="1413857" cy="1413857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3406721" y="2480350"/>
            <a:ext cx="617845" cy="13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400" y="1963387"/>
            <a:ext cx="870813" cy="9227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479" y="2991518"/>
            <a:ext cx="508653" cy="242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62674" y="1645824"/>
            <a:ext cx="27475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fr-FR" sz="1600" dirty="0" err="1" smtClean="0"/>
              <a:t>Credit</a:t>
            </a:r>
            <a:r>
              <a:rPr lang="fr-FR" sz="1600" dirty="0" smtClean="0"/>
              <a:t> supervision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fr-FR" sz="1600" dirty="0" err="1" smtClean="0"/>
              <a:t>Terrorism</a:t>
            </a:r>
            <a:r>
              <a:rPr lang="fr-FR" sz="1600" dirty="0" smtClean="0"/>
              <a:t> </a:t>
            </a:r>
            <a:r>
              <a:rPr lang="fr-FR" sz="1600" dirty="0" err="1"/>
              <a:t>f</a:t>
            </a:r>
            <a:r>
              <a:rPr lang="fr-FR" sz="1600" dirty="0" err="1" smtClean="0"/>
              <a:t>inancing</a:t>
            </a:r>
            <a:endParaRPr lang="fr-FR" sz="1600" dirty="0" smtClean="0"/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fr-FR" sz="1600" dirty="0" smtClean="0"/>
              <a:t>Money </a:t>
            </a:r>
            <a:r>
              <a:rPr lang="fr-FR" sz="1600" dirty="0" err="1" smtClean="0"/>
              <a:t>laundering</a:t>
            </a:r>
            <a:endParaRPr lang="fr-FR" sz="1600" dirty="0" smtClean="0"/>
          </a:p>
        </p:txBody>
      </p:sp>
    </p:spTree>
    <p:extLst>
      <p:ext uri="{BB962C8B-B14F-4D97-AF65-F5344CB8AC3E}">
        <p14:creationId xmlns:p14="http://schemas.microsoft.com/office/powerpoint/2010/main" val="312178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Case </a:t>
            </a:r>
            <a:r>
              <a:rPr lang="fr-FR" dirty="0" err="1"/>
              <a:t>Study</a:t>
            </a:r>
            <a:r>
              <a:rPr lang="fr-FR" dirty="0"/>
              <a:t>: </a:t>
            </a:r>
            <a:r>
              <a:rPr lang="fr-FR" dirty="0" err="1"/>
              <a:t>Supervising</a:t>
            </a:r>
            <a:r>
              <a:rPr lang="fr-FR" dirty="0"/>
              <a:t> a Bank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042F0038-3C62-4898-A66A-C3035BA8066E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BC7FEC64-83A6-46EF-BDC8-64870B84A8D9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911" y="2087875"/>
            <a:ext cx="1413857" cy="1413857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1835696" y="2990564"/>
            <a:ext cx="617845" cy="13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loud 12"/>
          <p:cNvSpPr/>
          <p:nvPr/>
        </p:nvSpPr>
        <p:spPr>
          <a:xfrm>
            <a:off x="4499992" y="877096"/>
            <a:ext cx="3033673" cy="1274113"/>
          </a:xfrm>
          <a:prstGeom prst="cloud">
            <a:avLst/>
          </a:prstGeom>
          <a:solidFill>
            <a:schemeClr val="bg1"/>
          </a:solidFill>
          <a:ln w="6350" cmpd="sng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800" b="1" dirty="0" err="1">
              <a:solidFill>
                <a:srgbClr val="7030A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067" y="1196591"/>
            <a:ext cx="1155259" cy="550674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V="1">
            <a:off x="3838768" y="2087875"/>
            <a:ext cx="1224136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ultiply 16"/>
          <p:cNvSpPr/>
          <p:nvPr/>
        </p:nvSpPr>
        <p:spPr>
          <a:xfrm>
            <a:off x="4139952" y="2333538"/>
            <a:ext cx="462275" cy="382228"/>
          </a:xfrm>
          <a:prstGeom prst="mathMultiply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800" b="1" dirty="0" err="1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16536" y="2375859"/>
            <a:ext cx="24317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100" dirty="0" err="1" smtClean="0"/>
              <a:t>Retail</a:t>
            </a:r>
            <a:r>
              <a:rPr lang="fr-FR" sz="1100" dirty="0" smtClean="0"/>
              <a:t> Bank high </a:t>
            </a:r>
            <a:r>
              <a:rPr lang="fr-FR" sz="1100" dirty="0" err="1" smtClean="0"/>
              <a:t>security</a:t>
            </a:r>
            <a:endParaRPr lang="fr-FR" sz="1100" dirty="0" smtClean="0"/>
          </a:p>
          <a:p>
            <a:pPr marL="171450" indent="-171450">
              <a:buFontTx/>
              <a:buChar char="-"/>
            </a:pPr>
            <a:r>
              <a:rPr lang="fr-FR" sz="1100" dirty="0" smtClean="0"/>
              <a:t>Banque de France </a:t>
            </a:r>
            <a:r>
              <a:rPr lang="fr-FR" sz="1100" dirty="0" smtClean="0"/>
              <a:t>Server Security</a:t>
            </a:r>
          </a:p>
          <a:p>
            <a:pPr marL="171450" indent="-171450">
              <a:buFontTx/>
              <a:buChar char="-"/>
            </a:pPr>
            <a:r>
              <a:rPr lang="fr-FR" sz="1100" dirty="0" smtClean="0"/>
              <a:t>Data </a:t>
            </a:r>
            <a:r>
              <a:rPr lang="fr-FR" sz="1100" dirty="0" smtClean="0"/>
              <a:t>Protection</a:t>
            </a:r>
            <a:endParaRPr lang="en-US" sz="11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5" y="2473601"/>
            <a:ext cx="870813" cy="9227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54" y="3501732"/>
            <a:ext cx="508653" cy="24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8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Case </a:t>
            </a:r>
            <a:r>
              <a:rPr lang="fr-FR" dirty="0" err="1" smtClean="0"/>
              <a:t>Study</a:t>
            </a:r>
            <a:r>
              <a:rPr lang="fr-FR" dirty="0" smtClean="0"/>
              <a:t>: </a:t>
            </a:r>
            <a:r>
              <a:rPr lang="fr-FR" dirty="0" err="1" smtClean="0"/>
              <a:t>Supervising</a:t>
            </a:r>
            <a:r>
              <a:rPr lang="fr-FR" dirty="0" smtClean="0"/>
              <a:t> a Bank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042F0038-3C62-4898-A66A-C3035BA8066E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BC7FEC64-83A6-46EF-BDC8-64870B84A8D9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911" y="2087875"/>
            <a:ext cx="1413857" cy="1413857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1835696" y="2990564"/>
            <a:ext cx="617845" cy="13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loud 12"/>
          <p:cNvSpPr/>
          <p:nvPr/>
        </p:nvSpPr>
        <p:spPr>
          <a:xfrm>
            <a:off x="4499992" y="877096"/>
            <a:ext cx="3033673" cy="1274113"/>
          </a:xfrm>
          <a:prstGeom prst="cloud">
            <a:avLst/>
          </a:prstGeom>
          <a:solidFill>
            <a:schemeClr val="bg1"/>
          </a:solidFill>
          <a:ln w="6350" cmpd="sng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800" b="1" dirty="0" err="1">
              <a:solidFill>
                <a:srgbClr val="7030A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067" y="1196591"/>
            <a:ext cx="1155259" cy="550674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V="1">
            <a:off x="3838768" y="2087875"/>
            <a:ext cx="1224136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ultiply 16"/>
          <p:cNvSpPr/>
          <p:nvPr/>
        </p:nvSpPr>
        <p:spPr>
          <a:xfrm>
            <a:off x="4139952" y="2333538"/>
            <a:ext cx="462275" cy="382228"/>
          </a:xfrm>
          <a:prstGeom prst="mathMultiply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800" b="1" dirty="0" err="1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16536" y="2375859"/>
            <a:ext cx="24317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100" dirty="0" err="1" smtClean="0"/>
              <a:t>Retail</a:t>
            </a:r>
            <a:r>
              <a:rPr lang="fr-FR" sz="1100" dirty="0" smtClean="0"/>
              <a:t> Bank high </a:t>
            </a:r>
            <a:r>
              <a:rPr lang="fr-FR" sz="1100" dirty="0" err="1" smtClean="0"/>
              <a:t>security</a:t>
            </a:r>
            <a:endParaRPr lang="fr-FR" sz="1100" dirty="0" smtClean="0"/>
          </a:p>
          <a:p>
            <a:pPr marL="171450" indent="-171450">
              <a:buFontTx/>
              <a:buChar char="-"/>
            </a:pPr>
            <a:r>
              <a:rPr lang="fr-FR" sz="1100" dirty="0" smtClean="0"/>
              <a:t>Banque de France </a:t>
            </a:r>
            <a:r>
              <a:rPr lang="fr-FR" sz="1100" dirty="0" smtClean="0"/>
              <a:t>Server Security</a:t>
            </a:r>
          </a:p>
          <a:p>
            <a:pPr marL="171450" indent="-171450">
              <a:buFontTx/>
              <a:buChar char="-"/>
            </a:pPr>
            <a:r>
              <a:rPr lang="fr-FR" sz="1100" dirty="0" smtClean="0"/>
              <a:t>Data </a:t>
            </a:r>
            <a:r>
              <a:rPr lang="fr-FR" sz="1100" dirty="0" smtClean="0"/>
              <a:t>Protection</a:t>
            </a:r>
            <a:endParaRPr lang="en-US" sz="11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5" y="2473601"/>
            <a:ext cx="870813" cy="922742"/>
          </a:xfrm>
          <a:prstGeom prst="rect">
            <a:avLst/>
          </a:prstGeom>
        </p:spPr>
      </p:pic>
      <p:cxnSp>
        <p:nvCxnSpPr>
          <p:cNvPr id="27" name="Straight Arrow Connector 26"/>
          <p:cNvCxnSpPr/>
          <p:nvPr/>
        </p:nvCxnSpPr>
        <p:spPr>
          <a:xfrm>
            <a:off x="3851920" y="3003798"/>
            <a:ext cx="1174980" cy="633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832" y="2838900"/>
            <a:ext cx="1907672" cy="19076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54" y="3501732"/>
            <a:ext cx="508653" cy="24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1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 smtClean="0"/>
              <a:t>Accelerating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DL </a:t>
            </a:r>
            <a:r>
              <a:rPr lang="fr-FR" dirty="0" err="1" smtClean="0"/>
              <a:t>Models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Execution</a:t>
            </a:r>
            <a:r>
              <a:rPr lang="fr-FR" dirty="0" smtClean="0"/>
              <a:t> Provider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042F0038-3C62-4898-A66A-C3035BA8066E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BC7FEC64-83A6-46EF-BDC8-64870B84A8D9}" type="datetime1">
              <a:rPr lang="fr-FR" smtClean="0"/>
              <a:t>15/10/2021</a:t>
            </a:fld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43" y="1347614"/>
            <a:ext cx="1907672" cy="19076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871" y="1923678"/>
            <a:ext cx="1724752" cy="862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52679" y="2057976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 smtClean="0"/>
              <a:t>DirectML</a:t>
            </a:r>
            <a:endParaRPr lang="en-US" sz="2800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225" y="1580828"/>
            <a:ext cx="1477516" cy="147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61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Rust and </a:t>
            </a:r>
            <a:r>
              <a:rPr lang="fr-FR" dirty="0" err="1" smtClean="0"/>
              <a:t>WebGPU</a:t>
            </a:r>
            <a:r>
              <a:rPr lang="fr-FR" dirty="0" smtClean="0"/>
              <a:t> </a:t>
            </a:r>
            <a:r>
              <a:rPr lang="fr-FR" dirty="0" err="1" smtClean="0"/>
              <a:t>based</a:t>
            </a:r>
            <a:r>
              <a:rPr lang="fr-FR" dirty="0" smtClean="0"/>
              <a:t> </a:t>
            </a:r>
            <a:r>
              <a:rPr lang="fr-FR" dirty="0" smtClean="0"/>
              <a:t>ONNX </a:t>
            </a:r>
            <a:r>
              <a:rPr lang="fr-FR" dirty="0" smtClean="0"/>
              <a:t>provider?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042F0038-3C62-4898-A66A-C3035BA8066E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BC7FEC64-83A6-46EF-BDC8-64870B84A8D9}" type="datetime1">
              <a:rPr lang="fr-FR" smtClean="0"/>
              <a:t>18/10/2021</a:t>
            </a:fld>
            <a:endParaRPr lang="fr-FR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851670"/>
            <a:ext cx="3880346" cy="17981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280" y="2020435"/>
            <a:ext cx="3492679" cy="146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9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 smtClean="0"/>
              <a:t>Wonnx</a:t>
            </a:r>
            <a:r>
              <a:rPr lang="fr-FR" dirty="0" smtClean="0"/>
              <a:t>, an ONNX Provider </a:t>
            </a:r>
            <a:r>
              <a:rPr lang="fr-FR" dirty="0" err="1" smtClean="0"/>
              <a:t>based</a:t>
            </a:r>
            <a:r>
              <a:rPr lang="fr-FR" dirty="0" smtClean="0"/>
              <a:t> on Rust and </a:t>
            </a:r>
            <a:r>
              <a:rPr lang="fr-FR" dirty="0" err="1" smtClean="0"/>
              <a:t>WebGPU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468313" y="1232301"/>
            <a:ext cx="8285162" cy="3211111"/>
          </a:xfrm>
        </p:spPr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 smtClean="0"/>
              <a:t>40% of ONNX </a:t>
            </a:r>
            <a:r>
              <a:rPr lang="fr-FR" dirty="0" err="1" smtClean="0"/>
              <a:t>Operators</a:t>
            </a:r>
            <a:r>
              <a:rPr lang="fr-FR" dirty="0" smtClean="0"/>
              <a:t> </a:t>
            </a:r>
            <a:r>
              <a:rPr lang="fr-FR" dirty="0" err="1" smtClean="0"/>
              <a:t>implemented</a:t>
            </a:r>
            <a:r>
              <a:rPr lang="fr-FR" dirty="0" smtClean="0"/>
              <a:t>.</a:t>
            </a:r>
            <a:endParaRPr lang="fr-FR" dirty="0"/>
          </a:p>
          <a:p>
            <a:r>
              <a:rPr lang="fr-FR" dirty="0" err="1" smtClean="0"/>
              <a:t>Run</a:t>
            </a:r>
            <a:r>
              <a:rPr lang="fr-FR" dirty="0" smtClean="0"/>
              <a:t> </a:t>
            </a:r>
            <a:r>
              <a:rPr lang="fr-FR" dirty="0" err="1" smtClean="0"/>
              <a:t>Mnist</a:t>
            </a:r>
            <a:r>
              <a:rPr lang="fr-FR" dirty="0" smtClean="0"/>
              <a:t> and </a:t>
            </a:r>
            <a:r>
              <a:rPr lang="fr-FR" dirty="0" err="1" smtClean="0"/>
              <a:t>Squeezenet</a:t>
            </a:r>
            <a:r>
              <a:rPr lang="fr-FR" dirty="0" smtClean="0"/>
              <a:t>.</a:t>
            </a:r>
          </a:p>
          <a:p>
            <a:r>
              <a:rPr lang="fr-FR" dirty="0" err="1" smtClean="0"/>
              <a:t>Squeezenet</a:t>
            </a:r>
            <a:r>
              <a:rPr lang="fr-FR" dirty="0" smtClean="0"/>
              <a:t> </a:t>
            </a:r>
            <a:r>
              <a:rPr lang="fr-FR" dirty="0" err="1" smtClean="0"/>
              <a:t>inference</a:t>
            </a:r>
            <a:r>
              <a:rPr lang="fr-FR" dirty="0" smtClean="0"/>
              <a:t> time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wonnx</a:t>
            </a:r>
            <a:r>
              <a:rPr lang="fr-FR" dirty="0" smtClean="0"/>
              <a:t> on par </a:t>
            </a:r>
            <a:r>
              <a:rPr lang="fr-FR" dirty="0" err="1" smtClean="0"/>
              <a:t>with</a:t>
            </a:r>
            <a:r>
              <a:rPr lang="fr-FR" dirty="0" smtClean="0"/>
              <a:t> CPU ONNX </a:t>
            </a:r>
            <a:r>
              <a:rPr lang="fr-FR" dirty="0" err="1" smtClean="0"/>
              <a:t>Runtime</a:t>
            </a:r>
            <a:r>
              <a:rPr lang="fr-FR" dirty="0" smtClean="0"/>
              <a:t> (~100ms)</a:t>
            </a:r>
          </a:p>
          <a:p>
            <a:r>
              <a:rPr lang="fr-FR" dirty="0"/>
              <a:t>Git: </a:t>
            </a:r>
            <a:r>
              <a:rPr lang="fr-FR" dirty="0">
                <a:hlinkClick r:id="rId2"/>
              </a:rPr>
              <a:t>https://</a:t>
            </a:r>
            <a:r>
              <a:rPr lang="fr-FR" dirty="0" smtClean="0">
                <a:hlinkClick r:id="rId2"/>
              </a:rPr>
              <a:t>github.com/haixuanTao/wonnx</a:t>
            </a:r>
            <a:endParaRPr lang="fr-FR" dirty="0" smtClean="0"/>
          </a:p>
          <a:p>
            <a:endParaRPr lang="fr-FR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042F0038-3C62-4898-A66A-C3035BA8066E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BC7FEC64-83A6-46EF-BDC8-64870B84A8D9}" type="datetime1">
              <a:rPr lang="fr-FR" smtClean="0"/>
              <a:t>19/10/2021</a:t>
            </a:fld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232301"/>
            <a:ext cx="3024336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3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GIT_template_PPT_V2-1">
  <a:themeElements>
    <a:clrScheme name="DIGIT - Inno">
      <a:dk1>
        <a:srgbClr val="333333"/>
      </a:dk1>
      <a:lt1>
        <a:sysClr val="window" lastClr="FFFFFF"/>
      </a:lt1>
      <a:dk2>
        <a:srgbClr val="3D475D"/>
      </a:dk2>
      <a:lt2>
        <a:srgbClr val="E1E8EF"/>
      </a:lt2>
      <a:accent1>
        <a:srgbClr val="4898D3"/>
      </a:accent1>
      <a:accent2>
        <a:srgbClr val="993399"/>
      </a:accent2>
      <a:accent3>
        <a:srgbClr val="E9634E"/>
      </a:accent3>
      <a:accent4>
        <a:srgbClr val="F79646"/>
      </a:accent4>
      <a:accent5>
        <a:srgbClr val="FFC000"/>
      </a:accent5>
      <a:accent6>
        <a:srgbClr val="4898D3"/>
      </a:accent6>
      <a:hlink>
        <a:srgbClr val="0000FF"/>
      </a:hlink>
      <a:folHlink>
        <a:srgbClr val="800080"/>
      </a:folHlink>
    </a:clrScheme>
    <a:fontScheme name="Segoe UI Light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 cmpd="sng">
          <a:solidFill>
            <a:schemeClr val="tx1">
              <a:lumMod val="60000"/>
              <a:lumOff val="40000"/>
            </a:schemeClr>
          </a:solidFill>
        </a:ln>
      </a:spPr>
      <a:bodyPr rtlCol="0" anchor="t"/>
      <a:lstStyle>
        <a:defPPr algn="ctr">
          <a:defRPr sz="800" b="1" dirty="0" err="1">
            <a:solidFill>
              <a:srgbClr val="7030A0"/>
            </a:solidFill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1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439DF17413B147B550EE1A99FA25C5" ma:contentTypeVersion="0" ma:contentTypeDescription="Crée un document." ma:contentTypeScope="" ma:versionID="9cc27a1a0d6058b234882ff750d6fb19">
  <xsd:schema xmlns:xsd="http://www.w3.org/2001/XMLSchema" xmlns:xs="http://www.w3.org/2001/XMLSchema" xmlns:p="http://schemas.microsoft.com/office/2006/metadata/properties" xmlns:ns2="c9a26ae9-0db8-4040-9efd-3e890b60eac6" targetNamespace="http://schemas.microsoft.com/office/2006/metadata/properties" ma:root="true" ma:fieldsID="10eec5f0b208c87361ac166282f7ce12" ns2:_="">
    <xsd:import namespace="c9a26ae9-0db8-4040-9efd-3e890b60eac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26ae9-0db8-4040-9efd-3e890b60eac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eur d’ID de document" ma:description="Valeur de l’ID de document affecté à cet élément." ma:internalName="_dlc_DocId" ma:readOnly="true">
      <xsd:simpleType>
        <xsd:restriction base="dms:Text"/>
      </xsd:simpleType>
    </xsd:element>
    <xsd:element name="_dlc_DocIdUrl" ma:index="9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Conserver l’ID" ma:description="Conserver l’ID lors de l’ajout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9D1BB0-DDC8-4D9A-8050-BA8F182745A0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9a26ae9-0db8-4040-9efd-3e890b60eac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53F5BAA-B6FA-4967-A4D8-8B8F8D39F7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5297F2-32B7-4406-BEAB-ECCF1409FEA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29FC32C-402E-4081-BF92-D41F8E6330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a26ae9-0db8-4040-9efd-3e890b60ea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DIGIT_template_PPT_V2-1.potx</Template>
  <TotalTime>121900</TotalTime>
  <Words>200</Words>
  <Application>Microsoft Office PowerPoint</Application>
  <PresentationFormat>On-screen Show (16:9)</PresentationFormat>
  <Paragraphs>54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Wingdings</vt:lpstr>
      <vt:lpstr>DIGIT_template_PPT_V2-1</vt:lpstr>
      <vt:lpstr>ONNX as a Standard Format for Institution with Legacy</vt:lpstr>
      <vt:lpstr>Improving our activities with AI</vt:lpstr>
      <vt:lpstr>Case Study: Supervising a Bank</vt:lpstr>
      <vt:lpstr>Case Study: Supervising a Bank</vt:lpstr>
      <vt:lpstr>Case Study: Supervising a Bank</vt:lpstr>
      <vt:lpstr>Accelerating our DL Models with Execution Provider</vt:lpstr>
      <vt:lpstr>Rust and WebGPU based ONNX provider?</vt:lpstr>
      <vt:lpstr>Wonnx, an ONNX Provider based on Rust and WebGPU</vt:lpstr>
    </vt:vector>
  </TitlesOfParts>
  <Company>Banque de France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Abderrahmen.DRIDI.external@banque-france.fr</dc:creator>
  <cp:lastModifiedBy>TAO Xavier (DGSI DDSA)</cp:lastModifiedBy>
  <cp:revision>1246</cp:revision>
  <dcterms:created xsi:type="dcterms:W3CDTF">2017-03-01T14:15:27Z</dcterms:created>
  <dcterms:modified xsi:type="dcterms:W3CDTF">2021-10-19T07:45:44Z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0x0101000C439DF17413B147B550EE1A99FA25C5</vt:lpwstr>
  </property>
</Properties>
</file>