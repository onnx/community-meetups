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9" r:id="rId4"/>
  </p:sldMasterIdLst>
  <p:notesMasterIdLst>
    <p:notesMasterId r:id="rId14"/>
  </p:notesMasterIdLst>
  <p:sldIdLst>
    <p:sldId id="256" r:id="rId5"/>
    <p:sldId id="394" r:id="rId6"/>
    <p:sldId id="396" r:id="rId7"/>
    <p:sldId id="399" r:id="rId8"/>
    <p:sldId id="402" r:id="rId9"/>
    <p:sldId id="401" r:id="rId10"/>
    <p:sldId id="275" r:id="rId11"/>
    <p:sldId id="395" r:id="rId12"/>
    <p:sldId id="27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49" autoAdjust="0"/>
    <p:restoredTop sz="82726" autoAdjust="0"/>
  </p:normalViewPr>
  <p:slideViewPr>
    <p:cSldViewPr snapToGrid="0">
      <p:cViewPr varScale="1">
        <p:scale>
          <a:sx n="94" d="100"/>
          <a:sy n="94" d="100"/>
        </p:scale>
        <p:origin x="133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3562130-EAEB-499F-BBA6-9E953E398008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F19447D-3CEF-4617-A178-109C35CB84C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0" i="0" dirty="0"/>
            <a:t>Compile ONNX Runtime CPU engine into </a:t>
          </a:r>
          <a:r>
            <a:rPr lang="en-US" sz="2000" b="0" i="0" dirty="0" err="1"/>
            <a:t>WebAssembly</a:t>
          </a:r>
          <a:r>
            <a:rPr lang="en-US" sz="2000" b="0" i="0" dirty="0"/>
            <a:t> backend</a:t>
          </a:r>
          <a:endParaRPr lang="en-US" sz="2000" dirty="0"/>
        </a:p>
      </dgm:t>
    </dgm:pt>
    <dgm:pt modelId="{7878657E-00B2-45AD-84E2-BF9E3F613B98}" type="parTrans" cxnId="{D51918A5-8FA3-4D7E-8809-05BFB95E0D42}">
      <dgm:prSet/>
      <dgm:spPr/>
      <dgm:t>
        <a:bodyPr/>
        <a:lstStyle/>
        <a:p>
          <a:endParaRPr lang="en-US"/>
        </a:p>
      </dgm:t>
    </dgm:pt>
    <dgm:pt modelId="{1D6DDC0D-3D96-4BA2-93F5-E6DDD6154A99}" type="sibTrans" cxnId="{D51918A5-8FA3-4D7E-8809-05BFB95E0D42}">
      <dgm:prSet/>
      <dgm:spPr/>
      <dgm:t>
        <a:bodyPr/>
        <a:lstStyle/>
        <a:p>
          <a:endParaRPr lang="en-US"/>
        </a:p>
      </dgm:t>
    </dgm:pt>
    <dgm:pt modelId="{0E9DF87B-B5E8-4D5C-BCA9-01BFBB9A8EA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0" i="0"/>
            <a:t>Support most functionalities native ONNX Runtime offers</a:t>
          </a:r>
          <a:endParaRPr lang="en-US" sz="2000"/>
        </a:p>
      </dgm:t>
    </dgm:pt>
    <dgm:pt modelId="{9D07CEBB-82BA-4764-AAC1-B113CB55920D}" type="parTrans" cxnId="{1BC89128-F906-483F-ADF7-8044A694FBC2}">
      <dgm:prSet/>
      <dgm:spPr/>
      <dgm:t>
        <a:bodyPr/>
        <a:lstStyle/>
        <a:p>
          <a:endParaRPr lang="en-US"/>
        </a:p>
      </dgm:t>
    </dgm:pt>
    <dgm:pt modelId="{39A81918-87EE-4E24-9B41-85CDA72C08C4}" type="sibTrans" cxnId="{1BC89128-F906-483F-ADF7-8044A694FBC2}">
      <dgm:prSet/>
      <dgm:spPr/>
      <dgm:t>
        <a:bodyPr/>
        <a:lstStyle/>
        <a:p>
          <a:endParaRPr lang="en-US"/>
        </a:p>
      </dgm:t>
    </dgm:pt>
    <dgm:pt modelId="{2B17C933-8DD9-47B3-B5D5-94F7D0E8E10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/>
            <a:t>Enable</a:t>
          </a:r>
          <a:r>
            <a:rPr lang="en-US" sz="2000" b="0" i="0"/>
            <a:t> multi-threading and SIMD in WebAssembly for perf acceleration</a:t>
          </a:r>
          <a:endParaRPr lang="en-US" sz="2000"/>
        </a:p>
      </dgm:t>
    </dgm:pt>
    <dgm:pt modelId="{DD321BB3-C35C-4167-AC19-34FEDA1B8EC1}" type="parTrans" cxnId="{34DBC9F0-8322-4863-B75F-63CA2019154F}">
      <dgm:prSet/>
      <dgm:spPr/>
      <dgm:t>
        <a:bodyPr/>
        <a:lstStyle/>
        <a:p>
          <a:endParaRPr lang="en-US"/>
        </a:p>
      </dgm:t>
    </dgm:pt>
    <dgm:pt modelId="{4D5DB638-042E-406A-930D-5DB80C46F2DB}" type="sibTrans" cxnId="{34DBC9F0-8322-4863-B75F-63CA2019154F}">
      <dgm:prSet/>
      <dgm:spPr/>
      <dgm:t>
        <a:bodyPr/>
        <a:lstStyle/>
        <a:p>
          <a:endParaRPr lang="en-US"/>
        </a:p>
      </dgm:t>
    </dgm:pt>
    <dgm:pt modelId="{2D07EB63-51EA-4940-9E02-9ECD4FFF7AE3}" type="pres">
      <dgm:prSet presAssocID="{93562130-EAEB-499F-BBA6-9E953E398008}" presName="root" presStyleCnt="0">
        <dgm:presLayoutVars>
          <dgm:dir/>
          <dgm:resizeHandles val="exact"/>
        </dgm:presLayoutVars>
      </dgm:prSet>
      <dgm:spPr/>
    </dgm:pt>
    <dgm:pt modelId="{3BB4E452-6B3B-4E76-84B7-77AFBBB0E516}" type="pres">
      <dgm:prSet presAssocID="{FF19447D-3CEF-4617-A178-109C35CB84CA}" presName="compNode" presStyleCnt="0"/>
      <dgm:spPr/>
    </dgm:pt>
    <dgm:pt modelId="{F40B2CDA-D89D-4C39-A50E-166925DDE834}" type="pres">
      <dgm:prSet presAssocID="{FF19447D-3CEF-4617-A178-109C35CB84CA}" presName="iconRect" presStyleLbl="node1" presStyleIdx="0" presStyleCnt="3" custScaleX="75234" custScaleY="8010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 t="6771" b="6771"/>
          </a:stretch>
        </a:blipFill>
      </dgm:spPr>
      <dgm:extLst>
        <a:ext uri="{E40237B7-FDA0-4F09-8148-C483321AD2D9}">
          <dgm14:cNvPr xmlns:dgm14="http://schemas.microsoft.com/office/drawing/2010/diagram" id="0" name="" descr="Processing_E9F5"/>
        </a:ext>
      </dgm:extLst>
    </dgm:pt>
    <dgm:pt modelId="{DDAB166D-A102-4710-BF5A-1FF642043443}" type="pres">
      <dgm:prSet presAssocID="{FF19447D-3CEF-4617-A178-109C35CB84CA}" presName="spaceRect" presStyleCnt="0"/>
      <dgm:spPr/>
    </dgm:pt>
    <dgm:pt modelId="{197DCBA0-7A37-4D5A-96F6-43391F6E7E83}" type="pres">
      <dgm:prSet presAssocID="{FF19447D-3CEF-4617-A178-109C35CB84CA}" presName="textRect" presStyleLbl="revTx" presStyleIdx="0" presStyleCnt="3">
        <dgm:presLayoutVars>
          <dgm:chMax val="1"/>
          <dgm:chPref val="1"/>
        </dgm:presLayoutVars>
      </dgm:prSet>
      <dgm:spPr/>
    </dgm:pt>
    <dgm:pt modelId="{B6DAEF50-29BA-4491-9B48-2E2834325DAC}" type="pres">
      <dgm:prSet presAssocID="{1D6DDC0D-3D96-4BA2-93F5-E6DDD6154A99}" presName="sibTrans" presStyleCnt="0"/>
      <dgm:spPr/>
    </dgm:pt>
    <dgm:pt modelId="{EAB477B3-32E6-4CD1-9A21-28351B2045EB}" type="pres">
      <dgm:prSet presAssocID="{0E9DF87B-B5E8-4D5C-BCA9-01BFBB9A8EA9}" presName="compNode" presStyleCnt="0"/>
      <dgm:spPr/>
    </dgm:pt>
    <dgm:pt modelId="{8B22BCDF-35E2-4709-AF79-6BE0C29BD677}" type="pres">
      <dgm:prSet presAssocID="{0E9DF87B-B5E8-4D5C-BCA9-01BFBB9A8EA9}" presName="iconRect" presStyleLbl="node1" presStyleIdx="1" presStyleCnt="3" custScaleX="63285" custScaleY="5777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 l="9195" r="9195"/>
          </a:stretch>
        </a:blipFill>
      </dgm:spPr>
      <dgm:extLst>
        <a:ext uri="{E40237B7-FDA0-4F09-8148-C483321AD2D9}">
          <dgm14:cNvPr xmlns:dgm14="http://schemas.microsoft.com/office/drawing/2010/diagram" id="0" name="" descr="server_2"/>
        </a:ext>
      </dgm:extLst>
    </dgm:pt>
    <dgm:pt modelId="{133EE58F-706B-43AC-9D08-D619203A9AB4}" type="pres">
      <dgm:prSet presAssocID="{0E9DF87B-B5E8-4D5C-BCA9-01BFBB9A8EA9}" presName="spaceRect" presStyleCnt="0"/>
      <dgm:spPr/>
    </dgm:pt>
    <dgm:pt modelId="{383D7228-B367-4B17-8BF9-6B62B4353946}" type="pres">
      <dgm:prSet presAssocID="{0E9DF87B-B5E8-4D5C-BCA9-01BFBB9A8EA9}" presName="textRect" presStyleLbl="revTx" presStyleIdx="1" presStyleCnt="3">
        <dgm:presLayoutVars>
          <dgm:chMax val="1"/>
          <dgm:chPref val="1"/>
        </dgm:presLayoutVars>
      </dgm:prSet>
      <dgm:spPr/>
    </dgm:pt>
    <dgm:pt modelId="{B29F5DEF-D4F6-4DBD-BA62-C9BF1F92A69D}" type="pres">
      <dgm:prSet presAssocID="{39A81918-87EE-4E24-9B41-85CDA72C08C4}" presName="sibTrans" presStyleCnt="0"/>
      <dgm:spPr/>
    </dgm:pt>
    <dgm:pt modelId="{FE7C8A73-CB6A-4959-98DA-3175477AC1DE}" type="pres">
      <dgm:prSet presAssocID="{2B17C933-8DD9-47B3-B5D5-94F7D0E8E109}" presName="compNode" presStyleCnt="0"/>
      <dgm:spPr/>
    </dgm:pt>
    <dgm:pt modelId="{E08A15DF-3E09-47A6-94A4-41D14C27E01C}" type="pres">
      <dgm:prSet presAssocID="{2B17C933-8DD9-47B3-B5D5-94F7D0E8E109}" presName="iconRect" presStyleLbl="node1" presStyleIdx="2" presStyleCnt="3" custScaleX="63285" custScaleY="5777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ip"/>
        </a:ext>
      </dgm:extLst>
    </dgm:pt>
    <dgm:pt modelId="{C4223697-CA18-4F7E-920B-A743B3E50CF9}" type="pres">
      <dgm:prSet presAssocID="{2B17C933-8DD9-47B3-B5D5-94F7D0E8E109}" presName="spaceRect" presStyleCnt="0"/>
      <dgm:spPr/>
    </dgm:pt>
    <dgm:pt modelId="{16666701-A224-47C1-8953-3806855A438E}" type="pres">
      <dgm:prSet presAssocID="{2B17C933-8DD9-47B3-B5D5-94F7D0E8E10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ABA70E02-E06C-4F1F-AC07-BDCC115B6864}" type="presOf" srcId="{93562130-EAEB-499F-BBA6-9E953E398008}" destId="{2D07EB63-51EA-4940-9E02-9ECD4FFF7AE3}" srcOrd="0" destOrd="0" presId="urn:microsoft.com/office/officeart/2018/2/layout/IconLabelList"/>
    <dgm:cxn modelId="{1BC89128-F906-483F-ADF7-8044A694FBC2}" srcId="{93562130-EAEB-499F-BBA6-9E953E398008}" destId="{0E9DF87B-B5E8-4D5C-BCA9-01BFBB9A8EA9}" srcOrd="1" destOrd="0" parTransId="{9D07CEBB-82BA-4764-AAC1-B113CB55920D}" sibTransId="{39A81918-87EE-4E24-9B41-85CDA72C08C4}"/>
    <dgm:cxn modelId="{86F35673-D1E2-48D2-8C80-D7557A13CBC3}" type="presOf" srcId="{FF19447D-3CEF-4617-A178-109C35CB84CA}" destId="{197DCBA0-7A37-4D5A-96F6-43391F6E7E83}" srcOrd="0" destOrd="0" presId="urn:microsoft.com/office/officeart/2018/2/layout/IconLabelList"/>
    <dgm:cxn modelId="{A493A993-F641-4B67-A213-2EAD23DC6921}" type="presOf" srcId="{0E9DF87B-B5E8-4D5C-BCA9-01BFBB9A8EA9}" destId="{383D7228-B367-4B17-8BF9-6B62B4353946}" srcOrd="0" destOrd="0" presId="urn:microsoft.com/office/officeart/2018/2/layout/IconLabelList"/>
    <dgm:cxn modelId="{D51918A5-8FA3-4D7E-8809-05BFB95E0D42}" srcId="{93562130-EAEB-499F-BBA6-9E953E398008}" destId="{FF19447D-3CEF-4617-A178-109C35CB84CA}" srcOrd="0" destOrd="0" parTransId="{7878657E-00B2-45AD-84E2-BF9E3F613B98}" sibTransId="{1D6DDC0D-3D96-4BA2-93F5-E6DDD6154A99}"/>
    <dgm:cxn modelId="{8F2EDBC9-5890-4A60-A86B-29A8424B8011}" type="presOf" srcId="{2B17C933-8DD9-47B3-B5D5-94F7D0E8E109}" destId="{16666701-A224-47C1-8953-3806855A438E}" srcOrd="0" destOrd="0" presId="urn:microsoft.com/office/officeart/2018/2/layout/IconLabelList"/>
    <dgm:cxn modelId="{34DBC9F0-8322-4863-B75F-63CA2019154F}" srcId="{93562130-EAEB-499F-BBA6-9E953E398008}" destId="{2B17C933-8DD9-47B3-B5D5-94F7D0E8E109}" srcOrd="2" destOrd="0" parTransId="{DD321BB3-C35C-4167-AC19-34FEDA1B8EC1}" sibTransId="{4D5DB638-042E-406A-930D-5DB80C46F2DB}"/>
    <dgm:cxn modelId="{2256C40D-9C99-48B4-8A99-7926856AEF43}" type="presParOf" srcId="{2D07EB63-51EA-4940-9E02-9ECD4FFF7AE3}" destId="{3BB4E452-6B3B-4E76-84B7-77AFBBB0E516}" srcOrd="0" destOrd="0" presId="urn:microsoft.com/office/officeart/2018/2/layout/IconLabelList"/>
    <dgm:cxn modelId="{9AC57A84-38C5-4474-B88A-F07BA3973A0E}" type="presParOf" srcId="{3BB4E452-6B3B-4E76-84B7-77AFBBB0E516}" destId="{F40B2CDA-D89D-4C39-A50E-166925DDE834}" srcOrd="0" destOrd="0" presId="urn:microsoft.com/office/officeart/2018/2/layout/IconLabelList"/>
    <dgm:cxn modelId="{61F91CD6-6FC2-4DC5-AAD1-B4648CE4C283}" type="presParOf" srcId="{3BB4E452-6B3B-4E76-84B7-77AFBBB0E516}" destId="{DDAB166D-A102-4710-BF5A-1FF642043443}" srcOrd="1" destOrd="0" presId="urn:microsoft.com/office/officeart/2018/2/layout/IconLabelList"/>
    <dgm:cxn modelId="{81845471-D470-4445-8F7D-32A6FBD247B6}" type="presParOf" srcId="{3BB4E452-6B3B-4E76-84B7-77AFBBB0E516}" destId="{197DCBA0-7A37-4D5A-96F6-43391F6E7E83}" srcOrd="2" destOrd="0" presId="urn:microsoft.com/office/officeart/2018/2/layout/IconLabelList"/>
    <dgm:cxn modelId="{F890C843-579C-413F-9781-011CDF37780C}" type="presParOf" srcId="{2D07EB63-51EA-4940-9E02-9ECD4FFF7AE3}" destId="{B6DAEF50-29BA-4491-9B48-2E2834325DAC}" srcOrd="1" destOrd="0" presId="urn:microsoft.com/office/officeart/2018/2/layout/IconLabelList"/>
    <dgm:cxn modelId="{C7D641A5-5AFE-4856-BC3E-45866C4D3F02}" type="presParOf" srcId="{2D07EB63-51EA-4940-9E02-9ECD4FFF7AE3}" destId="{EAB477B3-32E6-4CD1-9A21-28351B2045EB}" srcOrd="2" destOrd="0" presId="urn:microsoft.com/office/officeart/2018/2/layout/IconLabelList"/>
    <dgm:cxn modelId="{555AC4C2-543D-4278-AF3B-DACFFF39ADBE}" type="presParOf" srcId="{EAB477B3-32E6-4CD1-9A21-28351B2045EB}" destId="{8B22BCDF-35E2-4709-AF79-6BE0C29BD677}" srcOrd="0" destOrd="0" presId="urn:microsoft.com/office/officeart/2018/2/layout/IconLabelList"/>
    <dgm:cxn modelId="{C627B620-2185-4B29-8641-81269C259391}" type="presParOf" srcId="{EAB477B3-32E6-4CD1-9A21-28351B2045EB}" destId="{133EE58F-706B-43AC-9D08-D619203A9AB4}" srcOrd="1" destOrd="0" presId="urn:microsoft.com/office/officeart/2018/2/layout/IconLabelList"/>
    <dgm:cxn modelId="{7995A77B-A466-48C0-8E7B-03178A1425B0}" type="presParOf" srcId="{EAB477B3-32E6-4CD1-9A21-28351B2045EB}" destId="{383D7228-B367-4B17-8BF9-6B62B4353946}" srcOrd="2" destOrd="0" presId="urn:microsoft.com/office/officeart/2018/2/layout/IconLabelList"/>
    <dgm:cxn modelId="{13F83FBD-7187-4E11-951D-586F446E26D3}" type="presParOf" srcId="{2D07EB63-51EA-4940-9E02-9ECD4FFF7AE3}" destId="{B29F5DEF-D4F6-4DBD-BA62-C9BF1F92A69D}" srcOrd="3" destOrd="0" presId="urn:microsoft.com/office/officeart/2018/2/layout/IconLabelList"/>
    <dgm:cxn modelId="{2808795B-53BA-4277-95E5-6A96A90BCC71}" type="presParOf" srcId="{2D07EB63-51EA-4940-9E02-9ECD4FFF7AE3}" destId="{FE7C8A73-CB6A-4959-98DA-3175477AC1DE}" srcOrd="4" destOrd="0" presId="urn:microsoft.com/office/officeart/2018/2/layout/IconLabelList"/>
    <dgm:cxn modelId="{56C21B9D-9BA5-4055-8466-B02C2DBDF184}" type="presParOf" srcId="{FE7C8A73-CB6A-4959-98DA-3175477AC1DE}" destId="{E08A15DF-3E09-47A6-94A4-41D14C27E01C}" srcOrd="0" destOrd="0" presId="urn:microsoft.com/office/officeart/2018/2/layout/IconLabelList"/>
    <dgm:cxn modelId="{08067209-66AD-4EE8-81B2-A1CD1CD14927}" type="presParOf" srcId="{FE7C8A73-CB6A-4959-98DA-3175477AC1DE}" destId="{C4223697-CA18-4F7E-920B-A743B3E50CF9}" srcOrd="1" destOrd="0" presId="urn:microsoft.com/office/officeart/2018/2/layout/IconLabelList"/>
    <dgm:cxn modelId="{60AA5070-A92C-48C0-A4A5-E484CFD0098F}" type="presParOf" srcId="{FE7C8A73-CB6A-4959-98DA-3175477AC1DE}" destId="{16666701-A224-47C1-8953-3806855A438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F29A19B-6E73-487C-B4FA-634D98FC6F1B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54784CE4-498A-4897-B4AF-263316136523}">
      <dgm:prSet/>
      <dgm:spPr/>
      <dgm:t>
        <a:bodyPr/>
        <a:lstStyle/>
        <a:p>
          <a:r>
            <a:rPr lang="en-US" b="0" i="0" dirty="0"/>
            <a:t>WebGL Backend Coverage Improvement</a:t>
          </a:r>
          <a:endParaRPr lang="en-US" dirty="0"/>
        </a:p>
      </dgm:t>
    </dgm:pt>
    <dgm:pt modelId="{A13561CE-2ED8-4A56-ABC0-53FD20846FDF}" type="parTrans" cxnId="{62C1A63B-DD8B-40B8-81D1-B6D4AB5D99DC}">
      <dgm:prSet/>
      <dgm:spPr/>
      <dgm:t>
        <a:bodyPr/>
        <a:lstStyle/>
        <a:p>
          <a:endParaRPr lang="en-US"/>
        </a:p>
      </dgm:t>
    </dgm:pt>
    <dgm:pt modelId="{9433F061-0787-469D-81C3-9E4FBFF91AC4}" type="sibTrans" cxnId="{62C1A63B-DD8B-40B8-81D1-B6D4AB5D99DC}">
      <dgm:prSet/>
      <dgm:spPr/>
      <dgm:t>
        <a:bodyPr/>
        <a:lstStyle/>
        <a:p>
          <a:endParaRPr lang="en-US"/>
        </a:p>
      </dgm:t>
    </dgm:pt>
    <dgm:pt modelId="{2476C97F-A4A8-468F-9DFB-B250D81635B9}">
      <dgm:prSet/>
      <dgm:spPr/>
      <dgm:t>
        <a:bodyPr/>
        <a:lstStyle/>
        <a:p>
          <a:r>
            <a:rPr lang="en-US" b="0" i="0" dirty="0"/>
            <a:t>Performance improvement</a:t>
          </a:r>
          <a:endParaRPr lang="en-US" dirty="0"/>
        </a:p>
      </dgm:t>
    </dgm:pt>
    <dgm:pt modelId="{F9452B68-A036-444A-90F9-14C8BA477258}" type="parTrans" cxnId="{1EEBA95F-F4B0-45AF-A51D-AA977004E77B}">
      <dgm:prSet/>
      <dgm:spPr/>
      <dgm:t>
        <a:bodyPr/>
        <a:lstStyle/>
        <a:p>
          <a:endParaRPr lang="en-US"/>
        </a:p>
      </dgm:t>
    </dgm:pt>
    <dgm:pt modelId="{2B5DA459-9B10-43E4-B597-DBEE998FDE21}" type="sibTrans" cxnId="{1EEBA95F-F4B0-45AF-A51D-AA977004E77B}">
      <dgm:prSet/>
      <dgm:spPr/>
      <dgm:t>
        <a:bodyPr/>
        <a:lstStyle/>
        <a:p>
          <a:endParaRPr lang="en-US"/>
        </a:p>
      </dgm:t>
    </dgm:pt>
    <dgm:pt modelId="{8D67769D-ECAF-46EE-BAB7-2C2B775B84DF}">
      <dgm:prSet/>
      <dgm:spPr/>
      <dgm:t>
        <a:bodyPr/>
        <a:lstStyle/>
        <a:p>
          <a:r>
            <a:rPr lang="en-US" dirty="0"/>
            <a:t>More demos with more capabilities</a:t>
          </a:r>
        </a:p>
      </dgm:t>
    </dgm:pt>
    <dgm:pt modelId="{A4078285-F998-4530-903F-54B41F340B11}" type="parTrans" cxnId="{429895E7-6871-4774-8753-C4149BC0BFDB}">
      <dgm:prSet/>
      <dgm:spPr/>
      <dgm:t>
        <a:bodyPr/>
        <a:lstStyle/>
        <a:p>
          <a:endParaRPr lang="en-US"/>
        </a:p>
      </dgm:t>
    </dgm:pt>
    <dgm:pt modelId="{339143BB-EACF-4331-8DD0-92C9DA12BCDA}" type="sibTrans" cxnId="{429895E7-6871-4774-8753-C4149BC0BFDB}">
      <dgm:prSet/>
      <dgm:spPr/>
      <dgm:t>
        <a:bodyPr/>
        <a:lstStyle/>
        <a:p>
          <a:endParaRPr lang="en-US"/>
        </a:p>
      </dgm:t>
    </dgm:pt>
    <dgm:pt modelId="{F8541A4F-4129-4602-821E-546611D7AC0D}" type="pres">
      <dgm:prSet presAssocID="{CF29A19B-6E73-487C-B4FA-634D98FC6F1B}" presName="root" presStyleCnt="0">
        <dgm:presLayoutVars>
          <dgm:dir/>
          <dgm:resizeHandles val="exact"/>
        </dgm:presLayoutVars>
      </dgm:prSet>
      <dgm:spPr/>
    </dgm:pt>
    <dgm:pt modelId="{61C16D4B-5D8E-41A7-8A0E-69E75F1153EE}" type="pres">
      <dgm:prSet presAssocID="{54784CE4-498A-4897-B4AF-263316136523}" presName="compNode" presStyleCnt="0"/>
      <dgm:spPr/>
    </dgm:pt>
    <dgm:pt modelId="{F0B77CB5-1EB8-4E8A-9C6D-304231C04E12}" type="pres">
      <dgm:prSet presAssocID="{54784CE4-498A-4897-B4AF-26331613652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31C66B0A-5936-447A-9389-67C5C989BFC2}" type="pres">
      <dgm:prSet presAssocID="{54784CE4-498A-4897-B4AF-263316136523}" presName="spaceRect" presStyleCnt="0"/>
      <dgm:spPr/>
    </dgm:pt>
    <dgm:pt modelId="{196821CB-5886-4910-8F89-90182931D68E}" type="pres">
      <dgm:prSet presAssocID="{54784CE4-498A-4897-B4AF-263316136523}" presName="textRect" presStyleLbl="revTx" presStyleIdx="0" presStyleCnt="3">
        <dgm:presLayoutVars>
          <dgm:chMax val="1"/>
          <dgm:chPref val="1"/>
        </dgm:presLayoutVars>
      </dgm:prSet>
      <dgm:spPr/>
    </dgm:pt>
    <dgm:pt modelId="{729F9004-D670-47CF-94C2-41F8C59E5D4D}" type="pres">
      <dgm:prSet presAssocID="{9433F061-0787-469D-81C3-9E4FBFF91AC4}" presName="sibTrans" presStyleCnt="0"/>
      <dgm:spPr/>
    </dgm:pt>
    <dgm:pt modelId="{6ED953FA-FF88-482E-8E75-5FDCFD7492E9}" type="pres">
      <dgm:prSet presAssocID="{2476C97F-A4A8-468F-9DFB-B250D81635B9}" presName="compNode" presStyleCnt="0"/>
      <dgm:spPr/>
    </dgm:pt>
    <dgm:pt modelId="{55931944-67BD-461B-8497-ACE5EC09F43F}" type="pres">
      <dgm:prSet presAssocID="{2476C97F-A4A8-468F-9DFB-B250D81635B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7FCC8FEA-128F-48EB-A7AF-484D490DA3AF}" type="pres">
      <dgm:prSet presAssocID="{2476C97F-A4A8-468F-9DFB-B250D81635B9}" presName="spaceRect" presStyleCnt="0"/>
      <dgm:spPr/>
    </dgm:pt>
    <dgm:pt modelId="{9AA9B134-00F3-46F3-B927-E77A8F2A90A5}" type="pres">
      <dgm:prSet presAssocID="{2476C97F-A4A8-468F-9DFB-B250D81635B9}" presName="textRect" presStyleLbl="revTx" presStyleIdx="1" presStyleCnt="3">
        <dgm:presLayoutVars>
          <dgm:chMax val="1"/>
          <dgm:chPref val="1"/>
        </dgm:presLayoutVars>
      </dgm:prSet>
      <dgm:spPr/>
    </dgm:pt>
    <dgm:pt modelId="{28F5AA56-807C-4A5B-8355-08416A74863B}" type="pres">
      <dgm:prSet presAssocID="{2B5DA459-9B10-43E4-B597-DBEE998FDE21}" presName="sibTrans" presStyleCnt="0"/>
      <dgm:spPr/>
    </dgm:pt>
    <dgm:pt modelId="{DE24EAA3-83B2-42D0-8C29-25BB405702A8}" type="pres">
      <dgm:prSet presAssocID="{8D67769D-ECAF-46EE-BAB7-2C2B775B84DF}" presName="compNode" presStyleCnt="0"/>
      <dgm:spPr/>
    </dgm:pt>
    <dgm:pt modelId="{E41A6ACB-6C85-4B82-83A6-DA9B814C06D8}" type="pres">
      <dgm:prSet presAssocID="{8D67769D-ECAF-46EE-BAB7-2C2B775B84D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853A94A8-A851-40FB-9199-3A902C318DD0}" type="pres">
      <dgm:prSet presAssocID="{8D67769D-ECAF-46EE-BAB7-2C2B775B84DF}" presName="spaceRect" presStyleCnt="0"/>
      <dgm:spPr/>
    </dgm:pt>
    <dgm:pt modelId="{96E23C19-BA6F-4437-9C14-2CA092565702}" type="pres">
      <dgm:prSet presAssocID="{8D67769D-ECAF-46EE-BAB7-2C2B775B84DF}" presName="textRect" presStyleLbl="revTx" presStyleIdx="2" presStyleCnt="3" custScaleX="82076">
        <dgm:presLayoutVars>
          <dgm:chMax val="1"/>
          <dgm:chPref val="1"/>
        </dgm:presLayoutVars>
      </dgm:prSet>
      <dgm:spPr/>
    </dgm:pt>
  </dgm:ptLst>
  <dgm:cxnLst>
    <dgm:cxn modelId="{D7743A00-2660-4E30-813E-DF617076F102}" type="presOf" srcId="{2476C97F-A4A8-468F-9DFB-B250D81635B9}" destId="{9AA9B134-00F3-46F3-B927-E77A8F2A90A5}" srcOrd="0" destOrd="0" presId="urn:microsoft.com/office/officeart/2018/2/layout/IconLabelList"/>
    <dgm:cxn modelId="{A2BFC70D-780F-4E66-8623-831F843FB7EB}" type="presOf" srcId="{8D67769D-ECAF-46EE-BAB7-2C2B775B84DF}" destId="{96E23C19-BA6F-4437-9C14-2CA092565702}" srcOrd="0" destOrd="0" presId="urn:microsoft.com/office/officeart/2018/2/layout/IconLabelList"/>
    <dgm:cxn modelId="{A5C7A31B-8E74-455B-B604-774E479FD17C}" type="presOf" srcId="{54784CE4-498A-4897-B4AF-263316136523}" destId="{196821CB-5886-4910-8F89-90182931D68E}" srcOrd="0" destOrd="0" presId="urn:microsoft.com/office/officeart/2018/2/layout/IconLabelList"/>
    <dgm:cxn modelId="{62C1A63B-DD8B-40B8-81D1-B6D4AB5D99DC}" srcId="{CF29A19B-6E73-487C-B4FA-634D98FC6F1B}" destId="{54784CE4-498A-4897-B4AF-263316136523}" srcOrd="0" destOrd="0" parTransId="{A13561CE-2ED8-4A56-ABC0-53FD20846FDF}" sibTransId="{9433F061-0787-469D-81C3-9E4FBFF91AC4}"/>
    <dgm:cxn modelId="{1EEBA95F-F4B0-45AF-A51D-AA977004E77B}" srcId="{CF29A19B-6E73-487C-B4FA-634D98FC6F1B}" destId="{2476C97F-A4A8-468F-9DFB-B250D81635B9}" srcOrd="1" destOrd="0" parTransId="{F9452B68-A036-444A-90F9-14C8BA477258}" sibTransId="{2B5DA459-9B10-43E4-B597-DBEE998FDE21}"/>
    <dgm:cxn modelId="{AA6BC06A-9B23-4064-B3A6-45C6C71B537A}" type="presOf" srcId="{CF29A19B-6E73-487C-B4FA-634D98FC6F1B}" destId="{F8541A4F-4129-4602-821E-546611D7AC0D}" srcOrd="0" destOrd="0" presId="urn:microsoft.com/office/officeart/2018/2/layout/IconLabelList"/>
    <dgm:cxn modelId="{429895E7-6871-4774-8753-C4149BC0BFDB}" srcId="{CF29A19B-6E73-487C-B4FA-634D98FC6F1B}" destId="{8D67769D-ECAF-46EE-BAB7-2C2B775B84DF}" srcOrd="2" destOrd="0" parTransId="{A4078285-F998-4530-903F-54B41F340B11}" sibTransId="{339143BB-EACF-4331-8DD0-92C9DA12BCDA}"/>
    <dgm:cxn modelId="{402DED6C-9C89-4E4A-AAF8-BC36A5F2409B}" type="presParOf" srcId="{F8541A4F-4129-4602-821E-546611D7AC0D}" destId="{61C16D4B-5D8E-41A7-8A0E-69E75F1153EE}" srcOrd="0" destOrd="0" presId="urn:microsoft.com/office/officeart/2018/2/layout/IconLabelList"/>
    <dgm:cxn modelId="{A0D4E16E-A23F-4BD9-A441-F4F8D40779C3}" type="presParOf" srcId="{61C16D4B-5D8E-41A7-8A0E-69E75F1153EE}" destId="{F0B77CB5-1EB8-4E8A-9C6D-304231C04E12}" srcOrd="0" destOrd="0" presId="urn:microsoft.com/office/officeart/2018/2/layout/IconLabelList"/>
    <dgm:cxn modelId="{9323973B-01F1-4D5B-B543-CA0E02F990E9}" type="presParOf" srcId="{61C16D4B-5D8E-41A7-8A0E-69E75F1153EE}" destId="{31C66B0A-5936-447A-9389-67C5C989BFC2}" srcOrd="1" destOrd="0" presId="urn:microsoft.com/office/officeart/2018/2/layout/IconLabelList"/>
    <dgm:cxn modelId="{EE329896-FF2F-4480-960B-3AA34AFFD43B}" type="presParOf" srcId="{61C16D4B-5D8E-41A7-8A0E-69E75F1153EE}" destId="{196821CB-5886-4910-8F89-90182931D68E}" srcOrd="2" destOrd="0" presId="urn:microsoft.com/office/officeart/2018/2/layout/IconLabelList"/>
    <dgm:cxn modelId="{98161D96-EE8E-4FD0-B2F9-72C224DFAC6E}" type="presParOf" srcId="{F8541A4F-4129-4602-821E-546611D7AC0D}" destId="{729F9004-D670-47CF-94C2-41F8C59E5D4D}" srcOrd="1" destOrd="0" presId="urn:microsoft.com/office/officeart/2018/2/layout/IconLabelList"/>
    <dgm:cxn modelId="{6DB712D0-B256-4A1D-B8FB-823A466B3FB0}" type="presParOf" srcId="{F8541A4F-4129-4602-821E-546611D7AC0D}" destId="{6ED953FA-FF88-482E-8E75-5FDCFD7492E9}" srcOrd="2" destOrd="0" presId="urn:microsoft.com/office/officeart/2018/2/layout/IconLabelList"/>
    <dgm:cxn modelId="{7C26CDC6-3BA9-41D0-A448-421053AF5426}" type="presParOf" srcId="{6ED953FA-FF88-482E-8E75-5FDCFD7492E9}" destId="{55931944-67BD-461B-8497-ACE5EC09F43F}" srcOrd="0" destOrd="0" presId="urn:microsoft.com/office/officeart/2018/2/layout/IconLabelList"/>
    <dgm:cxn modelId="{75767607-5177-4DAA-8A3C-B90CA215AE89}" type="presParOf" srcId="{6ED953FA-FF88-482E-8E75-5FDCFD7492E9}" destId="{7FCC8FEA-128F-48EB-A7AF-484D490DA3AF}" srcOrd="1" destOrd="0" presId="urn:microsoft.com/office/officeart/2018/2/layout/IconLabelList"/>
    <dgm:cxn modelId="{F9BBF132-30CE-4D4F-B2BA-D8AC717976D3}" type="presParOf" srcId="{6ED953FA-FF88-482E-8E75-5FDCFD7492E9}" destId="{9AA9B134-00F3-46F3-B927-E77A8F2A90A5}" srcOrd="2" destOrd="0" presId="urn:microsoft.com/office/officeart/2018/2/layout/IconLabelList"/>
    <dgm:cxn modelId="{A3FEA58D-E68F-4E37-AF05-FC95E51DABD5}" type="presParOf" srcId="{F8541A4F-4129-4602-821E-546611D7AC0D}" destId="{28F5AA56-807C-4A5B-8355-08416A74863B}" srcOrd="3" destOrd="0" presId="urn:microsoft.com/office/officeart/2018/2/layout/IconLabelList"/>
    <dgm:cxn modelId="{E824A03C-538A-414B-B71F-23EA888D2EC5}" type="presParOf" srcId="{F8541A4F-4129-4602-821E-546611D7AC0D}" destId="{DE24EAA3-83B2-42D0-8C29-25BB405702A8}" srcOrd="4" destOrd="0" presId="urn:microsoft.com/office/officeart/2018/2/layout/IconLabelList"/>
    <dgm:cxn modelId="{1C5A1EFA-3E05-4901-8289-93904A394D1B}" type="presParOf" srcId="{DE24EAA3-83B2-42D0-8C29-25BB405702A8}" destId="{E41A6ACB-6C85-4B82-83A6-DA9B814C06D8}" srcOrd="0" destOrd="0" presId="urn:microsoft.com/office/officeart/2018/2/layout/IconLabelList"/>
    <dgm:cxn modelId="{0726FE3A-3A43-49F0-9235-DE53930EA725}" type="presParOf" srcId="{DE24EAA3-83B2-42D0-8C29-25BB405702A8}" destId="{853A94A8-A851-40FB-9199-3A902C318DD0}" srcOrd="1" destOrd="0" presId="urn:microsoft.com/office/officeart/2018/2/layout/IconLabelList"/>
    <dgm:cxn modelId="{C9C92CF6-1865-4DB9-86EF-CF3407BA2EF3}" type="presParOf" srcId="{DE24EAA3-83B2-42D0-8C29-25BB405702A8}" destId="{96E23C19-BA6F-4437-9C14-2CA09256570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0B2CDA-D89D-4C39-A50E-166925DDE834}">
      <dsp:nvSpPr>
        <dsp:cNvPr id="0" name=""/>
        <dsp:cNvSpPr/>
      </dsp:nvSpPr>
      <dsp:spPr>
        <a:xfrm>
          <a:off x="1494714" y="1035974"/>
          <a:ext cx="735963" cy="83430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 t="6771" b="6771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7DCBA0-7A37-4D5A-96F6-43391F6E7E83}">
      <dsp:nvSpPr>
        <dsp:cNvPr id="0" name=""/>
        <dsp:cNvSpPr/>
      </dsp:nvSpPr>
      <dsp:spPr>
        <a:xfrm>
          <a:off x="417971" y="2370363"/>
          <a:ext cx="2889450" cy="94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/>
            <a:t>Compile ONNX Runtime CPU engine into </a:t>
          </a:r>
          <a:r>
            <a:rPr lang="en-US" sz="2000" b="0" i="0" kern="1200" dirty="0" err="1"/>
            <a:t>WebAssembly</a:t>
          </a:r>
          <a:r>
            <a:rPr lang="en-US" sz="2000" b="0" i="0" kern="1200" dirty="0"/>
            <a:t> backend</a:t>
          </a:r>
          <a:endParaRPr lang="en-US" sz="2000" kern="1200" dirty="0"/>
        </a:p>
      </dsp:txBody>
      <dsp:txXfrm>
        <a:off x="417971" y="2370363"/>
        <a:ext cx="2889450" cy="945000"/>
      </dsp:txXfrm>
    </dsp:sp>
    <dsp:sp modelId="{8B22BCDF-35E2-4709-AF79-6BE0C29BD677}">
      <dsp:nvSpPr>
        <dsp:cNvPr id="0" name=""/>
        <dsp:cNvSpPr/>
      </dsp:nvSpPr>
      <dsp:spPr>
        <a:xfrm>
          <a:off x="4846367" y="992058"/>
          <a:ext cx="822864" cy="75125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 l="9195" r="9195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3D7228-B367-4B17-8BF9-6B62B4353946}">
      <dsp:nvSpPr>
        <dsp:cNvPr id="0" name=""/>
        <dsp:cNvSpPr/>
      </dsp:nvSpPr>
      <dsp:spPr>
        <a:xfrm>
          <a:off x="3813075" y="2414279"/>
          <a:ext cx="2889450" cy="94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Support most functionalities native ONNX Runtime offers</a:t>
          </a:r>
          <a:endParaRPr lang="en-US" sz="2000" kern="1200"/>
        </a:p>
      </dsp:txBody>
      <dsp:txXfrm>
        <a:off x="3813075" y="2414279"/>
        <a:ext cx="2889450" cy="945000"/>
      </dsp:txXfrm>
    </dsp:sp>
    <dsp:sp modelId="{E08A15DF-3E09-47A6-94A4-41D14C27E01C}">
      <dsp:nvSpPr>
        <dsp:cNvPr id="0" name=""/>
        <dsp:cNvSpPr/>
      </dsp:nvSpPr>
      <dsp:spPr>
        <a:xfrm>
          <a:off x="8241471" y="992058"/>
          <a:ext cx="822864" cy="75125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666701-A224-47C1-8953-3806855A438E}">
      <dsp:nvSpPr>
        <dsp:cNvPr id="0" name=""/>
        <dsp:cNvSpPr/>
      </dsp:nvSpPr>
      <dsp:spPr>
        <a:xfrm>
          <a:off x="7208178" y="2414279"/>
          <a:ext cx="2889450" cy="94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Enable</a:t>
          </a:r>
          <a:r>
            <a:rPr lang="en-US" sz="2000" b="0" i="0" kern="1200"/>
            <a:t> multi-threading and SIMD in WebAssembly for perf acceleration</a:t>
          </a:r>
          <a:endParaRPr lang="en-US" sz="2000" kern="1200"/>
        </a:p>
      </dsp:txBody>
      <dsp:txXfrm>
        <a:off x="7208178" y="2414279"/>
        <a:ext cx="2889450" cy="945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B77CB5-1EB8-4E8A-9C6D-304231C04E12}">
      <dsp:nvSpPr>
        <dsp:cNvPr id="0" name=""/>
        <dsp:cNvSpPr/>
      </dsp:nvSpPr>
      <dsp:spPr>
        <a:xfrm>
          <a:off x="1082105" y="878242"/>
          <a:ext cx="1485526" cy="14855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6821CB-5886-4910-8F89-90182931D68E}">
      <dsp:nvSpPr>
        <dsp:cNvPr id="0" name=""/>
        <dsp:cNvSpPr/>
      </dsp:nvSpPr>
      <dsp:spPr>
        <a:xfrm>
          <a:off x="174284" y="2753095"/>
          <a:ext cx="330116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dirty="0"/>
            <a:t>WebGL Backend Coverage Improvement</a:t>
          </a:r>
          <a:endParaRPr lang="en-US" sz="2500" kern="1200" dirty="0"/>
        </a:p>
      </dsp:txBody>
      <dsp:txXfrm>
        <a:off x="174284" y="2753095"/>
        <a:ext cx="3301169" cy="720000"/>
      </dsp:txXfrm>
    </dsp:sp>
    <dsp:sp modelId="{55931944-67BD-461B-8497-ACE5EC09F43F}">
      <dsp:nvSpPr>
        <dsp:cNvPr id="0" name=""/>
        <dsp:cNvSpPr/>
      </dsp:nvSpPr>
      <dsp:spPr>
        <a:xfrm>
          <a:off x="4960980" y="878242"/>
          <a:ext cx="1485526" cy="14855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A9B134-00F3-46F3-B927-E77A8F2A90A5}">
      <dsp:nvSpPr>
        <dsp:cNvPr id="0" name=""/>
        <dsp:cNvSpPr/>
      </dsp:nvSpPr>
      <dsp:spPr>
        <a:xfrm>
          <a:off x="4053158" y="2753095"/>
          <a:ext cx="330116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dirty="0"/>
            <a:t>Performance improvement</a:t>
          </a:r>
          <a:endParaRPr lang="en-US" sz="2500" kern="1200" dirty="0"/>
        </a:p>
      </dsp:txBody>
      <dsp:txXfrm>
        <a:off x="4053158" y="2753095"/>
        <a:ext cx="3301169" cy="720000"/>
      </dsp:txXfrm>
    </dsp:sp>
    <dsp:sp modelId="{E41A6ACB-6C85-4B82-83A6-DA9B814C06D8}">
      <dsp:nvSpPr>
        <dsp:cNvPr id="0" name=""/>
        <dsp:cNvSpPr/>
      </dsp:nvSpPr>
      <dsp:spPr>
        <a:xfrm>
          <a:off x="8839854" y="878242"/>
          <a:ext cx="1485526" cy="14855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E23C19-BA6F-4437-9C14-2CA092565702}">
      <dsp:nvSpPr>
        <dsp:cNvPr id="0" name=""/>
        <dsp:cNvSpPr/>
      </dsp:nvSpPr>
      <dsp:spPr>
        <a:xfrm>
          <a:off x="8227883" y="2753095"/>
          <a:ext cx="270946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More demos with more capabilities</a:t>
          </a:r>
        </a:p>
      </dsp:txBody>
      <dsp:txXfrm>
        <a:off x="8227883" y="2753095"/>
        <a:ext cx="2709468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166C85-B112-41CD-B7FE-D47D65D8BA89}" type="datetimeFigureOut">
              <a:rPr lang="en-US" smtClean="0"/>
              <a:t>10/19/2021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6526A-0422-4A6C-B8D2-C8A92ACDC2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3138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6526A-0422-4A6C-B8D2-C8A92ACDC21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2267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6526A-0422-4A6C-B8D2-C8A92ACDC21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2884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6526A-0422-4A6C-B8D2-C8A92ACDC21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9876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6526A-0422-4A6C-B8D2-C8A92ACDC21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4951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i="0" dirty="0">
              <a:solidFill>
                <a:srgbClr val="24292E"/>
              </a:solidFill>
              <a:effectLst/>
              <a:latin typeface="-apple-syste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6526A-0422-4A6C-B8D2-C8A92ACDC21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5158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86526A-0422-4A6C-B8D2-C8A92ACDC21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7177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6526A-0422-4A6C-B8D2-C8A92ACDC21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7495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6526A-0422-4A6C-B8D2-C8A92ACDC21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4101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6526A-0422-4A6C-B8D2-C8A92ACDC21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8904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5BF9D-83B9-44A1-8757-B5145F90E5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5BDDF4-0542-40DE-AEC0-509B5127AB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A75F86-F56F-4139-AD4A-9BDD8836B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15434-8BA6-454E-B854-AC11616A78A4}" type="datetimeFigureOut">
              <a:rPr lang="en-US" smtClean="0"/>
              <a:t>10/19/2021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95801F-5CED-47FF-BDD0-0B2D15B1B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03AAB9-7108-48F5-9174-4F7E92E2F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01FF3-AA61-4CD6-90C6-7D20C478B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2371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60A03-3372-45A8-81A8-7BDD82E2C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E4177-E98E-4353-A9B1-02D07FE4EE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14820-7C68-45F9-AE94-0E1496B99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15434-8BA6-454E-B854-AC11616A78A4}" type="datetimeFigureOut">
              <a:rPr lang="en-US" smtClean="0"/>
              <a:t>10/19/2021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4FD768-C01B-4A2A-AA29-F5266237A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6BDCC0-F68E-40FE-87ED-6E9F51293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01FF3-AA61-4CD6-90C6-7D20C478B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905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B808F-531F-4769-9CF0-E8492B071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3F9547-8D91-44F0-9C65-98EE5D2405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74B53B-863F-447E-9A61-873A82CFE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15434-8BA6-454E-B854-AC11616A78A4}" type="datetimeFigureOut">
              <a:rPr lang="en-US" smtClean="0"/>
              <a:t>10/19/2021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294FA2-51DD-47B9-A2C9-DF51D27C8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E4CC06-FD0B-4B0D-A1E0-E34C136E6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01FF3-AA61-4CD6-90C6-7D20C478B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261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2D216-747D-4706-ABF2-7A6980560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9E46F3-9FC4-4D4D-869C-91C37DEE30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750428-AB13-490A-B963-891145189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0D5CDB-2FFE-4270-98D4-0536DBB30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15434-8BA6-454E-B854-AC11616A78A4}" type="datetimeFigureOut">
              <a:rPr lang="en-US" smtClean="0"/>
              <a:t>10/19/2021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0837A3-1726-4316-A9A3-B364DD54D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B132B9-1B48-4706-9594-61303998A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01FF3-AA61-4CD6-90C6-7D20C478B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523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A5872-385A-41F2-BD71-142CC4E03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F52561-C6E4-4B8B-8CD8-9779F8FC64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BDED66-EFD2-4F6E-A074-A99148B940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EAB013-85C9-4BE7-B4EC-DD00F0E2B1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923DE2-14CC-49FA-A03E-955B0EF48B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32A877-47DE-4DD6-8269-A21458220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15434-8BA6-454E-B854-AC11616A78A4}" type="datetimeFigureOut">
              <a:rPr lang="en-US" smtClean="0"/>
              <a:t>10/19/2021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8E1814-3D38-4EBD-9E5C-06A2BA54B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D941DB-CA55-4F0B-B5A4-7625A3649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01FF3-AA61-4CD6-90C6-7D20C478B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472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D4E41-FBB6-48D1-A2AF-AFA40A022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E159C3-8211-43D8-A036-8A5722FA7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15434-8BA6-454E-B854-AC11616A78A4}" type="datetimeFigureOut">
              <a:rPr lang="en-US" smtClean="0"/>
              <a:t>10/19/2021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350DFF-57EE-44DD-B087-0043A65EB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2BAEA0-0F9C-484E-B285-6AFA74A02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01FF3-AA61-4CD6-90C6-7D20C478B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277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1220FD-AFDA-4D51-9530-88623C230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15434-8BA6-454E-B854-AC11616A78A4}" type="datetimeFigureOut">
              <a:rPr lang="en-US" smtClean="0"/>
              <a:t>10/19/2021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97297B-68BF-4147-B3E4-42FF8BDE8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BEC320-5A4E-4BD9-9979-97FC8D6F4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01FF3-AA61-4CD6-90C6-7D20C478B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380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8585F-0E33-4676-93EF-7F7266F15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9B2A77-F37E-4CD1-B65A-434E8BE078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9CD42D-EEB3-4260-A434-883A5C432F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737501-C9AD-4593-ACC8-3654B9C72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15434-8BA6-454E-B854-AC11616A78A4}" type="datetimeFigureOut">
              <a:rPr lang="en-US" smtClean="0"/>
              <a:t>10/19/2021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608691-2DA4-4F48-8E5B-648F7EFE9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EE9F6F-1A73-48B6-B5B1-72B899EA1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01FF3-AA61-4CD6-90C6-7D20C478B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556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140AA-2E56-4838-A6D6-FC49C5066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B28F65-849A-40B3-9BB6-CBFC9A1836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623DDE-4370-4826-834E-28A0A092AF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8BA74D-179A-48B9-B177-34D9E16F5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15434-8BA6-454E-B854-AC11616A78A4}" type="datetimeFigureOut">
              <a:rPr lang="en-US" smtClean="0"/>
              <a:t>10/19/2021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BC4E8B-884A-495A-ACFB-D8E0D1079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6B3589-960C-42C7-BD7C-7BB86696F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01FF3-AA61-4CD6-90C6-7D20C478B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419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B8BD0-51BC-4284-B24E-45619EBBD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EFA230-93C0-40B1-BE8A-89AAC1E930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94F568-90A3-4AE1-85BF-8E45B1EFA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15434-8BA6-454E-B854-AC11616A78A4}" type="datetimeFigureOut">
              <a:rPr lang="en-US" smtClean="0"/>
              <a:t>10/19/2021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5D54E9-862A-4485-A25C-395BD1952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C8A937-94C2-4DD9-9EB9-A43EDF321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01FF3-AA61-4CD6-90C6-7D20C478B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796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0070F1-3E74-4070-BD26-DEBD125484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873098-1FA7-439C-BF17-CC0A3A5B73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3E11A2-A399-48B6-B94B-53D2C7CC3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15434-8BA6-454E-B854-AC11616A78A4}" type="datetimeFigureOut">
              <a:rPr lang="en-US" smtClean="0"/>
              <a:t>10/19/2021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54C872-67D1-464D-875B-F68D69D7E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5DD0F-400A-4797-A127-2B3E71079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01FF3-AA61-4CD6-90C6-7D20C478B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358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BFFECE-3760-4E7B-A076-00722A3EF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6CD632-D888-4031-AC25-53E862DD85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014F32-B802-4237-A1CB-5E2FBB5164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D15434-8BA6-454E-B854-AC11616A78A4}" type="datetimeFigureOut">
              <a:rPr lang="en-US" smtClean="0"/>
              <a:t>10/19/2021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B754E0-DE38-44B6-B840-9BA657E1A9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7C91FF-A19C-44CD-A80A-AD2B7241BB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A01FF3-AA61-4CD6-90C6-7D20C478B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866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icrosoft/onnxruntime/tree/master/js/web#operators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microsoft.github.io/onnxruntime-web-demo/#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hyperlink" Target="https://github.com/microsoft/ML-For-Beginners/tree/main/4-Classification/4-Applied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46BCFB34-60FA-4E9E-99A5-AE1375E8DA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2271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6BF2E2F-F42E-437A-8B5E-C353FF10DC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1462" y="2499751"/>
            <a:ext cx="9144000" cy="1391740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In-browser Inference with</a:t>
            </a:r>
            <a:br>
              <a:rPr lang="en-US" altLang="zh-CN" dirty="0"/>
            </a:br>
            <a:r>
              <a:rPr lang="en-US" altLang="zh-CN" dirty="0"/>
              <a:t>ONN Runtime Web</a:t>
            </a:r>
            <a:endParaRPr lang="en-US" dirty="0"/>
          </a:p>
        </p:txBody>
      </p:sp>
      <p:sp>
        <p:nvSpPr>
          <p:cNvPr id="8" name="Subtitle 1">
            <a:extLst>
              <a:ext uri="{FF2B5EF4-FFF2-40B4-BE49-F238E27FC236}">
                <a16:creationId xmlns:a16="http://schemas.microsoft.com/office/drawing/2014/main" id="{E36A57CA-D0AA-48F8-A5E8-93212AB8589A}"/>
              </a:ext>
            </a:extLst>
          </p:cNvPr>
          <p:cNvSpPr txBox="1">
            <a:spLocks/>
          </p:cNvSpPr>
          <p:nvPr/>
        </p:nvSpPr>
        <p:spPr>
          <a:xfrm>
            <a:off x="2674218" y="4480964"/>
            <a:ext cx="6843563" cy="10156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b="1" dirty="0"/>
          </a:p>
          <a:p>
            <a:r>
              <a:rPr lang="en-US" sz="2000" b="1" dirty="0"/>
              <a:t>Emma Ning</a:t>
            </a:r>
            <a:r>
              <a:rPr lang="en-US" sz="2000" dirty="0"/>
              <a:t>| Product Manager in Microsoft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834524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146"/>
    </mc:Choice>
    <mc:Fallback xmlns="">
      <p:transition spd="slow" advTm="1714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3A58148-D452-4F6F-A2FE-EED968DE1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386463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891160-3B40-4319-88BB-D511D6B81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809" y="1885518"/>
            <a:ext cx="3197013" cy="2743200"/>
          </a:xfrm>
        </p:spPr>
        <p:txBody>
          <a:bodyPr anchor="t">
            <a:normAutofit/>
          </a:bodyPr>
          <a:lstStyle/>
          <a:p>
            <a:pPr algn="ctr"/>
            <a:r>
              <a:rPr lang="en-US" altLang="zh-CN" sz="4800" dirty="0">
                <a:solidFill>
                  <a:schemeClr val="bg1"/>
                </a:solidFill>
              </a:rPr>
              <a:t>In-browser </a:t>
            </a:r>
            <a:r>
              <a:rPr lang="en-US" sz="4800" dirty="0">
                <a:solidFill>
                  <a:schemeClr val="bg1"/>
                </a:solidFill>
              </a:rPr>
              <a:t>Machine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770C6B-727D-4794-B551-70427C52A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0719" y="641615"/>
            <a:ext cx="7289799" cy="5533496"/>
          </a:xfrm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Enjoy the benefits 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Cross-platform support 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Privacy protection 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Real-time Analysis</a:t>
            </a:r>
          </a:p>
          <a:p>
            <a:pPr lvl="1">
              <a:lnSpc>
                <a:spcPct val="150000"/>
              </a:lnSpc>
            </a:pPr>
            <a:r>
              <a:rPr lang="en-US" altLang="zh-CN" dirty="0"/>
              <a:t>Easy Access and distribution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0009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902"/>
    </mc:Choice>
    <mc:Fallback xmlns="">
      <p:transition spd="slow" advTm="5490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2C1B7-D12A-4AD0-8595-1F30C70EE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ONNX Runtime Web(ORT Web)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E3939-BFB2-498F-B8DD-D574482426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0" i="0" dirty="0">
                <a:solidFill>
                  <a:srgbClr val="2F2F2F"/>
                </a:solidFill>
                <a:effectLst/>
                <a:latin typeface="Segoe UI" panose="020B0502040204020203" pitchFamily="34" charset="0"/>
              </a:rPr>
              <a:t>A new feature in ONNX Runtime to enable JavaScript developers to run and deploy machine learning models in browsers (replacing ONNX.js)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1ECAC1-34F8-4768-ABFF-89AB2DBC7D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3026641"/>
            <a:ext cx="7620000" cy="33623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268FC93-8B39-4164-9FD0-C20D946CD630}"/>
              </a:ext>
            </a:extLst>
          </p:cNvPr>
          <p:cNvSpPr txBox="1"/>
          <p:nvPr/>
        </p:nvSpPr>
        <p:spPr>
          <a:xfrm>
            <a:off x="2600325" y="6388966"/>
            <a:ext cx="6094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/>
              <a:t>Optimize ONNX model inference on both CPUs and GPUs 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4C56F63-2569-4706-95C7-C445A2A90BC5}"/>
              </a:ext>
            </a:extLst>
          </p:cNvPr>
          <p:cNvSpPr/>
          <p:nvPr/>
        </p:nvSpPr>
        <p:spPr>
          <a:xfrm>
            <a:off x="2171700" y="4384964"/>
            <a:ext cx="6244936" cy="1340428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911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984"/>
    </mc:Choice>
    <mc:Fallback xmlns="">
      <p:transition spd="slow" advTm="59984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15562-60D7-47AB-A16D-D29516B72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ONNX Runtime Web – WASM backend for CPU</a:t>
            </a:r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F1DFCB33-7772-41F1-92C9-C3A7E89A78E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05078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4C35DF2A-3BEB-464C-836B-6914EF1FE93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86790" y="5221000"/>
            <a:ext cx="9545782" cy="108065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69923E8-D48A-483D-A222-917CF3CC5BF4}"/>
              </a:ext>
            </a:extLst>
          </p:cNvPr>
          <p:cNvSpPr txBox="1"/>
          <p:nvPr/>
        </p:nvSpPr>
        <p:spPr>
          <a:xfrm>
            <a:off x="3868016" y="6301654"/>
            <a:ext cx="6094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F2F2F"/>
                </a:solidFill>
                <a:effectLst/>
                <a:latin typeface="Segoe UI" panose="020B0502040204020203" pitchFamily="34" charset="0"/>
              </a:rPr>
              <a:t>3.4x faster with two threads together with SIMD enabled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624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8959"/>
    </mc:Choice>
    <mc:Fallback xmlns="">
      <p:transition spd="slow" advTm="108959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15562-60D7-47AB-A16D-D29516B72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ONNX Runtime Web – WebGL backend for GPU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6E81E3-75C2-40E7-9BBB-0D2A53111E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259291" cy="4351338"/>
          </a:xfrm>
        </p:spPr>
        <p:txBody>
          <a:bodyPr>
            <a:normAutofit/>
          </a:bodyPr>
          <a:lstStyle/>
          <a:p>
            <a:pPr lvl="0">
              <a:lnSpc>
                <a:spcPct val="200000"/>
              </a:lnSpc>
            </a:pPr>
            <a:r>
              <a:rPr lang="en-US" dirty="0"/>
              <a:t>JavaScript based implementation with WebGL APIs</a:t>
            </a:r>
          </a:p>
          <a:p>
            <a:pPr lvl="1">
              <a:lnSpc>
                <a:spcPct val="200000"/>
              </a:lnSpc>
            </a:pPr>
            <a:r>
              <a:rPr lang="en-US" b="0" i="0" dirty="0">
                <a:solidFill>
                  <a:srgbClr val="292929"/>
                </a:solidFill>
                <a:effectLst/>
                <a:latin typeface="medium-content-serif-font"/>
              </a:rPr>
              <a:t>WebGL provides direct access to a computer’s GPU </a:t>
            </a:r>
          </a:p>
          <a:p>
            <a:pPr lvl="0">
              <a:lnSpc>
                <a:spcPct val="200000"/>
              </a:lnSpc>
            </a:pPr>
            <a:r>
              <a:rPr lang="en-US" dirty="0"/>
              <a:t>Various optimizations including pack mode, cache, and graph fusion</a:t>
            </a:r>
          </a:p>
          <a:p>
            <a:pPr lvl="1">
              <a:lnSpc>
                <a:spcPct val="200000"/>
              </a:lnSpc>
            </a:pPr>
            <a:r>
              <a:rPr lang="en-US" dirty="0">
                <a:solidFill>
                  <a:srgbClr val="292929"/>
                </a:solidFill>
                <a:latin typeface="medium-content-serif-font"/>
              </a:rPr>
              <a:t>E.g., reducing up to 75 percent memory footprint while improving parallelism with pack mode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147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4801"/>
    </mc:Choice>
    <mc:Fallback xmlns="">
      <p:transition spd="slow" advTm="7480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3A58148-D452-4F6F-A2FE-EED968DE1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386463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891160-3B40-4319-88BB-D511D6B81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" y="2244581"/>
            <a:ext cx="3864635" cy="2743200"/>
          </a:xfrm>
        </p:spPr>
        <p:txBody>
          <a:bodyPr anchor="t">
            <a:norm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</a:rPr>
              <a:t>ONNX Runtime Web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770C6B-727D-4794-B551-70427C52A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0719" y="298715"/>
            <a:ext cx="7289799" cy="5533496"/>
          </a:xfrm>
        </p:spPr>
        <p:txBody>
          <a:bodyPr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2F2F2F"/>
                </a:solidFill>
                <a:latin typeface="Segoe UI" panose="020B0502040204020203" pitchFamily="34" charset="0"/>
              </a:rPr>
              <a:t>Operator support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solidFill>
                  <a:srgbClr val="2F2F2F"/>
                </a:solidFill>
                <a:latin typeface="Segoe UI" panose="020B0502040204020203" pitchFamily="34" charset="0"/>
              </a:rPr>
              <a:t>WASM backend - All ONNX operators are supported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solidFill>
                  <a:srgbClr val="2F2F2F"/>
                </a:solidFill>
                <a:latin typeface="Segoe UI" panose="020B0502040204020203" pitchFamily="34" charset="0"/>
              </a:rPr>
              <a:t>WebGL backend - a subset of ONNX operators </a:t>
            </a:r>
            <a:r>
              <a:rPr lang="en-US" u="sng" dirty="0">
                <a:solidFill>
                  <a:srgbClr val="0067B8"/>
                </a:solidFill>
                <a:latin typeface="Segoe UI" panose="020B0502040204020203" pitchFamily="34" charset="0"/>
                <a:hlinkClick r:id="rId3"/>
              </a:rPr>
              <a:t>supported operators by each backend</a:t>
            </a:r>
            <a:endParaRPr lang="en-US" u="sng" dirty="0">
              <a:solidFill>
                <a:srgbClr val="0067B8"/>
              </a:solidFill>
              <a:latin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2F2F2F"/>
                </a:solidFill>
                <a:latin typeface="Segoe UI" panose="020B0502040204020203" pitchFamily="34" charset="0"/>
              </a:rPr>
              <a:t>Platform Compatibility</a:t>
            </a:r>
            <a:endParaRPr lang="en-US" u="sng" dirty="0">
              <a:solidFill>
                <a:srgbClr val="0067B8"/>
              </a:solidFill>
              <a:latin typeface="Segoe UI" panose="020B05020402040202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34CFFE-3287-4BC8-B432-2F2A574F2C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9162" y="4262437"/>
            <a:ext cx="6753225" cy="218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572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5691"/>
    </mc:Choice>
    <mc:Fallback xmlns="">
      <p:transition spd="slow" advTm="5569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623A5A92-31D5-46BA-8C85-E7C8B4797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331" y="177800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To use ONNX Runtime Web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A4C5D10-AEDE-45CE-BF45-936E0F84FD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367" y="2151284"/>
            <a:ext cx="4756296" cy="373999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F2F2F"/>
                </a:solidFill>
                <a:effectLst/>
                <a:latin typeface="Arial Unicode MS"/>
                <a:ea typeface="Courier New" panose="02070309020205020404" pitchFamily="49" charset="0"/>
              </a:rPr>
              <a:t>const ort = require('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2F2F2F"/>
                </a:solidFill>
                <a:effectLst/>
                <a:latin typeface="Arial Unicode MS"/>
                <a:ea typeface="Courier New" panose="02070309020205020404" pitchFamily="49" charset="0"/>
              </a:rPr>
              <a:t>onnxruntime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F2F2F"/>
                </a:solidFill>
                <a:effectLst/>
                <a:latin typeface="Arial Unicode MS"/>
                <a:ea typeface="Courier New" panose="02070309020205020404" pitchFamily="49" charset="0"/>
              </a:rPr>
              <a:t>-web’);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dirty="0">
              <a:solidFill>
                <a:srgbClr val="2F2F2F"/>
              </a:solidFill>
              <a:latin typeface="Arial Unicode MS"/>
              <a:ea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F2F2F"/>
                </a:solidFill>
                <a:effectLst/>
                <a:latin typeface="Arial Unicode MS"/>
                <a:ea typeface="Courier New" panose="02070309020205020404" pitchFamily="49" charset="0"/>
              </a:rPr>
              <a:t>// create an inference session, using WebGL backend. (default is '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2F2F2F"/>
                </a:solidFill>
                <a:effectLst/>
                <a:latin typeface="Arial Unicode MS"/>
                <a:ea typeface="Courier New" panose="02070309020205020404" pitchFamily="49" charset="0"/>
              </a:rPr>
              <a:t>wasm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F2F2F"/>
                </a:solidFill>
                <a:effectLst/>
                <a:latin typeface="Arial Unicode MS"/>
                <a:ea typeface="Courier New" panose="02070309020205020404" pitchFamily="49" charset="0"/>
              </a:rPr>
              <a:t>’)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F2F2F"/>
                </a:solidFill>
                <a:effectLst/>
                <a:latin typeface="Arial Unicode MS"/>
                <a:ea typeface="Courier New" panose="02070309020205020404" pitchFamily="49" charset="0"/>
              </a:rPr>
              <a:t>const session = await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2F2F2F"/>
                </a:solidFill>
                <a:effectLst/>
                <a:latin typeface="Arial Unicode MS"/>
                <a:ea typeface="Courier New" panose="02070309020205020404" pitchFamily="49" charset="0"/>
              </a:rPr>
              <a:t>ort.InferenceSession.create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F2F2F"/>
                </a:solidFill>
                <a:effectLst/>
                <a:latin typeface="Arial Unicode MS"/>
                <a:ea typeface="Courier New" panose="02070309020205020404" pitchFamily="49" charset="0"/>
              </a:rPr>
              <a:t>('./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2F2F2F"/>
                </a:solidFill>
                <a:effectLst/>
                <a:latin typeface="Arial Unicode MS"/>
                <a:ea typeface="Courier New" panose="02070309020205020404" pitchFamily="49" charset="0"/>
              </a:rPr>
              <a:t>model.onnx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F2F2F"/>
                </a:solidFill>
                <a:effectLst/>
                <a:latin typeface="Arial Unicode MS"/>
                <a:ea typeface="Courier New" panose="02070309020205020404" pitchFamily="49" charset="0"/>
              </a:rPr>
              <a:t>', {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2F2F2F"/>
                </a:solidFill>
                <a:effectLst/>
                <a:latin typeface="Arial Unicode MS"/>
                <a:ea typeface="Courier New" panose="02070309020205020404" pitchFamily="49" charset="0"/>
              </a:rPr>
              <a:t>executionProviders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F2F2F"/>
                </a:solidFill>
                <a:effectLst/>
                <a:latin typeface="Arial Unicode MS"/>
                <a:ea typeface="Courier New" panose="02070309020205020404" pitchFamily="49" charset="0"/>
              </a:rPr>
              <a:t>: ['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2F2F2F"/>
                </a:solidFill>
                <a:effectLst/>
                <a:latin typeface="Arial Unicode MS"/>
                <a:ea typeface="Courier New" panose="02070309020205020404" pitchFamily="49" charset="0"/>
              </a:rPr>
              <a:t>webgl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F2F2F"/>
                </a:solidFill>
                <a:effectLst/>
                <a:latin typeface="Arial Unicode MS"/>
                <a:ea typeface="Courier New" panose="02070309020205020404" pitchFamily="49" charset="0"/>
              </a:rPr>
              <a:t>'] }); …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dirty="0">
              <a:solidFill>
                <a:srgbClr val="2F2F2F"/>
              </a:solidFill>
              <a:latin typeface="Arial Unicode MS"/>
              <a:ea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F2F2F"/>
                </a:solidFill>
                <a:effectLst/>
                <a:latin typeface="Arial Unicode MS"/>
                <a:ea typeface="Courier New" panose="02070309020205020404" pitchFamily="49" charset="0"/>
              </a:rPr>
              <a:t>// feed inputs and run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F2F2F"/>
                </a:solidFill>
                <a:effectLst/>
                <a:latin typeface="Arial Unicode MS"/>
                <a:ea typeface="Courier New" panose="02070309020205020404" pitchFamily="49" charset="0"/>
              </a:rPr>
              <a:t>const results = await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2F2F2F"/>
                </a:solidFill>
                <a:effectLst/>
                <a:latin typeface="Arial Unicode MS"/>
                <a:ea typeface="Courier New" panose="02070309020205020404" pitchFamily="49" charset="0"/>
              </a:rPr>
              <a:t>session.run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F2F2F"/>
                </a:solidFill>
                <a:effectLst/>
                <a:latin typeface="Arial Unicode MS"/>
                <a:ea typeface="Courier New" panose="02070309020205020404" pitchFamily="49" charset="0"/>
              </a:rPr>
              <a:t>(feeds);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2CE465-7E7F-4ACF-B830-F0296DDB7EAA}"/>
              </a:ext>
            </a:extLst>
          </p:cNvPr>
          <p:cNvSpPr txBox="1"/>
          <p:nvPr/>
        </p:nvSpPr>
        <p:spPr>
          <a:xfrm>
            <a:off x="5593049" y="1632796"/>
            <a:ext cx="6094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F2F2F"/>
                </a:solidFill>
                <a:effectLst/>
                <a:latin typeface="Segoe UI" panose="020B0502040204020203" pitchFamily="34" charset="0"/>
              </a:rPr>
              <a:t> </a:t>
            </a:r>
            <a:r>
              <a:rPr lang="en-US" b="0" i="0" u="sng" dirty="0">
                <a:solidFill>
                  <a:srgbClr val="0067B8"/>
                </a:solidFill>
                <a:effectLst/>
                <a:latin typeface="Segoe UI" panose="020B0502040204020203" pitchFamily="34" charset="0"/>
                <a:hlinkClick r:id="rId3"/>
              </a:rPr>
              <a:t>ORT Web Demo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34CCC4-F9C3-4941-AD74-DF92E38694CE}"/>
              </a:ext>
            </a:extLst>
          </p:cNvPr>
          <p:cNvSpPr txBox="1"/>
          <p:nvPr/>
        </p:nvSpPr>
        <p:spPr>
          <a:xfrm>
            <a:off x="7589332" y="1632796"/>
            <a:ext cx="6094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u="none" strike="noStrike" dirty="0">
                <a:solidFill>
                  <a:srgbClr val="243A5E"/>
                </a:solidFill>
                <a:effectLst/>
                <a:latin typeface="Segoe UI" panose="020B0502040204020203" pitchFamily="34" charset="0"/>
                <a:hlinkClick r:id="rId4"/>
              </a:rPr>
              <a:t>E2E tutorial</a:t>
            </a:r>
            <a:r>
              <a:rPr lang="en-US" b="0" i="0" dirty="0">
                <a:solidFill>
                  <a:srgbClr val="2F2F2F"/>
                </a:solidFill>
                <a:effectLst/>
                <a:latin typeface="Segoe UI" panose="020B0502040204020203" pitchFamily="34" charset="0"/>
              </a:rPr>
              <a:t> 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8EFC59D-D62A-4C80-BF3F-212B46E527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8131" y="2151284"/>
            <a:ext cx="6094268" cy="4368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844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5467"/>
    </mc:Choice>
    <mc:Fallback xmlns="">
      <p:transition spd="slow" advTm="65467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D8314F22-6818-4D14-97A9-7D17D64BE2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1216609"/>
              </p:ext>
            </p:extLst>
          </p:nvPr>
        </p:nvGraphicFramePr>
        <p:xfrm>
          <a:off x="392256" y="1326951"/>
          <a:ext cx="11407487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itle 9">
            <a:extLst>
              <a:ext uri="{FF2B5EF4-FFF2-40B4-BE49-F238E27FC236}">
                <a16:creationId xmlns:a16="http://schemas.microsoft.com/office/drawing/2014/main" id="{BB58A90E-EB2F-44BF-91C1-86F8F9CD1DD7}"/>
              </a:ext>
            </a:extLst>
          </p:cNvPr>
          <p:cNvSpPr txBox="1">
            <a:spLocks/>
          </p:cNvSpPr>
          <p:nvPr/>
        </p:nvSpPr>
        <p:spPr>
          <a:xfrm>
            <a:off x="470331" y="1778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Looking forward</a:t>
            </a:r>
          </a:p>
        </p:txBody>
      </p:sp>
    </p:spTree>
    <p:extLst>
      <p:ext uri="{BB962C8B-B14F-4D97-AF65-F5344CB8AC3E}">
        <p14:creationId xmlns:p14="http://schemas.microsoft.com/office/powerpoint/2010/main" val="3784532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2993"/>
    </mc:Choice>
    <mc:Fallback xmlns="">
      <p:transition spd="slow" advTm="72993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40292A24-4093-48C9-BBFF-2A47887D82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2271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4A7F49A8-1567-41AC-ABA8-4DBCCD9EE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23506"/>
            <a:ext cx="10515600" cy="1325563"/>
          </a:xfrm>
        </p:spPr>
        <p:txBody>
          <a:bodyPr/>
          <a:lstStyle/>
          <a:p>
            <a:r>
              <a:rPr lang="en-US" dirty="0"/>
              <a:t>Thanks </a:t>
            </a:r>
          </a:p>
        </p:txBody>
      </p:sp>
    </p:spTree>
    <p:extLst>
      <p:ext uri="{BB962C8B-B14F-4D97-AF65-F5344CB8AC3E}">
        <p14:creationId xmlns:p14="http://schemas.microsoft.com/office/powerpoint/2010/main" val="1595148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663"/>
    </mc:Choice>
    <mc:Fallback xmlns="">
      <p:transition spd="slow" advTm="13663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A6A839B28DFB64085F097990130BADD" ma:contentTypeVersion="6" ma:contentTypeDescription="Create a new document." ma:contentTypeScope="" ma:versionID="a54ab40e69c03f001be7c7780e781216">
  <xsd:schema xmlns:xsd="http://www.w3.org/2001/XMLSchema" xmlns:xs="http://www.w3.org/2001/XMLSchema" xmlns:p="http://schemas.microsoft.com/office/2006/metadata/properties" xmlns:ns2="4bf1ef8a-3709-4ff0-ae59-b023e7c23e7c" targetNamespace="http://schemas.microsoft.com/office/2006/metadata/properties" ma:root="true" ma:fieldsID="ccdd9fd15cddb2e0757b04d4960ea091" ns2:_="">
    <xsd:import namespace="4bf1ef8a-3709-4ff0-ae59-b023e7c23e7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f1ef8a-3709-4ff0-ae59-b023e7c23e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F47539E-C502-475E-B9ED-8A1FF6724811}">
  <ds:schemaRefs>
    <ds:schemaRef ds:uri="http://purl.org/dc/terms/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4bf1ef8a-3709-4ff0-ae59-b023e7c23e7c"/>
    <ds:schemaRef ds:uri="http://schemas.microsoft.com/office/2006/metadata/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06351EE5-4395-40C9-BF45-D0B9139D5F4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bf1ef8a-3709-4ff0-ae59-b023e7c23e7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2557A5B-8417-442C-9B24-4FA1B0F33E94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4153</TotalTime>
  <Words>283</Words>
  <Application>Microsoft Office PowerPoint</Application>
  <PresentationFormat>Widescreen</PresentationFormat>
  <Paragraphs>51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-apple-system</vt:lpstr>
      <vt:lpstr>Arial Unicode MS</vt:lpstr>
      <vt:lpstr>medium-content-serif-font</vt:lpstr>
      <vt:lpstr>Arial</vt:lpstr>
      <vt:lpstr>Calibri</vt:lpstr>
      <vt:lpstr>Calibri Light</vt:lpstr>
      <vt:lpstr>Segoe UI</vt:lpstr>
      <vt:lpstr>Office Theme</vt:lpstr>
      <vt:lpstr>In-browser Inference with ONN Runtime Web</vt:lpstr>
      <vt:lpstr>In-browser Machine Learning</vt:lpstr>
      <vt:lpstr>ONNX Runtime Web(ORT Web)</vt:lpstr>
      <vt:lpstr>ONNX Runtime Web – WASM backend for CPU</vt:lpstr>
      <vt:lpstr>ONNX Runtime Web – WebGL backend for GPU</vt:lpstr>
      <vt:lpstr>ONNX Runtime Web</vt:lpstr>
      <vt:lpstr>To use ONNX Runtime Web</vt:lpstr>
      <vt:lpstr>PowerPoint Presentation</vt:lpstr>
      <vt:lpstr>Thanks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ONNX.JS</dc:title>
  <dc:creator>Emma Ning</dc:creator>
  <cp:lastModifiedBy>Emma Ning</cp:lastModifiedBy>
  <cp:revision>54</cp:revision>
  <dcterms:created xsi:type="dcterms:W3CDTF">2018-09-11T05:36:17Z</dcterms:created>
  <dcterms:modified xsi:type="dcterms:W3CDTF">2021-10-19T23:09:22Z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SetDate">
    <vt:lpwstr>2018-09-11T05:41:34.0875661Z</vt:lpwstr>
  </property>
  <property fmtid="{D5CDD505-2E9C-101B-9397-08002B2CF9AE}" pid="5" name="MSIP_Label_f42aa342-8706-4288-bd11-ebb85995028c_Name">
    <vt:lpwstr>General</vt:lpwstr>
  </property>
  <property fmtid="{D5CDD505-2E9C-101B-9397-08002B2CF9AE}" pid="6" name="MSIP_Label_f42aa342-8706-4288-bd11-ebb85995028c_Extended_MSFT_Method">
    <vt:lpwstr>Automatic</vt:lpwstr>
  </property>
  <property fmtid="{D5CDD505-2E9C-101B-9397-08002B2CF9AE}" pid="7" name="Sensitivity">
    <vt:lpwstr>General</vt:lpwstr>
  </property>
  <property fmtid="{D5CDD505-2E9C-101B-9397-08002B2CF9AE}" pid="8" name="ContentTypeId">
    <vt:lpwstr>0x0101000A6A839B28DFB64085F097990130BADD</vt:lpwstr>
  </property>
</Properties>
</file>