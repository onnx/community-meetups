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  <p:sldMasterId id="2147483701" r:id="rId5"/>
    <p:sldMasterId id="214748370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Helvetica Neue Light"/>
      <p:regular r:id="rId25"/>
      <p:bold r:id="rId26"/>
      <p:italic r:id="rId27"/>
      <p:boldItalic r:id="rId28"/>
    </p:embeddedFont>
    <p:embeddedFont>
      <p:font typeface="Roboto Mono Regular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HelveticaNeueLight-bold.fntdata"/><Relationship Id="rId25" Type="http://schemas.openxmlformats.org/officeDocument/2006/relationships/font" Target="fonts/HelveticaNeueLight-regular.fntdata"/><Relationship Id="rId28" Type="http://schemas.openxmlformats.org/officeDocument/2006/relationships/font" Target="fonts/HelveticaNeueLight-boldItalic.fntdata"/><Relationship Id="rId27" Type="http://schemas.openxmlformats.org/officeDocument/2006/relationships/font" Target="fonts/HelveticaNeueLight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RobotoMonoRegular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MonoRegular-italic.fntdata"/><Relationship Id="rId30" Type="http://schemas.openxmlformats.org/officeDocument/2006/relationships/font" Target="fonts/RobotoMonoRegular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schemas.openxmlformats.org/officeDocument/2006/relationships/font" Target="fonts/RobotoMonoRegular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5371a50474_0_10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5371a50474_0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9bc11037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9bc11037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9922006431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g9922006431_0_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9922006431_0_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g9922006431_0_1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9922006431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992200643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5371a50474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5371a50474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9e37729347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9e37729347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9e37729347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9e37729347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9e37729347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9e37729347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9922006431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9922006431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9bc09e6ac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9bc09e6ac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9bc110374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9bc110374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9bc110374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9bc110374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5371a50474_0_8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g5371a50474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a057347181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ga05734718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9bc110374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9bc110374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9bc110374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9bc110374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-4" y="0"/>
            <a:ext cx="9144004" cy="4577904"/>
            <a:chOff x="-4" y="0"/>
            <a:chExt cx="9144004" cy="4577904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0" y="0"/>
              <a:ext cx="9144000" cy="4447329"/>
              <a:chOff x="0" y="0"/>
              <a:chExt cx="9144000" cy="4447329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0" y="0"/>
                <a:ext cx="9144000" cy="3701633"/>
              </a:xfrm>
              <a:prstGeom prst="rect">
                <a:avLst/>
              </a:prstGeom>
              <a:solidFill>
                <a:srgbClr val="F0F4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1" y="3305339"/>
                <a:ext cx="9143998" cy="1141990"/>
              </a:xfrm>
              <a:custGeom>
                <a:rect b="b" l="l" r="r" t="t"/>
                <a:pathLst>
                  <a:path extrusionOk="0" h="1141990" w="9143998">
                    <a:moveTo>
                      <a:pt x="0" y="0"/>
                    </a:moveTo>
                    <a:lnTo>
                      <a:pt x="9143998" y="0"/>
                    </a:lnTo>
                    <a:lnTo>
                      <a:pt x="9143998" y="636046"/>
                    </a:lnTo>
                    <a:lnTo>
                      <a:pt x="9069564" y="660705"/>
                    </a:lnTo>
                    <a:cubicBezTo>
                      <a:pt x="8094855" y="951078"/>
                      <a:pt x="6444203" y="1141990"/>
                      <a:pt x="4572000" y="1141990"/>
                    </a:cubicBezTo>
                    <a:cubicBezTo>
                      <a:pt x="2699797" y="1141990"/>
                      <a:pt x="1049146" y="951078"/>
                      <a:pt x="74436" y="660705"/>
                    </a:cubicBezTo>
                    <a:lnTo>
                      <a:pt x="0" y="636046"/>
                    </a:lnTo>
                    <a:close/>
                  </a:path>
                </a:pathLst>
              </a:custGeom>
              <a:solidFill>
                <a:srgbClr val="F0F4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" name="Google Shape;15;p2"/>
            <p:cNvSpPr/>
            <p:nvPr/>
          </p:nvSpPr>
          <p:spPr>
            <a:xfrm rot="-5400000">
              <a:off x="4311477" y="-254618"/>
              <a:ext cx="521041" cy="9144002"/>
            </a:xfrm>
            <a:custGeom>
              <a:rect b="b" l="l" r="r" t="t"/>
              <a:pathLst>
                <a:path extrusionOk="0" h="5147617" w="293320">
                  <a:moveTo>
                    <a:pt x="288897" y="0"/>
                  </a:moveTo>
                  <a:cubicBezTo>
                    <a:pt x="98397" y="685800"/>
                    <a:pt x="4149" y="1732547"/>
                    <a:pt x="139" y="2590800"/>
                  </a:cubicBezTo>
                  <a:cubicBezTo>
                    <a:pt x="-3872" y="3449053"/>
                    <a:pt x="78132" y="4354771"/>
                    <a:pt x="293320" y="5147617"/>
                  </a:cubicBezTo>
                </a:path>
              </a:pathLst>
            </a:custGeom>
            <a:noFill/>
            <a:ln cap="flat" cmpd="sng" w="1905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 picture containing drawing&#10;&#10;Description automatically generated"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54727" y="1287740"/>
            <a:ext cx="4834547" cy="145198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6789203" y="3250219"/>
            <a:ext cx="1872900" cy="140700"/>
          </a:xfrm>
          <a:prstGeom prst="rect">
            <a:avLst/>
          </a:prstGeom>
          <a:solidFill>
            <a:srgbClr val="FAE2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568925" y="2955513"/>
            <a:ext cx="8209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Secure and efficient </a:t>
            </a:r>
            <a:r>
              <a:rPr lang="en" sz="2800">
                <a:latin typeface="Avenir"/>
                <a:ea typeface="Avenir"/>
                <a:cs typeface="Avenir"/>
                <a:sym typeface="Avenir"/>
              </a:rPr>
              <a:t>machine</a:t>
            </a:r>
            <a:r>
              <a:rPr b="0" i="0" lang="en" sz="2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learning everywhere </a:t>
            </a: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0" y="4749900"/>
            <a:ext cx="150368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b="0"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with Left Blue Curv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4"/>
          <p:cNvGrpSpPr/>
          <p:nvPr/>
        </p:nvGrpSpPr>
        <p:grpSpPr>
          <a:xfrm rot="-5400000">
            <a:off x="-1320937" y="1320940"/>
            <a:ext cx="5143499" cy="2501622"/>
            <a:chOff x="0" y="0"/>
            <a:chExt cx="9144000" cy="4447329"/>
          </a:xfrm>
        </p:grpSpPr>
        <p:sp>
          <p:nvSpPr>
            <p:cNvPr id="25" name="Google Shape;25;p4"/>
            <p:cNvSpPr/>
            <p:nvPr/>
          </p:nvSpPr>
          <p:spPr>
            <a:xfrm>
              <a:off x="0" y="0"/>
              <a:ext cx="9144000" cy="3701633"/>
            </a:xfrm>
            <a:prstGeom prst="rect">
              <a:avLst/>
            </a:prstGeom>
            <a:solidFill>
              <a:srgbClr val="F0F4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1" y="3305339"/>
              <a:ext cx="9143998" cy="1141990"/>
            </a:xfrm>
            <a:custGeom>
              <a:rect b="b" l="l" r="r" t="t"/>
              <a:pathLst>
                <a:path extrusionOk="0" h="1141990" w="9143998">
                  <a:moveTo>
                    <a:pt x="0" y="0"/>
                  </a:moveTo>
                  <a:lnTo>
                    <a:pt x="9143998" y="0"/>
                  </a:lnTo>
                  <a:lnTo>
                    <a:pt x="9143998" y="636046"/>
                  </a:lnTo>
                  <a:lnTo>
                    <a:pt x="9069564" y="660705"/>
                  </a:lnTo>
                  <a:cubicBezTo>
                    <a:pt x="8094855" y="951078"/>
                    <a:pt x="6444203" y="1141990"/>
                    <a:pt x="4572000" y="1141990"/>
                  </a:cubicBezTo>
                  <a:cubicBezTo>
                    <a:pt x="2699797" y="1141990"/>
                    <a:pt x="1049146" y="951078"/>
                    <a:pt x="74436" y="660705"/>
                  </a:cubicBezTo>
                  <a:lnTo>
                    <a:pt x="0" y="636046"/>
                  </a:lnTo>
                  <a:close/>
                </a:path>
              </a:pathLst>
            </a:custGeom>
            <a:solidFill>
              <a:srgbClr val="F0F4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b="0"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picture containing drawing&#10;&#10;Description automatically generated" id="29" name="Google Shape;2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021" y="4787122"/>
            <a:ext cx="938559" cy="281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with Big Blue Curve">
    <p:bg>
      <p:bgPr>
        <a:solidFill>
          <a:srgbClr val="F0F4FA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5"/>
          <p:cNvGrpSpPr/>
          <p:nvPr/>
        </p:nvGrpSpPr>
        <p:grpSpPr>
          <a:xfrm>
            <a:off x="3991980" y="-1"/>
            <a:ext cx="5517781" cy="5163653"/>
            <a:chOff x="3991980" y="-1"/>
            <a:chExt cx="5517781" cy="5163653"/>
          </a:xfrm>
        </p:grpSpPr>
        <p:grpSp>
          <p:nvGrpSpPr>
            <p:cNvPr id="32" name="Google Shape;32;p5"/>
            <p:cNvGrpSpPr/>
            <p:nvPr/>
          </p:nvGrpSpPr>
          <p:grpSpPr>
            <a:xfrm flipH="1" rot="5400000">
              <a:off x="4233862" y="-132398"/>
              <a:ext cx="5143498" cy="5408301"/>
              <a:chOff x="1" y="-5167430"/>
              <a:chExt cx="9143998" cy="9614760"/>
            </a:xfrm>
          </p:grpSpPr>
          <p:sp>
            <p:nvSpPr>
              <p:cNvPr id="33" name="Google Shape;33;p5"/>
              <p:cNvSpPr/>
              <p:nvPr/>
            </p:nvSpPr>
            <p:spPr>
              <a:xfrm>
                <a:off x="1" y="-5167430"/>
                <a:ext cx="9143998" cy="8869063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5"/>
              <p:cNvSpPr/>
              <p:nvPr/>
            </p:nvSpPr>
            <p:spPr>
              <a:xfrm>
                <a:off x="1" y="3305340"/>
                <a:ext cx="9143997" cy="1141990"/>
              </a:xfrm>
              <a:custGeom>
                <a:rect b="b" l="l" r="r" t="t"/>
                <a:pathLst>
                  <a:path extrusionOk="0" h="1141990" w="9143998">
                    <a:moveTo>
                      <a:pt x="0" y="0"/>
                    </a:moveTo>
                    <a:lnTo>
                      <a:pt x="9143998" y="0"/>
                    </a:lnTo>
                    <a:lnTo>
                      <a:pt x="9143998" y="636046"/>
                    </a:lnTo>
                    <a:lnTo>
                      <a:pt x="9069564" y="660705"/>
                    </a:lnTo>
                    <a:cubicBezTo>
                      <a:pt x="8094855" y="951078"/>
                      <a:pt x="6444203" y="1141990"/>
                      <a:pt x="4572000" y="1141990"/>
                    </a:cubicBezTo>
                    <a:cubicBezTo>
                      <a:pt x="2699797" y="1141990"/>
                      <a:pt x="1049146" y="951078"/>
                      <a:pt x="74436" y="660705"/>
                    </a:cubicBezTo>
                    <a:lnTo>
                      <a:pt x="0" y="63604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35;p5"/>
            <p:cNvSpPr/>
            <p:nvPr/>
          </p:nvSpPr>
          <p:spPr>
            <a:xfrm>
              <a:off x="3991980" y="-1"/>
              <a:ext cx="294234" cy="5163653"/>
            </a:xfrm>
            <a:custGeom>
              <a:rect b="b" l="l" r="r" t="t"/>
              <a:pathLst>
                <a:path extrusionOk="0" h="5147617" w="293320">
                  <a:moveTo>
                    <a:pt x="288897" y="0"/>
                  </a:moveTo>
                  <a:cubicBezTo>
                    <a:pt x="98397" y="685800"/>
                    <a:pt x="4149" y="1732547"/>
                    <a:pt x="139" y="2590800"/>
                  </a:cubicBezTo>
                  <a:cubicBezTo>
                    <a:pt x="-3872" y="3449053"/>
                    <a:pt x="78132" y="4354771"/>
                    <a:pt x="293320" y="5147617"/>
                  </a:cubicBezTo>
                </a:path>
              </a:pathLst>
            </a:custGeom>
            <a:noFill/>
            <a:ln cap="flat" cmpd="sng" w="1905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b="0"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_Title only">
    <p:bg>
      <p:bgPr>
        <a:solidFill>
          <a:srgbClr val="F0F4FA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6"/>
          <p:cNvGrpSpPr/>
          <p:nvPr/>
        </p:nvGrpSpPr>
        <p:grpSpPr>
          <a:xfrm>
            <a:off x="-4" y="0"/>
            <a:ext cx="9144004" cy="4577904"/>
            <a:chOff x="-4" y="0"/>
            <a:chExt cx="9144004" cy="4577904"/>
          </a:xfrm>
        </p:grpSpPr>
        <p:grpSp>
          <p:nvGrpSpPr>
            <p:cNvPr id="40" name="Google Shape;40;p6"/>
            <p:cNvGrpSpPr/>
            <p:nvPr/>
          </p:nvGrpSpPr>
          <p:grpSpPr>
            <a:xfrm>
              <a:off x="0" y="0"/>
              <a:ext cx="9144000" cy="4447329"/>
              <a:chOff x="0" y="0"/>
              <a:chExt cx="9144000" cy="4447329"/>
            </a:xfrm>
          </p:grpSpPr>
          <p:sp>
            <p:nvSpPr>
              <p:cNvPr id="41" name="Google Shape;41;p6"/>
              <p:cNvSpPr/>
              <p:nvPr/>
            </p:nvSpPr>
            <p:spPr>
              <a:xfrm>
                <a:off x="0" y="0"/>
                <a:ext cx="9144000" cy="3701633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6"/>
              <p:cNvSpPr/>
              <p:nvPr/>
            </p:nvSpPr>
            <p:spPr>
              <a:xfrm>
                <a:off x="1" y="3305339"/>
                <a:ext cx="9143998" cy="1141990"/>
              </a:xfrm>
              <a:custGeom>
                <a:rect b="b" l="l" r="r" t="t"/>
                <a:pathLst>
                  <a:path extrusionOk="0" h="1141990" w="9143998">
                    <a:moveTo>
                      <a:pt x="0" y="0"/>
                    </a:moveTo>
                    <a:lnTo>
                      <a:pt x="9143998" y="0"/>
                    </a:lnTo>
                    <a:lnTo>
                      <a:pt x="9143998" y="636046"/>
                    </a:lnTo>
                    <a:lnTo>
                      <a:pt x="9069564" y="660705"/>
                    </a:lnTo>
                    <a:cubicBezTo>
                      <a:pt x="8094855" y="951078"/>
                      <a:pt x="6444203" y="1141990"/>
                      <a:pt x="4572000" y="1141990"/>
                    </a:cubicBezTo>
                    <a:cubicBezTo>
                      <a:pt x="2699797" y="1141990"/>
                      <a:pt x="1049146" y="951078"/>
                      <a:pt x="74436" y="660705"/>
                    </a:cubicBezTo>
                    <a:lnTo>
                      <a:pt x="0" y="63604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" name="Google Shape;43;p6"/>
            <p:cNvSpPr/>
            <p:nvPr/>
          </p:nvSpPr>
          <p:spPr>
            <a:xfrm rot="-5400000">
              <a:off x="4311477" y="-254618"/>
              <a:ext cx="521041" cy="9144002"/>
            </a:xfrm>
            <a:custGeom>
              <a:rect b="b" l="l" r="r" t="t"/>
              <a:pathLst>
                <a:path extrusionOk="0" h="5147617" w="293320">
                  <a:moveTo>
                    <a:pt x="288897" y="0"/>
                  </a:moveTo>
                  <a:cubicBezTo>
                    <a:pt x="98397" y="685800"/>
                    <a:pt x="4149" y="1732547"/>
                    <a:pt x="139" y="2590800"/>
                  </a:cubicBezTo>
                  <a:cubicBezTo>
                    <a:pt x="-3872" y="3449053"/>
                    <a:pt x="78132" y="4354771"/>
                    <a:pt x="293320" y="5147617"/>
                  </a:cubicBezTo>
                </a:path>
              </a:pathLst>
            </a:custGeom>
            <a:noFill/>
            <a:ln cap="flat" cmpd="sng" w="1905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b="0"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_Title only 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7"/>
          <p:cNvGrpSpPr/>
          <p:nvPr/>
        </p:nvGrpSpPr>
        <p:grpSpPr>
          <a:xfrm rot="10800000">
            <a:off x="-3" y="2225549"/>
            <a:ext cx="9144004" cy="2958591"/>
            <a:chOff x="-4" y="-1147741"/>
            <a:chExt cx="9144004" cy="5725645"/>
          </a:xfrm>
        </p:grpSpPr>
        <p:grpSp>
          <p:nvGrpSpPr>
            <p:cNvPr id="48" name="Google Shape;48;p7"/>
            <p:cNvGrpSpPr/>
            <p:nvPr/>
          </p:nvGrpSpPr>
          <p:grpSpPr>
            <a:xfrm>
              <a:off x="0" y="-1147741"/>
              <a:ext cx="9144000" cy="5595070"/>
              <a:chOff x="0" y="-1147741"/>
              <a:chExt cx="9144000" cy="5595070"/>
            </a:xfrm>
          </p:grpSpPr>
          <p:sp>
            <p:nvSpPr>
              <p:cNvPr id="49" name="Google Shape;49;p7"/>
              <p:cNvSpPr/>
              <p:nvPr/>
            </p:nvSpPr>
            <p:spPr>
              <a:xfrm>
                <a:off x="0" y="-1147741"/>
                <a:ext cx="9144000" cy="4849376"/>
              </a:xfrm>
              <a:prstGeom prst="rect">
                <a:avLst/>
              </a:prstGeom>
              <a:solidFill>
                <a:srgbClr val="F0F4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7"/>
              <p:cNvSpPr/>
              <p:nvPr/>
            </p:nvSpPr>
            <p:spPr>
              <a:xfrm>
                <a:off x="1" y="3305339"/>
                <a:ext cx="9143998" cy="1141990"/>
              </a:xfrm>
              <a:custGeom>
                <a:rect b="b" l="l" r="r" t="t"/>
                <a:pathLst>
                  <a:path extrusionOk="0" h="1141990" w="9143998">
                    <a:moveTo>
                      <a:pt x="0" y="0"/>
                    </a:moveTo>
                    <a:lnTo>
                      <a:pt x="9143998" y="0"/>
                    </a:lnTo>
                    <a:lnTo>
                      <a:pt x="9143998" y="636046"/>
                    </a:lnTo>
                    <a:lnTo>
                      <a:pt x="9069564" y="660705"/>
                    </a:lnTo>
                    <a:cubicBezTo>
                      <a:pt x="8094855" y="951078"/>
                      <a:pt x="6444203" y="1141990"/>
                      <a:pt x="4572000" y="1141990"/>
                    </a:cubicBezTo>
                    <a:cubicBezTo>
                      <a:pt x="2699797" y="1141990"/>
                      <a:pt x="1049146" y="951078"/>
                      <a:pt x="74436" y="660705"/>
                    </a:cubicBezTo>
                    <a:lnTo>
                      <a:pt x="0" y="636046"/>
                    </a:lnTo>
                    <a:close/>
                  </a:path>
                </a:pathLst>
              </a:custGeom>
              <a:solidFill>
                <a:srgbClr val="F0F4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" name="Google Shape;51;p7"/>
            <p:cNvSpPr/>
            <p:nvPr/>
          </p:nvSpPr>
          <p:spPr>
            <a:xfrm rot="-5400000">
              <a:off x="4311477" y="-254618"/>
              <a:ext cx="521041" cy="9144002"/>
            </a:xfrm>
            <a:custGeom>
              <a:rect b="b" l="l" r="r" t="t"/>
              <a:pathLst>
                <a:path extrusionOk="0" h="5147617" w="293320">
                  <a:moveTo>
                    <a:pt x="288897" y="0"/>
                  </a:moveTo>
                  <a:cubicBezTo>
                    <a:pt x="98397" y="685800"/>
                    <a:pt x="4149" y="1732547"/>
                    <a:pt x="139" y="2590800"/>
                  </a:cubicBezTo>
                  <a:cubicBezTo>
                    <a:pt x="-3872" y="3449053"/>
                    <a:pt x="78132" y="4354771"/>
                    <a:pt x="293320" y="5147617"/>
                  </a:cubicBezTo>
                </a:path>
              </a:pathLst>
            </a:custGeom>
            <a:noFill/>
            <a:ln cap="flat" cmpd="sng" w="1905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b="0"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picture containing drawing&#10;&#10;Description automatically generated" id="54" name="Google Shape;5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021" y="4787122"/>
            <a:ext cx="938559" cy="281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char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/>
          <p:nvPr>
            <p:ph idx="2" type="chart"/>
          </p:nvPr>
        </p:nvSpPr>
        <p:spPr>
          <a:xfrm>
            <a:off x="311150" y="860975"/>
            <a:ext cx="8521700" cy="37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1_Title and 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0"/>
          <p:cNvSpPr/>
          <p:nvPr>
            <p:ph idx="2" type="chart"/>
          </p:nvPr>
        </p:nvSpPr>
        <p:spPr>
          <a:xfrm>
            <a:off x="311150" y="860975"/>
            <a:ext cx="3999900" cy="37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0"/>
          <p:cNvSpPr/>
          <p:nvPr>
            <p:ph idx="3" type="chart"/>
          </p:nvPr>
        </p:nvSpPr>
        <p:spPr>
          <a:xfrm>
            <a:off x="4571725" y="860975"/>
            <a:ext cx="4260850" cy="37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311700" y="860975"/>
            <a:ext cx="8520600" cy="37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Avenir"/>
                <a:ea typeface="Avenir"/>
                <a:cs typeface="Avenir"/>
                <a:sym typeface="Avenir"/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Avenir"/>
                <a:ea typeface="Avenir"/>
                <a:cs typeface="Avenir"/>
                <a:sym typeface="Aveni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2"/>
          <p:cNvSpPr/>
          <p:nvPr/>
        </p:nvSpPr>
        <p:spPr>
          <a:xfrm>
            <a:off x="0" y="4749900"/>
            <a:ext cx="150368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Helvetica Neue"/>
              <a:buNone/>
              <a:defRPr b="0" sz="5200">
                <a:latin typeface="Avenir"/>
                <a:ea typeface="Avenir"/>
                <a:cs typeface="Avenir"/>
                <a:sym typeface="Aveni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6" name="Google Shape;76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>
                <a:latin typeface="Avenir"/>
                <a:ea typeface="Avenir"/>
                <a:cs typeface="Avenir"/>
                <a:sym typeface="Aveni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3"/>
          <p:cNvSpPr/>
          <p:nvPr/>
        </p:nvSpPr>
        <p:spPr>
          <a:xfrm>
            <a:off x="0" y="4749900"/>
            <a:ext cx="150368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311700" y="860975"/>
            <a:ext cx="3999900" cy="37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Avenir"/>
                <a:ea typeface="Avenir"/>
                <a:cs typeface="Avenir"/>
                <a:sym typeface="Avenir"/>
              </a:defRPr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4"/>
          <p:cNvSpPr txBox="1"/>
          <p:nvPr>
            <p:ph idx="2" type="body"/>
          </p:nvPr>
        </p:nvSpPr>
        <p:spPr>
          <a:xfrm>
            <a:off x="4832400" y="860975"/>
            <a:ext cx="3999900" cy="37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Avenir"/>
                <a:ea typeface="Avenir"/>
                <a:cs typeface="Avenir"/>
                <a:sym typeface="Avenir"/>
              </a:defRPr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311700" y="288275"/>
            <a:ext cx="2808000" cy="63628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311700" y="924560"/>
            <a:ext cx="2808000" cy="364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Avenir"/>
                <a:ea typeface="Avenir"/>
                <a:cs typeface="Avenir"/>
                <a:sym typeface="Avenir"/>
              </a:defRPr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6"/>
          <p:cNvGrpSpPr/>
          <p:nvPr/>
        </p:nvGrpSpPr>
        <p:grpSpPr>
          <a:xfrm flipH="1" rot="5400000">
            <a:off x="5321439" y="1320940"/>
            <a:ext cx="5143499" cy="2501622"/>
            <a:chOff x="0" y="0"/>
            <a:chExt cx="9144000" cy="4447329"/>
          </a:xfrm>
        </p:grpSpPr>
        <p:sp>
          <p:nvSpPr>
            <p:cNvPr id="90" name="Google Shape;90;p16"/>
            <p:cNvSpPr/>
            <p:nvPr/>
          </p:nvSpPr>
          <p:spPr>
            <a:xfrm>
              <a:off x="0" y="0"/>
              <a:ext cx="9144000" cy="3701633"/>
            </a:xfrm>
            <a:prstGeom prst="rect">
              <a:avLst/>
            </a:prstGeom>
            <a:solidFill>
              <a:srgbClr val="F0F4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1" y="3305339"/>
              <a:ext cx="9143998" cy="1141990"/>
            </a:xfrm>
            <a:custGeom>
              <a:rect b="b" l="l" r="r" t="t"/>
              <a:pathLst>
                <a:path extrusionOk="0" h="1141990" w="9143998">
                  <a:moveTo>
                    <a:pt x="0" y="0"/>
                  </a:moveTo>
                  <a:lnTo>
                    <a:pt x="9143998" y="0"/>
                  </a:lnTo>
                  <a:lnTo>
                    <a:pt x="9143998" y="636046"/>
                  </a:lnTo>
                  <a:lnTo>
                    <a:pt x="9069564" y="660705"/>
                  </a:lnTo>
                  <a:cubicBezTo>
                    <a:pt x="8094855" y="951078"/>
                    <a:pt x="6444203" y="1141990"/>
                    <a:pt x="4572000" y="1141990"/>
                  </a:cubicBezTo>
                  <a:cubicBezTo>
                    <a:pt x="2699797" y="1141990"/>
                    <a:pt x="1049146" y="951078"/>
                    <a:pt x="74436" y="660705"/>
                  </a:cubicBezTo>
                  <a:lnTo>
                    <a:pt x="0" y="636046"/>
                  </a:lnTo>
                  <a:close/>
                </a:path>
              </a:pathLst>
            </a:custGeom>
            <a:solidFill>
              <a:srgbClr val="F0F4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" name="Google Shape;92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7"/>
          <p:cNvGrpSpPr/>
          <p:nvPr/>
        </p:nvGrpSpPr>
        <p:grpSpPr>
          <a:xfrm>
            <a:off x="4489820" y="-1"/>
            <a:ext cx="4654179" cy="5163653"/>
            <a:chOff x="3991980" y="-1"/>
            <a:chExt cx="4654179" cy="5163653"/>
          </a:xfrm>
        </p:grpSpPr>
        <p:grpSp>
          <p:nvGrpSpPr>
            <p:cNvPr id="96" name="Google Shape;96;p17"/>
            <p:cNvGrpSpPr/>
            <p:nvPr/>
          </p:nvGrpSpPr>
          <p:grpSpPr>
            <a:xfrm flipH="1" rot="5400000">
              <a:off x="3802061" y="299403"/>
              <a:ext cx="5143498" cy="4544699"/>
              <a:chOff x="1" y="-3632137"/>
              <a:chExt cx="9143998" cy="8079467"/>
            </a:xfrm>
          </p:grpSpPr>
          <p:sp>
            <p:nvSpPr>
              <p:cNvPr id="97" name="Google Shape;97;p17"/>
              <p:cNvSpPr/>
              <p:nvPr/>
            </p:nvSpPr>
            <p:spPr>
              <a:xfrm>
                <a:off x="1" y="-3632137"/>
                <a:ext cx="9143998" cy="733377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17"/>
              <p:cNvSpPr/>
              <p:nvPr/>
            </p:nvSpPr>
            <p:spPr>
              <a:xfrm>
                <a:off x="1" y="3305340"/>
                <a:ext cx="9143997" cy="1141990"/>
              </a:xfrm>
              <a:custGeom>
                <a:rect b="b" l="l" r="r" t="t"/>
                <a:pathLst>
                  <a:path extrusionOk="0" h="1141990" w="9143998">
                    <a:moveTo>
                      <a:pt x="0" y="0"/>
                    </a:moveTo>
                    <a:lnTo>
                      <a:pt x="9143998" y="0"/>
                    </a:lnTo>
                    <a:lnTo>
                      <a:pt x="9143998" y="636046"/>
                    </a:lnTo>
                    <a:lnTo>
                      <a:pt x="9069564" y="660705"/>
                    </a:lnTo>
                    <a:cubicBezTo>
                      <a:pt x="8094855" y="951078"/>
                      <a:pt x="6444203" y="1141990"/>
                      <a:pt x="4572000" y="1141990"/>
                    </a:cubicBezTo>
                    <a:cubicBezTo>
                      <a:pt x="2699797" y="1141990"/>
                      <a:pt x="1049146" y="951078"/>
                      <a:pt x="74436" y="660705"/>
                    </a:cubicBezTo>
                    <a:lnTo>
                      <a:pt x="0" y="63604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9" name="Google Shape;99;p17"/>
            <p:cNvSpPr/>
            <p:nvPr/>
          </p:nvSpPr>
          <p:spPr>
            <a:xfrm>
              <a:off x="3991980" y="-1"/>
              <a:ext cx="294234" cy="5163653"/>
            </a:xfrm>
            <a:custGeom>
              <a:rect b="b" l="l" r="r" t="t"/>
              <a:pathLst>
                <a:path extrusionOk="0" h="5147617" w="293320">
                  <a:moveTo>
                    <a:pt x="288897" y="0"/>
                  </a:moveTo>
                  <a:cubicBezTo>
                    <a:pt x="98397" y="685800"/>
                    <a:pt x="4149" y="1732547"/>
                    <a:pt x="139" y="2590800"/>
                  </a:cubicBezTo>
                  <a:cubicBezTo>
                    <a:pt x="-3872" y="3449053"/>
                    <a:pt x="78132" y="4354771"/>
                    <a:pt x="293320" y="5147617"/>
                  </a:cubicBezTo>
                </a:path>
              </a:pathLst>
            </a:custGeom>
            <a:noFill/>
            <a:ln cap="flat" cmpd="sng" w="1905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Avenir"/>
                <a:ea typeface="Avenir"/>
                <a:cs typeface="Avenir"/>
                <a:sym typeface="Aveni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1" name="Google Shape;101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Avenir"/>
                <a:ea typeface="Avenir"/>
                <a:cs typeface="Avenir"/>
                <a:sym typeface="Aveni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2" name="Google Shape;102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Avenir"/>
                <a:ea typeface="Avenir"/>
                <a:cs typeface="Avenir"/>
                <a:sym typeface="Avenir"/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showMasterSp="0">
  <p:cSld name="TITLE_AND_BODY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9;p1" id="105" name="Google Shape;10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020" y="4787122"/>
            <a:ext cx="938560" cy="28188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venir"/>
              <a:buNone/>
              <a:defRPr b="0" sz="2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8695852" y="4682867"/>
            <a:ext cx="325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114" name="Google Shape;11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54727" y="1287740"/>
            <a:ext cx="4834546" cy="145198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/>
          <p:nvPr/>
        </p:nvSpPr>
        <p:spPr>
          <a:xfrm>
            <a:off x="5303025" y="3174025"/>
            <a:ext cx="2824800" cy="140700"/>
          </a:xfrm>
          <a:prstGeom prst="rect">
            <a:avLst/>
          </a:prstGeom>
          <a:solidFill>
            <a:srgbClr val="FAE2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568925" y="2955513"/>
            <a:ext cx="8209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Automate efficient AI/ML ops t</a:t>
            </a:r>
            <a:r>
              <a:rPr b="1" lang="en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</a:t>
            </a:r>
            <a:r>
              <a:rPr b="1" lang="en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rough a unified software foundation.</a:t>
            </a:r>
            <a:endParaRPr sz="28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0" y="4749900"/>
            <a:ext cx="150360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20"/>
          <p:cNvGrpSpPr/>
          <p:nvPr/>
        </p:nvGrpSpPr>
        <p:grpSpPr>
          <a:xfrm>
            <a:off x="-4" y="0"/>
            <a:ext cx="9149889" cy="4577904"/>
            <a:chOff x="-4" y="0"/>
            <a:chExt cx="9149889" cy="4577904"/>
          </a:xfrm>
        </p:grpSpPr>
        <p:grpSp>
          <p:nvGrpSpPr>
            <p:cNvPr id="119" name="Google Shape;119;p20"/>
            <p:cNvGrpSpPr/>
            <p:nvPr/>
          </p:nvGrpSpPr>
          <p:grpSpPr>
            <a:xfrm>
              <a:off x="0" y="0"/>
              <a:ext cx="9144000" cy="4447329"/>
              <a:chOff x="0" y="0"/>
              <a:chExt cx="9144000" cy="4447329"/>
            </a:xfrm>
          </p:grpSpPr>
          <p:sp>
            <p:nvSpPr>
              <p:cNvPr id="120" name="Google Shape;120;p20"/>
              <p:cNvSpPr/>
              <p:nvPr/>
            </p:nvSpPr>
            <p:spPr>
              <a:xfrm>
                <a:off x="0" y="0"/>
                <a:ext cx="9144000" cy="3701700"/>
              </a:xfrm>
              <a:prstGeom prst="rect">
                <a:avLst/>
              </a:prstGeom>
              <a:solidFill>
                <a:srgbClr val="F0F4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20"/>
              <p:cNvSpPr/>
              <p:nvPr/>
            </p:nvSpPr>
            <p:spPr>
              <a:xfrm>
                <a:off x="1" y="3305339"/>
                <a:ext cx="9143998" cy="1141990"/>
              </a:xfrm>
              <a:custGeom>
                <a:rect b="b" l="l" r="r" t="t"/>
                <a:pathLst>
                  <a:path extrusionOk="0" h="1141990" w="9143998">
                    <a:moveTo>
                      <a:pt x="0" y="0"/>
                    </a:moveTo>
                    <a:lnTo>
                      <a:pt x="9143998" y="0"/>
                    </a:lnTo>
                    <a:lnTo>
                      <a:pt x="9143998" y="636046"/>
                    </a:lnTo>
                    <a:lnTo>
                      <a:pt x="9069564" y="660705"/>
                    </a:lnTo>
                    <a:cubicBezTo>
                      <a:pt x="8094855" y="951078"/>
                      <a:pt x="6444203" y="1141990"/>
                      <a:pt x="4572000" y="1141990"/>
                    </a:cubicBezTo>
                    <a:cubicBezTo>
                      <a:pt x="2699797" y="1141990"/>
                      <a:pt x="1049146" y="951078"/>
                      <a:pt x="74436" y="660705"/>
                    </a:cubicBezTo>
                    <a:lnTo>
                      <a:pt x="0" y="636046"/>
                    </a:lnTo>
                    <a:close/>
                  </a:path>
                </a:pathLst>
              </a:custGeom>
              <a:solidFill>
                <a:srgbClr val="F0F4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2" name="Google Shape;122;p20"/>
            <p:cNvSpPr/>
            <p:nvPr/>
          </p:nvSpPr>
          <p:spPr>
            <a:xfrm rot="-5400000">
              <a:off x="4314253" y="-257729"/>
              <a:ext cx="521376" cy="9149889"/>
            </a:xfrm>
            <a:custGeom>
              <a:rect b="b" l="l" r="r" t="t"/>
              <a:pathLst>
                <a:path extrusionOk="0" h="5147617" w="293320">
                  <a:moveTo>
                    <a:pt x="288897" y="0"/>
                  </a:moveTo>
                  <a:cubicBezTo>
                    <a:pt x="98397" y="685800"/>
                    <a:pt x="4149" y="1732547"/>
                    <a:pt x="139" y="2590800"/>
                  </a:cubicBezTo>
                  <a:cubicBezTo>
                    <a:pt x="-3872" y="3449053"/>
                    <a:pt x="78132" y="4354771"/>
                    <a:pt x="293320" y="5147617"/>
                  </a:cubicBezTo>
                </a:path>
              </a:pathLst>
            </a:custGeom>
            <a:noFill/>
            <a:ln cap="flat" cmpd="sng" w="1905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b="0"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with Left Blue Curve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22"/>
          <p:cNvGrpSpPr/>
          <p:nvPr/>
        </p:nvGrpSpPr>
        <p:grpSpPr>
          <a:xfrm rot="-5400000">
            <a:off x="-1320937" y="1320939"/>
            <a:ext cx="5143500" cy="2501623"/>
            <a:chOff x="0" y="0"/>
            <a:chExt cx="9144000" cy="4447329"/>
          </a:xfrm>
        </p:grpSpPr>
        <p:sp>
          <p:nvSpPr>
            <p:cNvPr id="128" name="Google Shape;128;p22"/>
            <p:cNvSpPr/>
            <p:nvPr/>
          </p:nvSpPr>
          <p:spPr>
            <a:xfrm>
              <a:off x="0" y="0"/>
              <a:ext cx="9144000" cy="3701700"/>
            </a:xfrm>
            <a:prstGeom prst="rect">
              <a:avLst/>
            </a:prstGeom>
            <a:solidFill>
              <a:srgbClr val="F0F4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2"/>
            <p:cNvSpPr/>
            <p:nvPr/>
          </p:nvSpPr>
          <p:spPr>
            <a:xfrm>
              <a:off x="1" y="3305339"/>
              <a:ext cx="9143998" cy="1141990"/>
            </a:xfrm>
            <a:custGeom>
              <a:rect b="b" l="l" r="r" t="t"/>
              <a:pathLst>
                <a:path extrusionOk="0" h="1141990" w="9143998">
                  <a:moveTo>
                    <a:pt x="0" y="0"/>
                  </a:moveTo>
                  <a:lnTo>
                    <a:pt x="9143998" y="0"/>
                  </a:lnTo>
                  <a:lnTo>
                    <a:pt x="9143998" y="636046"/>
                  </a:lnTo>
                  <a:lnTo>
                    <a:pt x="9069564" y="660705"/>
                  </a:lnTo>
                  <a:cubicBezTo>
                    <a:pt x="8094855" y="951078"/>
                    <a:pt x="6444203" y="1141990"/>
                    <a:pt x="4572000" y="1141990"/>
                  </a:cubicBezTo>
                  <a:cubicBezTo>
                    <a:pt x="2699797" y="1141990"/>
                    <a:pt x="1049146" y="951078"/>
                    <a:pt x="74436" y="660705"/>
                  </a:cubicBezTo>
                  <a:lnTo>
                    <a:pt x="0" y="636046"/>
                  </a:lnTo>
                  <a:close/>
                </a:path>
              </a:pathLst>
            </a:custGeom>
            <a:solidFill>
              <a:srgbClr val="F0F4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b="0"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picture containing drawing&#10;&#10;Description automatically generated" id="132" name="Google Shape;13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021" y="4787122"/>
            <a:ext cx="938560" cy="281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with Big Blue Curve">
    <p:bg>
      <p:bgPr>
        <a:solidFill>
          <a:srgbClr val="F0F4F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23"/>
          <p:cNvGrpSpPr/>
          <p:nvPr/>
        </p:nvGrpSpPr>
        <p:grpSpPr>
          <a:xfrm>
            <a:off x="3991980" y="-1"/>
            <a:ext cx="5517782" cy="5160486"/>
            <a:chOff x="3991980" y="-1"/>
            <a:chExt cx="5517782" cy="5160486"/>
          </a:xfrm>
        </p:grpSpPr>
        <p:grpSp>
          <p:nvGrpSpPr>
            <p:cNvPr id="135" name="Google Shape;135;p23"/>
            <p:cNvGrpSpPr/>
            <p:nvPr/>
          </p:nvGrpSpPr>
          <p:grpSpPr>
            <a:xfrm flipH="1" rot="5400000">
              <a:off x="4233861" y="-132400"/>
              <a:ext cx="5143500" cy="5408302"/>
              <a:chOff x="1" y="-5167430"/>
              <a:chExt cx="9144000" cy="9614760"/>
            </a:xfrm>
          </p:grpSpPr>
          <p:sp>
            <p:nvSpPr>
              <p:cNvPr id="136" name="Google Shape;136;p23"/>
              <p:cNvSpPr/>
              <p:nvPr/>
            </p:nvSpPr>
            <p:spPr>
              <a:xfrm>
                <a:off x="1" y="-5167430"/>
                <a:ext cx="9144000" cy="8869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23"/>
              <p:cNvSpPr/>
              <p:nvPr/>
            </p:nvSpPr>
            <p:spPr>
              <a:xfrm>
                <a:off x="1" y="3305340"/>
                <a:ext cx="9143998" cy="1141990"/>
              </a:xfrm>
              <a:custGeom>
                <a:rect b="b" l="l" r="r" t="t"/>
                <a:pathLst>
                  <a:path extrusionOk="0" h="1141990" w="9143998">
                    <a:moveTo>
                      <a:pt x="0" y="0"/>
                    </a:moveTo>
                    <a:lnTo>
                      <a:pt x="9143998" y="0"/>
                    </a:lnTo>
                    <a:lnTo>
                      <a:pt x="9143998" y="636046"/>
                    </a:lnTo>
                    <a:lnTo>
                      <a:pt x="9069564" y="660705"/>
                    </a:lnTo>
                    <a:cubicBezTo>
                      <a:pt x="8094855" y="951078"/>
                      <a:pt x="6444203" y="1141990"/>
                      <a:pt x="4572000" y="1141990"/>
                    </a:cubicBezTo>
                    <a:cubicBezTo>
                      <a:pt x="2699797" y="1141990"/>
                      <a:pt x="1049146" y="951078"/>
                      <a:pt x="74436" y="660705"/>
                    </a:cubicBezTo>
                    <a:lnTo>
                      <a:pt x="0" y="63604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8" name="Google Shape;138;p23"/>
            <p:cNvSpPr/>
            <p:nvPr/>
          </p:nvSpPr>
          <p:spPr>
            <a:xfrm>
              <a:off x="3991980" y="-1"/>
              <a:ext cx="294053" cy="5160486"/>
            </a:xfrm>
            <a:custGeom>
              <a:rect b="b" l="l" r="r" t="t"/>
              <a:pathLst>
                <a:path extrusionOk="0" h="5147617" w="293320">
                  <a:moveTo>
                    <a:pt x="288897" y="0"/>
                  </a:moveTo>
                  <a:cubicBezTo>
                    <a:pt x="98397" y="685800"/>
                    <a:pt x="4149" y="1732547"/>
                    <a:pt x="139" y="2590800"/>
                  </a:cubicBezTo>
                  <a:cubicBezTo>
                    <a:pt x="-3872" y="3449053"/>
                    <a:pt x="78132" y="4354771"/>
                    <a:pt x="293320" y="5147617"/>
                  </a:cubicBezTo>
                </a:path>
              </a:pathLst>
            </a:custGeom>
            <a:noFill/>
            <a:ln cap="flat" cmpd="sng" w="1905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b="0"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" name="Google Shape;1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_Title only">
    <p:bg>
      <p:bgPr>
        <a:solidFill>
          <a:srgbClr val="F0F4F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24"/>
          <p:cNvGrpSpPr/>
          <p:nvPr/>
        </p:nvGrpSpPr>
        <p:grpSpPr>
          <a:xfrm>
            <a:off x="-4" y="0"/>
            <a:ext cx="9149889" cy="4577904"/>
            <a:chOff x="-4" y="0"/>
            <a:chExt cx="9149889" cy="4577904"/>
          </a:xfrm>
        </p:grpSpPr>
        <p:grpSp>
          <p:nvGrpSpPr>
            <p:cNvPr id="143" name="Google Shape;143;p24"/>
            <p:cNvGrpSpPr/>
            <p:nvPr/>
          </p:nvGrpSpPr>
          <p:grpSpPr>
            <a:xfrm>
              <a:off x="0" y="0"/>
              <a:ext cx="9144000" cy="4447329"/>
              <a:chOff x="0" y="0"/>
              <a:chExt cx="9144000" cy="4447329"/>
            </a:xfrm>
          </p:grpSpPr>
          <p:sp>
            <p:nvSpPr>
              <p:cNvPr id="144" name="Google Shape;144;p24"/>
              <p:cNvSpPr/>
              <p:nvPr/>
            </p:nvSpPr>
            <p:spPr>
              <a:xfrm>
                <a:off x="0" y="0"/>
                <a:ext cx="9144000" cy="3701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24"/>
              <p:cNvSpPr/>
              <p:nvPr/>
            </p:nvSpPr>
            <p:spPr>
              <a:xfrm>
                <a:off x="1" y="3305339"/>
                <a:ext cx="9143998" cy="1141990"/>
              </a:xfrm>
              <a:custGeom>
                <a:rect b="b" l="l" r="r" t="t"/>
                <a:pathLst>
                  <a:path extrusionOk="0" h="1141990" w="9143998">
                    <a:moveTo>
                      <a:pt x="0" y="0"/>
                    </a:moveTo>
                    <a:lnTo>
                      <a:pt x="9143998" y="0"/>
                    </a:lnTo>
                    <a:lnTo>
                      <a:pt x="9143998" y="636046"/>
                    </a:lnTo>
                    <a:lnTo>
                      <a:pt x="9069564" y="660705"/>
                    </a:lnTo>
                    <a:cubicBezTo>
                      <a:pt x="8094855" y="951078"/>
                      <a:pt x="6444203" y="1141990"/>
                      <a:pt x="4572000" y="1141990"/>
                    </a:cubicBezTo>
                    <a:cubicBezTo>
                      <a:pt x="2699797" y="1141990"/>
                      <a:pt x="1049146" y="951078"/>
                      <a:pt x="74436" y="660705"/>
                    </a:cubicBezTo>
                    <a:lnTo>
                      <a:pt x="0" y="63604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6" name="Google Shape;146;p24"/>
            <p:cNvSpPr/>
            <p:nvPr/>
          </p:nvSpPr>
          <p:spPr>
            <a:xfrm rot="-5400000">
              <a:off x="4314253" y="-257729"/>
              <a:ext cx="521376" cy="9149889"/>
            </a:xfrm>
            <a:custGeom>
              <a:rect b="b" l="l" r="r" t="t"/>
              <a:pathLst>
                <a:path extrusionOk="0" h="5147617" w="293320">
                  <a:moveTo>
                    <a:pt x="288897" y="0"/>
                  </a:moveTo>
                  <a:cubicBezTo>
                    <a:pt x="98397" y="685800"/>
                    <a:pt x="4149" y="1732547"/>
                    <a:pt x="139" y="2590800"/>
                  </a:cubicBezTo>
                  <a:cubicBezTo>
                    <a:pt x="-3872" y="3449053"/>
                    <a:pt x="78132" y="4354771"/>
                    <a:pt x="293320" y="5147617"/>
                  </a:cubicBezTo>
                </a:path>
              </a:pathLst>
            </a:custGeom>
            <a:noFill/>
            <a:ln cap="flat" cmpd="sng" w="1905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p24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b="0"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_Title only 2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25"/>
          <p:cNvGrpSpPr/>
          <p:nvPr/>
        </p:nvGrpSpPr>
        <p:grpSpPr>
          <a:xfrm rot="10800000">
            <a:off x="-5889" y="2225669"/>
            <a:ext cx="9149889" cy="2958441"/>
            <a:chOff x="-4" y="-1147741"/>
            <a:chExt cx="9149889" cy="5725645"/>
          </a:xfrm>
        </p:grpSpPr>
        <p:grpSp>
          <p:nvGrpSpPr>
            <p:cNvPr id="151" name="Google Shape;151;p25"/>
            <p:cNvGrpSpPr/>
            <p:nvPr/>
          </p:nvGrpSpPr>
          <p:grpSpPr>
            <a:xfrm>
              <a:off x="0" y="-1147741"/>
              <a:ext cx="9144000" cy="5595070"/>
              <a:chOff x="0" y="-1147741"/>
              <a:chExt cx="9144000" cy="5595070"/>
            </a:xfrm>
          </p:grpSpPr>
          <p:sp>
            <p:nvSpPr>
              <p:cNvPr id="152" name="Google Shape;152;p25"/>
              <p:cNvSpPr/>
              <p:nvPr/>
            </p:nvSpPr>
            <p:spPr>
              <a:xfrm>
                <a:off x="0" y="-1147741"/>
                <a:ext cx="9144000" cy="4849500"/>
              </a:xfrm>
              <a:prstGeom prst="rect">
                <a:avLst/>
              </a:prstGeom>
              <a:solidFill>
                <a:srgbClr val="F0F4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5"/>
              <p:cNvSpPr/>
              <p:nvPr/>
            </p:nvSpPr>
            <p:spPr>
              <a:xfrm>
                <a:off x="1" y="3305339"/>
                <a:ext cx="9143998" cy="1141990"/>
              </a:xfrm>
              <a:custGeom>
                <a:rect b="b" l="l" r="r" t="t"/>
                <a:pathLst>
                  <a:path extrusionOk="0" h="1141990" w="9143998">
                    <a:moveTo>
                      <a:pt x="0" y="0"/>
                    </a:moveTo>
                    <a:lnTo>
                      <a:pt x="9143998" y="0"/>
                    </a:lnTo>
                    <a:lnTo>
                      <a:pt x="9143998" y="636046"/>
                    </a:lnTo>
                    <a:lnTo>
                      <a:pt x="9069564" y="660705"/>
                    </a:lnTo>
                    <a:cubicBezTo>
                      <a:pt x="8094855" y="951078"/>
                      <a:pt x="6444203" y="1141990"/>
                      <a:pt x="4572000" y="1141990"/>
                    </a:cubicBezTo>
                    <a:cubicBezTo>
                      <a:pt x="2699797" y="1141990"/>
                      <a:pt x="1049146" y="951078"/>
                      <a:pt x="74436" y="660705"/>
                    </a:cubicBezTo>
                    <a:lnTo>
                      <a:pt x="0" y="636046"/>
                    </a:lnTo>
                    <a:close/>
                  </a:path>
                </a:pathLst>
              </a:custGeom>
              <a:solidFill>
                <a:srgbClr val="F0F4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4" name="Google Shape;154;p25"/>
            <p:cNvSpPr/>
            <p:nvPr/>
          </p:nvSpPr>
          <p:spPr>
            <a:xfrm rot="-5400000">
              <a:off x="4314253" y="-257729"/>
              <a:ext cx="521376" cy="9149889"/>
            </a:xfrm>
            <a:custGeom>
              <a:rect b="b" l="l" r="r" t="t"/>
              <a:pathLst>
                <a:path extrusionOk="0" h="5147617" w="293320">
                  <a:moveTo>
                    <a:pt x="288897" y="0"/>
                  </a:moveTo>
                  <a:cubicBezTo>
                    <a:pt x="98397" y="685800"/>
                    <a:pt x="4149" y="1732547"/>
                    <a:pt x="139" y="2590800"/>
                  </a:cubicBezTo>
                  <a:cubicBezTo>
                    <a:pt x="-3872" y="3449053"/>
                    <a:pt x="78132" y="4354771"/>
                    <a:pt x="293320" y="5147617"/>
                  </a:cubicBezTo>
                </a:path>
              </a:pathLst>
            </a:custGeom>
            <a:noFill/>
            <a:ln cap="flat" cmpd="sng" w="1905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25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b="0"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picture containing drawing&#10;&#10;Description automatically generated" id="157" name="Google Shape;157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021" y="4787122"/>
            <a:ext cx="938560" cy="281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char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" name="Google Shape;16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27"/>
          <p:cNvSpPr/>
          <p:nvPr>
            <p:ph idx="2" type="chart"/>
          </p:nvPr>
        </p:nvSpPr>
        <p:spPr>
          <a:xfrm>
            <a:off x="311150" y="860975"/>
            <a:ext cx="8521800" cy="37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1_Title and body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8"/>
          <p:cNvSpPr/>
          <p:nvPr>
            <p:ph idx="2" type="chart"/>
          </p:nvPr>
        </p:nvSpPr>
        <p:spPr>
          <a:xfrm>
            <a:off x="311150" y="860975"/>
            <a:ext cx="3999900" cy="37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28"/>
          <p:cNvSpPr/>
          <p:nvPr>
            <p:ph idx="3" type="chart"/>
          </p:nvPr>
        </p:nvSpPr>
        <p:spPr>
          <a:xfrm>
            <a:off x="4571725" y="860975"/>
            <a:ext cx="4260900" cy="37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311700" y="860975"/>
            <a:ext cx="8520600" cy="3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Avenir"/>
                <a:ea typeface="Avenir"/>
                <a:cs typeface="Avenir"/>
                <a:sym typeface="Avenir"/>
              </a:defRPr>
            </a:lvl1pPr>
            <a:lvl2pPr indent="-3175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2" name="Google Shape;17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Avenir"/>
                <a:ea typeface="Avenir"/>
                <a:cs typeface="Avenir"/>
                <a:sym typeface="Aveni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5" name="Google Shape;17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30"/>
          <p:cNvSpPr/>
          <p:nvPr/>
        </p:nvSpPr>
        <p:spPr>
          <a:xfrm>
            <a:off x="0" y="4749900"/>
            <a:ext cx="150360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Helvetica Neue"/>
              <a:buNone/>
              <a:defRPr b="0" sz="5200">
                <a:latin typeface="Avenir"/>
                <a:ea typeface="Avenir"/>
                <a:cs typeface="Avenir"/>
                <a:sym typeface="Aveni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9" name="Google Shape;17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>
                <a:latin typeface="Avenir"/>
                <a:ea typeface="Avenir"/>
                <a:cs typeface="Avenir"/>
                <a:sym typeface="Aveni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0" name="Google Shape;18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31"/>
          <p:cNvSpPr/>
          <p:nvPr/>
        </p:nvSpPr>
        <p:spPr>
          <a:xfrm>
            <a:off x="0" y="4749900"/>
            <a:ext cx="150360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32"/>
          <p:cNvSpPr txBox="1"/>
          <p:nvPr>
            <p:ph idx="1" type="body"/>
          </p:nvPr>
        </p:nvSpPr>
        <p:spPr>
          <a:xfrm>
            <a:off x="311700" y="860975"/>
            <a:ext cx="3999900" cy="3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Avenir"/>
                <a:ea typeface="Avenir"/>
                <a:cs typeface="Avenir"/>
                <a:sym typeface="Avenir"/>
              </a:defRPr>
            </a:lvl1pPr>
            <a:lvl2pPr indent="-3048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5" name="Google Shape;185;p32"/>
          <p:cNvSpPr txBox="1"/>
          <p:nvPr>
            <p:ph idx="2" type="body"/>
          </p:nvPr>
        </p:nvSpPr>
        <p:spPr>
          <a:xfrm>
            <a:off x="4832400" y="860975"/>
            <a:ext cx="3999900" cy="3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Avenir"/>
                <a:ea typeface="Avenir"/>
                <a:cs typeface="Avenir"/>
                <a:sym typeface="Avenir"/>
              </a:defRPr>
            </a:lvl1pPr>
            <a:lvl2pPr indent="-3048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6" name="Google Shape;18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311700" y="288275"/>
            <a:ext cx="28080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9" name="Google Shape;189;p33"/>
          <p:cNvSpPr txBox="1"/>
          <p:nvPr>
            <p:ph idx="1" type="body"/>
          </p:nvPr>
        </p:nvSpPr>
        <p:spPr>
          <a:xfrm>
            <a:off x="311700" y="924560"/>
            <a:ext cx="2808000" cy="3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Avenir"/>
                <a:ea typeface="Avenir"/>
                <a:cs typeface="Avenir"/>
                <a:sym typeface="Avenir"/>
              </a:defRPr>
            </a:lvl1pPr>
            <a:lvl2pPr indent="-3048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0" name="Google Shape;19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34"/>
          <p:cNvGrpSpPr/>
          <p:nvPr/>
        </p:nvGrpSpPr>
        <p:grpSpPr>
          <a:xfrm flipH="1" rot="5400000">
            <a:off x="5321438" y="1320939"/>
            <a:ext cx="5143500" cy="2501623"/>
            <a:chOff x="0" y="0"/>
            <a:chExt cx="9144000" cy="4447329"/>
          </a:xfrm>
        </p:grpSpPr>
        <p:sp>
          <p:nvSpPr>
            <p:cNvPr id="193" name="Google Shape;193;p34"/>
            <p:cNvSpPr/>
            <p:nvPr/>
          </p:nvSpPr>
          <p:spPr>
            <a:xfrm>
              <a:off x="0" y="0"/>
              <a:ext cx="9144000" cy="3701700"/>
            </a:xfrm>
            <a:prstGeom prst="rect">
              <a:avLst/>
            </a:prstGeom>
            <a:solidFill>
              <a:srgbClr val="F0F4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34"/>
            <p:cNvSpPr/>
            <p:nvPr/>
          </p:nvSpPr>
          <p:spPr>
            <a:xfrm>
              <a:off x="1" y="3305339"/>
              <a:ext cx="9143998" cy="1141990"/>
            </a:xfrm>
            <a:custGeom>
              <a:rect b="b" l="l" r="r" t="t"/>
              <a:pathLst>
                <a:path extrusionOk="0" h="1141990" w="9143998">
                  <a:moveTo>
                    <a:pt x="0" y="0"/>
                  </a:moveTo>
                  <a:lnTo>
                    <a:pt x="9143998" y="0"/>
                  </a:lnTo>
                  <a:lnTo>
                    <a:pt x="9143998" y="636046"/>
                  </a:lnTo>
                  <a:lnTo>
                    <a:pt x="9069564" y="660705"/>
                  </a:lnTo>
                  <a:cubicBezTo>
                    <a:pt x="8094855" y="951078"/>
                    <a:pt x="6444203" y="1141990"/>
                    <a:pt x="4572000" y="1141990"/>
                  </a:cubicBezTo>
                  <a:cubicBezTo>
                    <a:pt x="2699797" y="1141990"/>
                    <a:pt x="1049146" y="951078"/>
                    <a:pt x="74436" y="660705"/>
                  </a:cubicBezTo>
                  <a:lnTo>
                    <a:pt x="0" y="636046"/>
                  </a:lnTo>
                  <a:close/>
                </a:path>
              </a:pathLst>
            </a:custGeom>
            <a:solidFill>
              <a:srgbClr val="F0F4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" name="Google Shape;195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6" name="Google Shape;19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35"/>
          <p:cNvGrpSpPr/>
          <p:nvPr/>
        </p:nvGrpSpPr>
        <p:grpSpPr>
          <a:xfrm>
            <a:off x="4489820" y="-1"/>
            <a:ext cx="4654180" cy="5160486"/>
            <a:chOff x="3991980" y="-1"/>
            <a:chExt cx="4654180" cy="5160486"/>
          </a:xfrm>
        </p:grpSpPr>
        <p:grpSp>
          <p:nvGrpSpPr>
            <p:cNvPr id="199" name="Google Shape;199;p35"/>
            <p:cNvGrpSpPr/>
            <p:nvPr/>
          </p:nvGrpSpPr>
          <p:grpSpPr>
            <a:xfrm flipH="1" rot="5400000">
              <a:off x="3802060" y="299401"/>
              <a:ext cx="5143500" cy="4544700"/>
              <a:chOff x="1" y="-3632137"/>
              <a:chExt cx="9144000" cy="8079467"/>
            </a:xfrm>
          </p:grpSpPr>
          <p:sp>
            <p:nvSpPr>
              <p:cNvPr id="200" name="Google Shape;200;p35"/>
              <p:cNvSpPr/>
              <p:nvPr/>
            </p:nvSpPr>
            <p:spPr>
              <a:xfrm>
                <a:off x="1" y="-3632137"/>
                <a:ext cx="9144000" cy="73338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35"/>
              <p:cNvSpPr/>
              <p:nvPr/>
            </p:nvSpPr>
            <p:spPr>
              <a:xfrm>
                <a:off x="1" y="3305340"/>
                <a:ext cx="9143998" cy="1141990"/>
              </a:xfrm>
              <a:custGeom>
                <a:rect b="b" l="l" r="r" t="t"/>
                <a:pathLst>
                  <a:path extrusionOk="0" h="1141990" w="9143998">
                    <a:moveTo>
                      <a:pt x="0" y="0"/>
                    </a:moveTo>
                    <a:lnTo>
                      <a:pt x="9143998" y="0"/>
                    </a:lnTo>
                    <a:lnTo>
                      <a:pt x="9143998" y="636046"/>
                    </a:lnTo>
                    <a:lnTo>
                      <a:pt x="9069564" y="660705"/>
                    </a:lnTo>
                    <a:cubicBezTo>
                      <a:pt x="8094855" y="951078"/>
                      <a:pt x="6444203" y="1141990"/>
                      <a:pt x="4572000" y="1141990"/>
                    </a:cubicBezTo>
                    <a:cubicBezTo>
                      <a:pt x="2699797" y="1141990"/>
                      <a:pt x="1049146" y="951078"/>
                      <a:pt x="74436" y="660705"/>
                    </a:cubicBezTo>
                    <a:lnTo>
                      <a:pt x="0" y="63604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2" name="Google Shape;202;p35"/>
            <p:cNvSpPr/>
            <p:nvPr/>
          </p:nvSpPr>
          <p:spPr>
            <a:xfrm>
              <a:off x="3991980" y="-1"/>
              <a:ext cx="294053" cy="5160486"/>
            </a:xfrm>
            <a:custGeom>
              <a:rect b="b" l="l" r="r" t="t"/>
              <a:pathLst>
                <a:path extrusionOk="0" h="5147617" w="293320">
                  <a:moveTo>
                    <a:pt x="288897" y="0"/>
                  </a:moveTo>
                  <a:cubicBezTo>
                    <a:pt x="98397" y="685800"/>
                    <a:pt x="4149" y="1732547"/>
                    <a:pt x="139" y="2590800"/>
                  </a:cubicBezTo>
                  <a:cubicBezTo>
                    <a:pt x="-3872" y="3449053"/>
                    <a:pt x="78132" y="4354771"/>
                    <a:pt x="293320" y="5147617"/>
                  </a:cubicBezTo>
                </a:path>
              </a:pathLst>
            </a:custGeom>
            <a:noFill/>
            <a:ln cap="flat" cmpd="sng" w="1905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Avenir"/>
                <a:ea typeface="Avenir"/>
                <a:cs typeface="Avenir"/>
                <a:sym typeface="Aveni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4" name="Google Shape;204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Avenir"/>
                <a:ea typeface="Avenir"/>
                <a:cs typeface="Avenir"/>
                <a:sym typeface="Aveni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5" name="Google Shape;205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Avenir"/>
                <a:ea typeface="Avenir"/>
                <a:cs typeface="Avenir"/>
                <a:sym typeface="Avenir"/>
              </a:defRPr>
            </a:lvl1pPr>
            <a:lvl2pPr indent="-3175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6" name="Google Shape;20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 1" showMasterSp="0">
  <p:cSld name="TITLE_AND_BODY_2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9;p1" id="208" name="Google Shape;20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020" y="4787122"/>
            <a:ext cx="938560" cy="28188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6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venir"/>
              <a:buNone/>
              <a:defRPr b="0" sz="2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9pPr>
          </a:lstStyle>
          <a:p/>
        </p:txBody>
      </p:sp>
      <p:sp>
        <p:nvSpPr>
          <p:cNvPr id="210" name="Google Shape;210;p36"/>
          <p:cNvSpPr txBox="1"/>
          <p:nvPr>
            <p:ph idx="12" type="sldNum"/>
          </p:nvPr>
        </p:nvSpPr>
        <p:spPr>
          <a:xfrm>
            <a:off x="8695852" y="4682867"/>
            <a:ext cx="325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showMasterSp="0">
  <p:cSld name="TITLE_AND_BODY_3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9;p1" id="212" name="Google Shape;21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020" y="4787122"/>
            <a:ext cx="938560" cy="28188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7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venir"/>
              <a:buNone/>
              <a:defRPr b="0" sz="2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9pPr>
          </a:lstStyle>
          <a:p/>
        </p:txBody>
      </p:sp>
      <p:sp>
        <p:nvSpPr>
          <p:cNvPr id="214" name="Google Shape;214;p37"/>
          <p:cNvSpPr txBox="1"/>
          <p:nvPr>
            <p:ph idx="12" type="sldNum"/>
          </p:nvPr>
        </p:nvSpPr>
        <p:spPr>
          <a:xfrm>
            <a:off x="8695852" y="4682867"/>
            <a:ext cx="325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39"/>
          <p:cNvGrpSpPr/>
          <p:nvPr/>
        </p:nvGrpSpPr>
        <p:grpSpPr>
          <a:xfrm>
            <a:off x="-4" y="0"/>
            <a:ext cx="9149889" cy="4577904"/>
            <a:chOff x="-4" y="0"/>
            <a:chExt cx="9149889" cy="4577904"/>
          </a:xfrm>
        </p:grpSpPr>
        <p:grpSp>
          <p:nvGrpSpPr>
            <p:cNvPr id="222" name="Google Shape;222;p39"/>
            <p:cNvGrpSpPr/>
            <p:nvPr/>
          </p:nvGrpSpPr>
          <p:grpSpPr>
            <a:xfrm>
              <a:off x="0" y="0"/>
              <a:ext cx="9144000" cy="4447329"/>
              <a:chOff x="0" y="0"/>
              <a:chExt cx="9144000" cy="4447329"/>
            </a:xfrm>
          </p:grpSpPr>
          <p:sp>
            <p:nvSpPr>
              <p:cNvPr id="223" name="Google Shape;223;p39"/>
              <p:cNvSpPr/>
              <p:nvPr/>
            </p:nvSpPr>
            <p:spPr>
              <a:xfrm>
                <a:off x="0" y="0"/>
                <a:ext cx="9144000" cy="3701700"/>
              </a:xfrm>
              <a:prstGeom prst="rect">
                <a:avLst/>
              </a:prstGeom>
              <a:solidFill>
                <a:srgbClr val="F0F4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39"/>
              <p:cNvSpPr/>
              <p:nvPr/>
            </p:nvSpPr>
            <p:spPr>
              <a:xfrm>
                <a:off x="1" y="3305339"/>
                <a:ext cx="9143998" cy="1141990"/>
              </a:xfrm>
              <a:custGeom>
                <a:rect b="b" l="l" r="r" t="t"/>
                <a:pathLst>
                  <a:path extrusionOk="0" h="1141990" w="9143998">
                    <a:moveTo>
                      <a:pt x="0" y="0"/>
                    </a:moveTo>
                    <a:lnTo>
                      <a:pt x="9143998" y="0"/>
                    </a:lnTo>
                    <a:lnTo>
                      <a:pt x="9143998" y="636046"/>
                    </a:lnTo>
                    <a:lnTo>
                      <a:pt x="9069564" y="660705"/>
                    </a:lnTo>
                    <a:cubicBezTo>
                      <a:pt x="8094855" y="951078"/>
                      <a:pt x="6444203" y="1141990"/>
                      <a:pt x="4572000" y="1141990"/>
                    </a:cubicBezTo>
                    <a:cubicBezTo>
                      <a:pt x="2699797" y="1141990"/>
                      <a:pt x="1049146" y="951078"/>
                      <a:pt x="74436" y="660705"/>
                    </a:cubicBezTo>
                    <a:lnTo>
                      <a:pt x="0" y="636046"/>
                    </a:lnTo>
                    <a:close/>
                  </a:path>
                </a:pathLst>
              </a:custGeom>
              <a:solidFill>
                <a:srgbClr val="F0F4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5" name="Google Shape;225;p39"/>
            <p:cNvSpPr/>
            <p:nvPr/>
          </p:nvSpPr>
          <p:spPr>
            <a:xfrm rot="-5400000">
              <a:off x="4314253" y="-257729"/>
              <a:ext cx="521376" cy="9149889"/>
            </a:xfrm>
            <a:custGeom>
              <a:rect b="b" l="l" r="r" t="t"/>
              <a:pathLst>
                <a:path extrusionOk="0" h="5147617" w="293320">
                  <a:moveTo>
                    <a:pt x="288897" y="0"/>
                  </a:moveTo>
                  <a:cubicBezTo>
                    <a:pt x="98397" y="685800"/>
                    <a:pt x="4149" y="1732547"/>
                    <a:pt x="139" y="2590800"/>
                  </a:cubicBezTo>
                  <a:cubicBezTo>
                    <a:pt x="-3872" y="3449053"/>
                    <a:pt x="78132" y="4354771"/>
                    <a:pt x="293320" y="5147617"/>
                  </a:cubicBezTo>
                </a:path>
              </a:pathLst>
            </a:custGeom>
            <a:noFill/>
            <a:ln cap="flat" cmpd="sng" w="1905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 picture containing drawing&#10;&#10;Description automatically generated" id="226" name="Google Shape;226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54727" y="1287740"/>
            <a:ext cx="4834546" cy="145198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9"/>
          <p:cNvSpPr/>
          <p:nvPr/>
        </p:nvSpPr>
        <p:spPr>
          <a:xfrm>
            <a:off x="6789203" y="3250219"/>
            <a:ext cx="1872900" cy="140700"/>
          </a:xfrm>
          <a:prstGeom prst="rect">
            <a:avLst/>
          </a:prstGeom>
          <a:solidFill>
            <a:srgbClr val="FAE2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9"/>
          <p:cNvSpPr txBox="1"/>
          <p:nvPr/>
        </p:nvSpPr>
        <p:spPr>
          <a:xfrm>
            <a:off x="568925" y="2955513"/>
            <a:ext cx="8209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Secure and efficient </a:t>
            </a:r>
            <a:r>
              <a:rPr lang="en" sz="2800">
                <a:latin typeface="Avenir"/>
                <a:ea typeface="Avenir"/>
                <a:cs typeface="Avenir"/>
                <a:sym typeface="Avenir"/>
              </a:rPr>
              <a:t>machine</a:t>
            </a:r>
            <a:r>
              <a:rPr b="0" i="0" lang="en" sz="2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learning everywhere </a:t>
            </a:r>
            <a:endParaRPr/>
          </a:p>
        </p:txBody>
      </p:sp>
      <p:sp>
        <p:nvSpPr>
          <p:cNvPr id="229" name="Google Shape;229;p39"/>
          <p:cNvSpPr/>
          <p:nvPr/>
        </p:nvSpPr>
        <p:spPr>
          <a:xfrm>
            <a:off x="0" y="4749900"/>
            <a:ext cx="150360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0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b="0"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2" name="Google Shape;23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with Left Blue Curve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41"/>
          <p:cNvGrpSpPr/>
          <p:nvPr/>
        </p:nvGrpSpPr>
        <p:grpSpPr>
          <a:xfrm rot="-5400000">
            <a:off x="-1320937" y="1320939"/>
            <a:ext cx="5143500" cy="2501623"/>
            <a:chOff x="0" y="0"/>
            <a:chExt cx="9144000" cy="4447329"/>
          </a:xfrm>
        </p:grpSpPr>
        <p:sp>
          <p:nvSpPr>
            <p:cNvPr id="235" name="Google Shape;235;p41"/>
            <p:cNvSpPr/>
            <p:nvPr/>
          </p:nvSpPr>
          <p:spPr>
            <a:xfrm>
              <a:off x="0" y="0"/>
              <a:ext cx="9144000" cy="3701700"/>
            </a:xfrm>
            <a:prstGeom prst="rect">
              <a:avLst/>
            </a:prstGeom>
            <a:solidFill>
              <a:srgbClr val="F0F4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1"/>
            <p:cNvSpPr/>
            <p:nvPr/>
          </p:nvSpPr>
          <p:spPr>
            <a:xfrm>
              <a:off x="1" y="3305339"/>
              <a:ext cx="9143998" cy="1141990"/>
            </a:xfrm>
            <a:custGeom>
              <a:rect b="b" l="l" r="r" t="t"/>
              <a:pathLst>
                <a:path extrusionOk="0" h="1141990" w="9143998">
                  <a:moveTo>
                    <a:pt x="0" y="0"/>
                  </a:moveTo>
                  <a:lnTo>
                    <a:pt x="9143998" y="0"/>
                  </a:lnTo>
                  <a:lnTo>
                    <a:pt x="9143998" y="636046"/>
                  </a:lnTo>
                  <a:lnTo>
                    <a:pt x="9069564" y="660705"/>
                  </a:lnTo>
                  <a:cubicBezTo>
                    <a:pt x="8094855" y="951078"/>
                    <a:pt x="6444203" y="1141990"/>
                    <a:pt x="4572000" y="1141990"/>
                  </a:cubicBezTo>
                  <a:cubicBezTo>
                    <a:pt x="2699797" y="1141990"/>
                    <a:pt x="1049146" y="951078"/>
                    <a:pt x="74436" y="660705"/>
                  </a:cubicBezTo>
                  <a:lnTo>
                    <a:pt x="0" y="636046"/>
                  </a:lnTo>
                  <a:close/>
                </a:path>
              </a:pathLst>
            </a:custGeom>
            <a:solidFill>
              <a:srgbClr val="F0F4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7" name="Google Shape;237;p41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b="0"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8" name="Google Shape;23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picture containing drawing&#10;&#10;Description automatically generated" id="239" name="Google Shape;239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021" y="4787122"/>
            <a:ext cx="938560" cy="281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with Big Blue Curve">
    <p:bg>
      <p:bgPr>
        <a:solidFill>
          <a:srgbClr val="F0F4F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42"/>
          <p:cNvGrpSpPr/>
          <p:nvPr/>
        </p:nvGrpSpPr>
        <p:grpSpPr>
          <a:xfrm>
            <a:off x="3991980" y="-1"/>
            <a:ext cx="5517782" cy="5160486"/>
            <a:chOff x="3991980" y="-1"/>
            <a:chExt cx="5517782" cy="5160486"/>
          </a:xfrm>
        </p:grpSpPr>
        <p:grpSp>
          <p:nvGrpSpPr>
            <p:cNvPr id="242" name="Google Shape;242;p42"/>
            <p:cNvGrpSpPr/>
            <p:nvPr/>
          </p:nvGrpSpPr>
          <p:grpSpPr>
            <a:xfrm flipH="1" rot="5400000">
              <a:off x="4233861" y="-132400"/>
              <a:ext cx="5143500" cy="5408302"/>
              <a:chOff x="1" y="-5167430"/>
              <a:chExt cx="9144000" cy="9614760"/>
            </a:xfrm>
          </p:grpSpPr>
          <p:sp>
            <p:nvSpPr>
              <p:cNvPr id="243" name="Google Shape;243;p42"/>
              <p:cNvSpPr/>
              <p:nvPr/>
            </p:nvSpPr>
            <p:spPr>
              <a:xfrm>
                <a:off x="1" y="-5167430"/>
                <a:ext cx="9144000" cy="8869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42"/>
              <p:cNvSpPr/>
              <p:nvPr/>
            </p:nvSpPr>
            <p:spPr>
              <a:xfrm>
                <a:off x="1" y="3305340"/>
                <a:ext cx="9143998" cy="1141990"/>
              </a:xfrm>
              <a:custGeom>
                <a:rect b="b" l="l" r="r" t="t"/>
                <a:pathLst>
                  <a:path extrusionOk="0" h="1141990" w="9143998">
                    <a:moveTo>
                      <a:pt x="0" y="0"/>
                    </a:moveTo>
                    <a:lnTo>
                      <a:pt x="9143998" y="0"/>
                    </a:lnTo>
                    <a:lnTo>
                      <a:pt x="9143998" y="636046"/>
                    </a:lnTo>
                    <a:lnTo>
                      <a:pt x="9069564" y="660705"/>
                    </a:lnTo>
                    <a:cubicBezTo>
                      <a:pt x="8094855" y="951078"/>
                      <a:pt x="6444203" y="1141990"/>
                      <a:pt x="4572000" y="1141990"/>
                    </a:cubicBezTo>
                    <a:cubicBezTo>
                      <a:pt x="2699797" y="1141990"/>
                      <a:pt x="1049146" y="951078"/>
                      <a:pt x="74436" y="660705"/>
                    </a:cubicBezTo>
                    <a:lnTo>
                      <a:pt x="0" y="63604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5" name="Google Shape;245;p42"/>
            <p:cNvSpPr/>
            <p:nvPr/>
          </p:nvSpPr>
          <p:spPr>
            <a:xfrm>
              <a:off x="3991980" y="-1"/>
              <a:ext cx="294053" cy="5160486"/>
            </a:xfrm>
            <a:custGeom>
              <a:rect b="b" l="l" r="r" t="t"/>
              <a:pathLst>
                <a:path extrusionOk="0" h="5147617" w="293320">
                  <a:moveTo>
                    <a:pt x="288897" y="0"/>
                  </a:moveTo>
                  <a:cubicBezTo>
                    <a:pt x="98397" y="685800"/>
                    <a:pt x="4149" y="1732547"/>
                    <a:pt x="139" y="2590800"/>
                  </a:cubicBezTo>
                  <a:cubicBezTo>
                    <a:pt x="-3872" y="3449053"/>
                    <a:pt x="78132" y="4354771"/>
                    <a:pt x="293320" y="5147617"/>
                  </a:cubicBezTo>
                </a:path>
              </a:pathLst>
            </a:custGeom>
            <a:noFill/>
            <a:ln cap="flat" cmpd="sng" w="1905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42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b="0"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7" name="Google Shape;24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_Title only">
    <p:bg>
      <p:bgPr>
        <a:solidFill>
          <a:srgbClr val="F0F4FA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43"/>
          <p:cNvGrpSpPr/>
          <p:nvPr/>
        </p:nvGrpSpPr>
        <p:grpSpPr>
          <a:xfrm>
            <a:off x="-4" y="0"/>
            <a:ext cx="9149889" cy="4577904"/>
            <a:chOff x="-4" y="0"/>
            <a:chExt cx="9149889" cy="4577904"/>
          </a:xfrm>
        </p:grpSpPr>
        <p:grpSp>
          <p:nvGrpSpPr>
            <p:cNvPr id="250" name="Google Shape;250;p43"/>
            <p:cNvGrpSpPr/>
            <p:nvPr/>
          </p:nvGrpSpPr>
          <p:grpSpPr>
            <a:xfrm>
              <a:off x="0" y="0"/>
              <a:ext cx="9144000" cy="4447329"/>
              <a:chOff x="0" y="0"/>
              <a:chExt cx="9144000" cy="4447329"/>
            </a:xfrm>
          </p:grpSpPr>
          <p:sp>
            <p:nvSpPr>
              <p:cNvPr id="251" name="Google Shape;251;p43"/>
              <p:cNvSpPr/>
              <p:nvPr/>
            </p:nvSpPr>
            <p:spPr>
              <a:xfrm>
                <a:off x="0" y="0"/>
                <a:ext cx="9144000" cy="3701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43"/>
              <p:cNvSpPr/>
              <p:nvPr/>
            </p:nvSpPr>
            <p:spPr>
              <a:xfrm>
                <a:off x="1" y="3305339"/>
                <a:ext cx="9143998" cy="1141990"/>
              </a:xfrm>
              <a:custGeom>
                <a:rect b="b" l="l" r="r" t="t"/>
                <a:pathLst>
                  <a:path extrusionOk="0" h="1141990" w="9143998">
                    <a:moveTo>
                      <a:pt x="0" y="0"/>
                    </a:moveTo>
                    <a:lnTo>
                      <a:pt x="9143998" y="0"/>
                    </a:lnTo>
                    <a:lnTo>
                      <a:pt x="9143998" y="636046"/>
                    </a:lnTo>
                    <a:lnTo>
                      <a:pt x="9069564" y="660705"/>
                    </a:lnTo>
                    <a:cubicBezTo>
                      <a:pt x="8094855" y="951078"/>
                      <a:pt x="6444203" y="1141990"/>
                      <a:pt x="4572000" y="1141990"/>
                    </a:cubicBezTo>
                    <a:cubicBezTo>
                      <a:pt x="2699797" y="1141990"/>
                      <a:pt x="1049146" y="951078"/>
                      <a:pt x="74436" y="660705"/>
                    </a:cubicBezTo>
                    <a:lnTo>
                      <a:pt x="0" y="63604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3" name="Google Shape;253;p43"/>
            <p:cNvSpPr/>
            <p:nvPr/>
          </p:nvSpPr>
          <p:spPr>
            <a:xfrm rot="-5400000">
              <a:off x="4314253" y="-257729"/>
              <a:ext cx="521376" cy="9149889"/>
            </a:xfrm>
            <a:custGeom>
              <a:rect b="b" l="l" r="r" t="t"/>
              <a:pathLst>
                <a:path extrusionOk="0" h="5147617" w="293320">
                  <a:moveTo>
                    <a:pt x="288897" y="0"/>
                  </a:moveTo>
                  <a:cubicBezTo>
                    <a:pt x="98397" y="685800"/>
                    <a:pt x="4149" y="1732547"/>
                    <a:pt x="139" y="2590800"/>
                  </a:cubicBezTo>
                  <a:cubicBezTo>
                    <a:pt x="-3872" y="3449053"/>
                    <a:pt x="78132" y="4354771"/>
                    <a:pt x="293320" y="5147617"/>
                  </a:cubicBezTo>
                </a:path>
              </a:pathLst>
            </a:custGeom>
            <a:noFill/>
            <a:ln cap="flat" cmpd="sng" w="1905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4" name="Google Shape;254;p43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b="0"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_Title only 2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44"/>
          <p:cNvGrpSpPr/>
          <p:nvPr/>
        </p:nvGrpSpPr>
        <p:grpSpPr>
          <a:xfrm rot="10800000">
            <a:off x="-5889" y="2225669"/>
            <a:ext cx="9149889" cy="2958441"/>
            <a:chOff x="-4" y="-1147741"/>
            <a:chExt cx="9149889" cy="5725645"/>
          </a:xfrm>
        </p:grpSpPr>
        <p:grpSp>
          <p:nvGrpSpPr>
            <p:cNvPr id="258" name="Google Shape;258;p44"/>
            <p:cNvGrpSpPr/>
            <p:nvPr/>
          </p:nvGrpSpPr>
          <p:grpSpPr>
            <a:xfrm>
              <a:off x="0" y="-1147741"/>
              <a:ext cx="9144000" cy="5595070"/>
              <a:chOff x="0" y="-1147741"/>
              <a:chExt cx="9144000" cy="5595070"/>
            </a:xfrm>
          </p:grpSpPr>
          <p:sp>
            <p:nvSpPr>
              <p:cNvPr id="259" name="Google Shape;259;p44"/>
              <p:cNvSpPr/>
              <p:nvPr/>
            </p:nvSpPr>
            <p:spPr>
              <a:xfrm>
                <a:off x="0" y="-1147741"/>
                <a:ext cx="9144000" cy="4849500"/>
              </a:xfrm>
              <a:prstGeom prst="rect">
                <a:avLst/>
              </a:prstGeom>
              <a:solidFill>
                <a:srgbClr val="F0F4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44"/>
              <p:cNvSpPr/>
              <p:nvPr/>
            </p:nvSpPr>
            <p:spPr>
              <a:xfrm>
                <a:off x="1" y="3305339"/>
                <a:ext cx="9143998" cy="1141990"/>
              </a:xfrm>
              <a:custGeom>
                <a:rect b="b" l="l" r="r" t="t"/>
                <a:pathLst>
                  <a:path extrusionOk="0" h="1141990" w="9143998">
                    <a:moveTo>
                      <a:pt x="0" y="0"/>
                    </a:moveTo>
                    <a:lnTo>
                      <a:pt x="9143998" y="0"/>
                    </a:lnTo>
                    <a:lnTo>
                      <a:pt x="9143998" y="636046"/>
                    </a:lnTo>
                    <a:lnTo>
                      <a:pt x="9069564" y="660705"/>
                    </a:lnTo>
                    <a:cubicBezTo>
                      <a:pt x="8094855" y="951078"/>
                      <a:pt x="6444203" y="1141990"/>
                      <a:pt x="4572000" y="1141990"/>
                    </a:cubicBezTo>
                    <a:cubicBezTo>
                      <a:pt x="2699797" y="1141990"/>
                      <a:pt x="1049146" y="951078"/>
                      <a:pt x="74436" y="660705"/>
                    </a:cubicBezTo>
                    <a:lnTo>
                      <a:pt x="0" y="636046"/>
                    </a:lnTo>
                    <a:close/>
                  </a:path>
                </a:pathLst>
              </a:custGeom>
              <a:solidFill>
                <a:srgbClr val="F0F4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1" name="Google Shape;261;p44"/>
            <p:cNvSpPr/>
            <p:nvPr/>
          </p:nvSpPr>
          <p:spPr>
            <a:xfrm rot="-5400000">
              <a:off x="4314253" y="-257729"/>
              <a:ext cx="521376" cy="9149889"/>
            </a:xfrm>
            <a:custGeom>
              <a:rect b="b" l="l" r="r" t="t"/>
              <a:pathLst>
                <a:path extrusionOk="0" h="5147617" w="293320">
                  <a:moveTo>
                    <a:pt x="288897" y="0"/>
                  </a:moveTo>
                  <a:cubicBezTo>
                    <a:pt x="98397" y="685800"/>
                    <a:pt x="4149" y="1732547"/>
                    <a:pt x="139" y="2590800"/>
                  </a:cubicBezTo>
                  <a:cubicBezTo>
                    <a:pt x="-3872" y="3449053"/>
                    <a:pt x="78132" y="4354771"/>
                    <a:pt x="293320" y="5147617"/>
                  </a:cubicBezTo>
                </a:path>
              </a:pathLst>
            </a:custGeom>
            <a:noFill/>
            <a:ln cap="flat" cmpd="sng" w="1905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2" name="Google Shape;262;p44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b="0"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3" name="Google Shape;263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picture containing drawing&#10;&#10;Description automatically generated" id="264" name="Google Shape;264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021" y="4787122"/>
            <a:ext cx="938560" cy="281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chart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6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9" name="Google Shape;26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46"/>
          <p:cNvSpPr/>
          <p:nvPr>
            <p:ph idx="2" type="chart"/>
          </p:nvPr>
        </p:nvSpPr>
        <p:spPr>
          <a:xfrm>
            <a:off x="311150" y="860975"/>
            <a:ext cx="8521800" cy="37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1_Title and body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7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" name="Google Shape;27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47"/>
          <p:cNvSpPr/>
          <p:nvPr>
            <p:ph idx="2" type="chart"/>
          </p:nvPr>
        </p:nvSpPr>
        <p:spPr>
          <a:xfrm>
            <a:off x="311150" y="860975"/>
            <a:ext cx="3999900" cy="37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5" name="Google Shape;275;p47"/>
          <p:cNvSpPr/>
          <p:nvPr>
            <p:ph idx="3" type="chart"/>
          </p:nvPr>
        </p:nvSpPr>
        <p:spPr>
          <a:xfrm>
            <a:off x="4571725" y="860975"/>
            <a:ext cx="4260900" cy="37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8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" name="Google Shape;278;p48"/>
          <p:cNvSpPr txBox="1"/>
          <p:nvPr>
            <p:ph idx="1" type="body"/>
          </p:nvPr>
        </p:nvSpPr>
        <p:spPr>
          <a:xfrm>
            <a:off x="311700" y="860975"/>
            <a:ext cx="8520600" cy="3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Avenir"/>
                <a:ea typeface="Avenir"/>
                <a:cs typeface="Avenir"/>
                <a:sym typeface="Avenir"/>
              </a:defRPr>
            </a:lvl1pPr>
            <a:lvl2pPr indent="-3175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9" name="Google Shape;27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Avenir"/>
                <a:ea typeface="Avenir"/>
                <a:cs typeface="Avenir"/>
                <a:sym typeface="Aveni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2" name="Google Shape;28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49"/>
          <p:cNvSpPr/>
          <p:nvPr/>
        </p:nvSpPr>
        <p:spPr>
          <a:xfrm>
            <a:off x="0" y="4749900"/>
            <a:ext cx="150360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Helvetica Neue"/>
              <a:buNone/>
              <a:defRPr b="0" sz="5200">
                <a:latin typeface="Avenir"/>
                <a:ea typeface="Avenir"/>
                <a:cs typeface="Avenir"/>
                <a:sym typeface="Aveni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6" name="Google Shape;286;p5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>
                <a:latin typeface="Avenir"/>
                <a:ea typeface="Avenir"/>
                <a:cs typeface="Avenir"/>
                <a:sym typeface="Aveni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7" name="Google Shape;28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50"/>
          <p:cNvSpPr/>
          <p:nvPr/>
        </p:nvSpPr>
        <p:spPr>
          <a:xfrm>
            <a:off x="0" y="4749900"/>
            <a:ext cx="150360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1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1" name="Google Shape;291;p51"/>
          <p:cNvSpPr txBox="1"/>
          <p:nvPr>
            <p:ph idx="1" type="body"/>
          </p:nvPr>
        </p:nvSpPr>
        <p:spPr>
          <a:xfrm>
            <a:off x="311700" y="860975"/>
            <a:ext cx="3999900" cy="3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Avenir"/>
                <a:ea typeface="Avenir"/>
                <a:cs typeface="Avenir"/>
                <a:sym typeface="Avenir"/>
              </a:defRPr>
            </a:lvl1pPr>
            <a:lvl2pPr indent="-3048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2" name="Google Shape;292;p51"/>
          <p:cNvSpPr txBox="1"/>
          <p:nvPr>
            <p:ph idx="2" type="body"/>
          </p:nvPr>
        </p:nvSpPr>
        <p:spPr>
          <a:xfrm>
            <a:off x="4832400" y="860975"/>
            <a:ext cx="3999900" cy="3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Avenir"/>
                <a:ea typeface="Avenir"/>
                <a:cs typeface="Avenir"/>
                <a:sym typeface="Avenir"/>
              </a:defRPr>
            </a:lvl1pPr>
            <a:lvl2pPr indent="-3048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3" name="Google Shape;293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2"/>
          <p:cNvSpPr txBox="1"/>
          <p:nvPr>
            <p:ph type="title"/>
          </p:nvPr>
        </p:nvSpPr>
        <p:spPr>
          <a:xfrm>
            <a:off x="311700" y="288275"/>
            <a:ext cx="28080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6" name="Google Shape;296;p52"/>
          <p:cNvSpPr txBox="1"/>
          <p:nvPr>
            <p:ph idx="1" type="body"/>
          </p:nvPr>
        </p:nvSpPr>
        <p:spPr>
          <a:xfrm>
            <a:off x="311700" y="924560"/>
            <a:ext cx="2808000" cy="3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Avenir"/>
                <a:ea typeface="Avenir"/>
                <a:cs typeface="Avenir"/>
                <a:sym typeface="Avenir"/>
              </a:defRPr>
            </a:lvl1pPr>
            <a:lvl2pPr indent="-3048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7" name="Google Shape;297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53"/>
          <p:cNvGrpSpPr/>
          <p:nvPr/>
        </p:nvGrpSpPr>
        <p:grpSpPr>
          <a:xfrm flipH="1" rot="5400000">
            <a:off x="5321438" y="1320939"/>
            <a:ext cx="5143500" cy="2501623"/>
            <a:chOff x="0" y="0"/>
            <a:chExt cx="9144000" cy="4447329"/>
          </a:xfrm>
        </p:grpSpPr>
        <p:sp>
          <p:nvSpPr>
            <p:cNvPr id="300" name="Google Shape;300;p53"/>
            <p:cNvSpPr/>
            <p:nvPr/>
          </p:nvSpPr>
          <p:spPr>
            <a:xfrm>
              <a:off x="0" y="0"/>
              <a:ext cx="9144000" cy="3701700"/>
            </a:xfrm>
            <a:prstGeom prst="rect">
              <a:avLst/>
            </a:prstGeom>
            <a:solidFill>
              <a:srgbClr val="F0F4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53"/>
            <p:cNvSpPr/>
            <p:nvPr/>
          </p:nvSpPr>
          <p:spPr>
            <a:xfrm>
              <a:off x="1" y="3305339"/>
              <a:ext cx="9143998" cy="1141990"/>
            </a:xfrm>
            <a:custGeom>
              <a:rect b="b" l="l" r="r" t="t"/>
              <a:pathLst>
                <a:path extrusionOk="0" h="1141990" w="9143998">
                  <a:moveTo>
                    <a:pt x="0" y="0"/>
                  </a:moveTo>
                  <a:lnTo>
                    <a:pt x="9143998" y="0"/>
                  </a:lnTo>
                  <a:lnTo>
                    <a:pt x="9143998" y="636046"/>
                  </a:lnTo>
                  <a:lnTo>
                    <a:pt x="9069564" y="660705"/>
                  </a:lnTo>
                  <a:cubicBezTo>
                    <a:pt x="8094855" y="951078"/>
                    <a:pt x="6444203" y="1141990"/>
                    <a:pt x="4572000" y="1141990"/>
                  </a:cubicBezTo>
                  <a:cubicBezTo>
                    <a:pt x="2699797" y="1141990"/>
                    <a:pt x="1049146" y="951078"/>
                    <a:pt x="74436" y="660705"/>
                  </a:cubicBezTo>
                  <a:lnTo>
                    <a:pt x="0" y="636046"/>
                  </a:lnTo>
                  <a:close/>
                </a:path>
              </a:pathLst>
            </a:custGeom>
            <a:solidFill>
              <a:srgbClr val="F0F4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Google Shape;302;p5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3" name="Google Shape;303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54"/>
          <p:cNvGrpSpPr/>
          <p:nvPr/>
        </p:nvGrpSpPr>
        <p:grpSpPr>
          <a:xfrm>
            <a:off x="4489820" y="-1"/>
            <a:ext cx="4654180" cy="5160486"/>
            <a:chOff x="3991980" y="-1"/>
            <a:chExt cx="4654180" cy="5160486"/>
          </a:xfrm>
        </p:grpSpPr>
        <p:grpSp>
          <p:nvGrpSpPr>
            <p:cNvPr id="306" name="Google Shape;306;p54"/>
            <p:cNvGrpSpPr/>
            <p:nvPr/>
          </p:nvGrpSpPr>
          <p:grpSpPr>
            <a:xfrm flipH="1" rot="5400000">
              <a:off x="3802060" y="299401"/>
              <a:ext cx="5143500" cy="4544700"/>
              <a:chOff x="1" y="-3632137"/>
              <a:chExt cx="9144000" cy="8079467"/>
            </a:xfrm>
          </p:grpSpPr>
          <p:sp>
            <p:nvSpPr>
              <p:cNvPr id="307" name="Google Shape;307;p54"/>
              <p:cNvSpPr/>
              <p:nvPr/>
            </p:nvSpPr>
            <p:spPr>
              <a:xfrm>
                <a:off x="1" y="-3632137"/>
                <a:ext cx="9144000" cy="73338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54"/>
              <p:cNvSpPr/>
              <p:nvPr/>
            </p:nvSpPr>
            <p:spPr>
              <a:xfrm>
                <a:off x="1" y="3305340"/>
                <a:ext cx="9143998" cy="1141990"/>
              </a:xfrm>
              <a:custGeom>
                <a:rect b="b" l="l" r="r" t="t"/>
                <a:pathLst>
                  <a:path extrusionOk="0" h="1141990" w="9143998">
                    <a:moveTo>
                      <a:pt x="0" y="0"/>
                    </a:moveTo>
                    <a:lnTo>
                      <a:pt x="9143998" y="0"/>
                    </a:lnTo>
                    <a:lnTo>
                      <a:pt x="9143998" y="636046"/>
                    </a:lnTo>
                    <a:lnTo>
                      <a:pt x="9069564" y="660705"/>
                    </a:lnTo>
                    <a:cubicBezTo>
                      <a:pt x="8094855" y="951078"/>
                      <a:pt x="6444203" y="1141990"/>
                      <a:pt x="4572000" y="1141990"/>
                    </a:cubicBezTo>
                    <a:cubicBezTo>
                      <a:pt x="2699797" y="1141990"/>
                      <a:pt x="1049146" y="951078"/>
                      <a:pt x="74436" y="660705"/>
                    </a:cubicBezTo>
                    <a:lnTo>
                      <a:pt x="0" y="63604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9" name="Google Shape;309;p54"/>
            <p:cNvSpPr/>
            <p:nvPr/>
          </p:nvSpPr>
          <p:spPr>
            <a:xfrm>
              <a:off x="3991980" y="-1"/>
              <a:ext cx="294053" cy="5160486"/>
            </a:xfrm>
            <a:custGeom>
              <a:rect b="b" l="l" r="r" t="t"/>
              <a:pathLst>
                <a:path extrusionOk="0" h="5147617" w="293320">
                  <a:moveTo>
                    <a:pt x="288897" y="0"/>
                  </a:moveTo>
                  <a:cubicBezTo>
                    <a:pt x="98397" y="685800"/>
                    <a:pt x="4149" y="1732547"/>
                    <a:pt x="139" y="2590800"/>
                  </a:cubicBezTo>
                  <a:cubicBezTo>
                    <a:pt x="-3872" y="3449053"/>
                    <a:pt x="78132" y="4354771"/>
                    <a:pt x="293320" y="5147617"/>
                  </a:cubicBezTo>
                </a:path>
              </a:pathLst>
            </a:custGeom>
            <a:noFill/>
            <a:ln cap="flat" cmpd="sng" w="1905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0" name="Google Shape;310;p5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Avenir"/>
                <a:ea typeface="Avenir"/>
                <a:cs typeface="Avenir"/>
                <a:sym typeface="Aveni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11" name="Google Shape;311;p5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Avenir"/>
                <a:ea typeface="Avenir"/>
                <a:cs typeface="Avenir"/>
                <a:sym typeface="Aveni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2" name="Google Shape;312;p5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Avenir"/>
                <a:ea typeface="Avenir"/>
                <a:cs typeface="Avenir"/>
                <a:sym typeface="Avenir"/>
              </a:defRPr>
            </a:lvl1pPr>
            <a:lvl2pPr indent="-3175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3" name="Google Shape;313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showMasterSp="0">
  <p:cSld name="TITLE_AND_BODY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9;p1" id="315" name="Google Shape;315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020" y="4787122"/>
            <a:ext cx="938560" cy="28188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55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venir"/>
              <a:buNone/>
              <a:defRPr b="0" sz="2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700"/>
              <a:buNone/>
              <a:defRPr/>
            </a:lvl9pPr>
          </a:lstStyle>
          <a:p/>
        </p:txBody>
      </p:sp>
      <p:sp>
        <p:nvSpPr>
          <p:cNvPr id="317" name="Google Shape;317;p55"/>
          <p:cNvSpPr txBox="1"/>
          <p:nvPr>
            <p:ph idx="12" type="sldNum"/>
          </p:nvPr>
        </p:nvSpPr>
        <p:spPr>
          <a:xfrm>
            <a:off x="8695852" y="4682867"/>
            <a:ext cx="325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venir"/>
              <a:buNone/>
              <a:defRPr sz="1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5.xml"/><Relationship Id="rId6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39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64160" y="288275"/>
            <a:ext cx="8666480" cy="61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264160" y="907718"/>
            <a:ext cx="8666480" cy="3724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A picture containing drawing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46021" y="4787122"/>
            <a:ext cx="938559" cy="28188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4160" y="288275"/>
            <a:ext cx="86664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264160" y="907718"/>
            <a:ext cx="8666400" cy="3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A picture containing drawing&#10;&#10;Description automatically generated" id="112" name="Google Shape;112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46021" y="4787122"/>
            <a:ext cx="938560" cy="28188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38"/>
          <p:cNvSpPr txBox="1"/>
          <p:nvPr>
            <p:ph type="title"/>
          </p:nvPr>
        </p:nvSpPr>
        <p:spPr>
          <a:xfrm>
            <a:off x="264160" y="288275"/>
            <a:ext cx="86664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" name="Google Shape;218;p38"/>
          <p:cNvSpPr txBox="1"/>
          <p:nvPr>
            <p:ph idx="1" type="body"/>
          </p:nvPr>
        </p:nvSpPr>
        <p:spPr>
          <a:xfrm>
            <a:off x="264160" y="907718"/>
            <a:ext cx="8666400" cy="3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A picture containing drawing&#10;&#10;Description automatically generated" id="219" name="Google Shape;219;p3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46021" y="4787122"/>
            <a:ext cx="938560" cy="28188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jknight@octoml.ai" TargetMode="External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15.png"/><Relationship Id="rId22" Type="http://schemas.openxmlformats.org/officeDocument/2006/relationships/image" Target="../media/image29.png"/><Relationship Id="rId21" Type="http://schemas.openxmlformats.org/officeDocument/2006/relationships/image" Target="../media/image19.png"/><Relationship Id="rId24" Type="http://schemas.openxmlformats.org/officeDocument/2006/relationships/image" Target="../media/image25.png"/><Relationship Id="rId23" Type="http://schemas.openxmlformats.org/officeDocument/2006/relationships/image" Target="../media/image24.png"/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9" Type="http://schemas.openxmlformats.org/officeDocument/2006/relationships/image" Target="../media/image21.png"/><Relationship Id="rId26" Type="http://schemas.openxmlformats.org/officeDocument/2006/relationships/image" Target="../media/image31.png"/><Relationship Id="rId25" Type="http://schemas.openxmlformats.org/officeDocument/2006/relationships/image" Target="../media/image28.png"/><Relationship Id="rId28" Type="http://schemas.openxmlformats.org/officeDocument/2006/relationships/image" Target="../media/image37.png"/><Relationship Id="rId27" Type="http://schemas.openxmlformats.org/officeDocument/2006/relationships/image" Target="../media/image35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29" Type="http://schemas.openxmlformats.org/officeDocument/2006/relationships/image" Target="../media/image34.png"/><Relationship Id="rId7" Type="http://schemas.openxmlformats.org/officeDocument/2006/relationships/image" Target="../media/image26.png"/><Relationship Id="rId8" Type="http://schemas.openxmlformats.org/officeDocument/2006/relationships/image" Target="../media/image30.png"/><Relationship Id="rId31" Type="http://schemas.openxmlformats.org/officeDocument/2006/relationships/image" Target="../media/image32.png"/><Relationship Id="rId30" Type="http://schemas.openxmlformats.org/officeDocument/2006/relationships/image" Target="../media/image38.png"/><Relationship Id="rId11" Type="http://schemas.openxmlformats.org/officeDocument/2006/relationships/image" Target="../media/image14.png"/><Relationship Id="rId10" Type="http://schemas.openxmlformats.org/officeDocument/2006/relationships/image" Target="../media/image33.png"/><Relationship Id="rId32" Type="http://schemas.openxmlformats.org/officeDocument/2006/relationships/image" Target="../media/image36.png"/><Relationship Id="rId13" Type="http://schemas.openxmlformats.org/officeDocument/2006/relationships/image" Target="../media/image18.png"/><Relationship Id="rId12" Type="http://schemas.openxmlformats.org/officeDocument/2006/relationships/image" Target="../media/image27.png"/><Relationship Id="rId15" Type="http://schemas.openxmlformats.org/officeDocument/2006/relationships/image" Target="../media/image23.png"/><Relationship Id="rId14" Type="http://schemas.openxmlformats.org/officeDocument/2006/relationships/image" Target="../media/image17.png"/><Relationship Id="rId17" Type="http://schemas.openxmlformats.org/officeDocument/2006/relationships/image" Target="../media/image16.png"/><Relationship Id="rId16" Type="http://schemas.openxmlformats.org/officeDocument/2006/relationships/image" Target="../media/image20.png"/><Relationship Id="rId19" Type="http://schemas.openxmlformats.org/officeDocument/2006/relationships/image" Target="../media/image13.png"/><Relationship Id="rId18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8.png"/><Relationship Id="rId22" Type="http://schemas.openxmlformats.org/officeDocument/2006/relationships/image" Target="../media/image9.png"/><Relationship Id="rId21" Type="http://schemas.openxmlformats.org/officeDocument/2006/relationships/image" Target="../media/image11.png"/><Relationship Id="rId24" Type="http://schemas.openxmlformats.org/officeDocument/2006/relationships/image" Target="../media/image26.png"/><Relationship Id="rId23" Type="http://schemas.openxmlformats.org/officeDocument/2006/relationships/image" Target="../media/image12.png"/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13.png"/><Relationship Id="rId26" Type="http://schemas.openxmlformats.org/officeDocument/2006/relationships/image" Target="../media/image21.png"/><Relationship Id="rId25" Type="http://schemas.openxmlformats.org/officeDocument/2006/relationships/image" Target="../media/image30.png"/><Relationship Id="rId28" Type="http://schemas.openxmlformats.org/officeDocument/2006/relationships/image" Target="../media/image14.png"/><Relationship Id="rId27" Type="http://schemas.openxmlformats.org/officeDocument/2006/relationships/image" Target="../media/image33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29" Type="http://schemas.openxmlformats.org/officeDocument/2006/relationships/image" Target="../media/image27.png"/><Relationship Id="rId7" Type="http://schemas.openxmlformats.org/officeDocument/2006/relationships/image" Target="../media/image16.png"/><Relationship Id="rId8" Type="http://schemas.openxmlformats.org/officeDocument/2006/relationships/image" Target="../media/image22.png"/><Relationship Id="rId31" Type="http://schemas.openxmlformats.org/officeDocument/2006/relationships/image" Target="../media/image39.png"/><Relationship Id="rId30" Type="http://schemas.openxmlformats.org/officeDocument/2006/relationships/image" Target="../media/image41.png"/><Relationship Id="rId11" Type="http://schemas.openxmlformats.org/officeDocument/2006/relationships/image" Target="../media/image19.png"/><Relationship Id="rId33" Type="http://schemas.openxmlformats.org/officeDocument/2006/relationships/image" Target="../media/image43.png"/><Relationship Id="rId10" Type="http://schemas.openxmlformats.org/officeDocument/2006/relationships/image" Target="../media/image15.png"/><Relationship Id="rId32" Type="http://schemas.openxmlformats.org/officeDocument/2006/relationships/image" Target="../media/image36.png"/><Relationship Id="rId13" Type="http://schemas.openxmlformats.org/officeDocument/2006/relationships/image" Target="../media/image24.png"/><Relationship Id="rId12" Type="http://schemas.openxmlformats.org/officeDocument/2006/relationships/image" Target="../media/image29.png"/><Relationship Id="rId15" Type="http://schemas.openxmlformats.org/officeDocument/2006/relationships/image" Target="../media/image28.png"/><Relationship Id="rId14" Type="http://schemas.openxmlformats.org/officeDocument/2006/relationships/image" Target="../media/image25.png"/><Relationship Id="rId17" Type="http://schemas.openxmlformats.org/officeDocument/2006/relationships/image" Target="../media/image35.png"/><Relationship Id="rId16" Type="http://schemas.openxmlformats.org/officeDocument/2006/relationships/image" Target="../media/image31.png"/><Relationship Id="rId19" Type="http://schemas.openxmlformats.org/officeDocument/2006/relationships/image" Target="../media/image34.png"/><Relationship Id="rId18" Type="http://schemas.openxmlformats.org/officeDocument/2006/relationships/image" Target="../media/image3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8.png"/><Relationship Id="rId4" Type="http://schemas.openxmlformats.org/officeDocument/2006/relationships/image" Target="../media/image53.png"/><Relationship Id="rId9" Type="http://schemas.openxmlformats.org/officeDocument/2006/relationships/image" Target="../media/image45.png"/><Relationship Id="rId5" Type="http://schemas.openxmlformats.org/officeDocument/2006/relationships/image" Target="../media/image59.png"/><Relationship Id="rId6" Type="http://schemas.openxmlformats.org/officeDocument/2006/relationships/image" Target="../media/image52.png"/><Relationship Id="rId7" Type="http://schemas.openxmlformats.org/officeDocument/2006/relationships/image" Target="../media/image50.png"/><Relationship Id="rId8" Type="http://schemas.openxmlformats.org/officeDocument/2006/relationships/image" Target="../media/image47.png"/><Relationship Id="rId11" Type="http://schemas.openxmlformats.org/officeDocument/2006/relationships/image" Target="../media/image42.png"/><Relationship Id="rId10" Type="http://schemas.openxmlformats.org/officeDocument/2006/relationships/image" Target="../media/image51.png"/><Relationship Id="rId13" Type="http://schemas.openxmlformats.org/officeDocument/2006/relationships/image" Target="../media/image40.png"/><Relationship Id="rId12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6.png"/><Relationship Id="rId4" Type="http://schemas.openxmlformats.org/officeDocument/2006/relationships/hyperlink" Target="https://arxiv.org/pdf/2006.06762.pdf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png"/><Relationship Id="rId4" Type="http://schemas.openxmlformats.org/officeDocument/2006/relationships/hyperlink" Target="https://arxiv.org/pdf/2006.06762.pdf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rxiv.org/pdf/2006.06762.pdf" TargetMode="External"/><Relationship Id="rId4" Type="http://schemas.openxmlformats.org/officeDocument/2006/relationships/image" Target="../media/image54.png"/><Relationship Id="rId5" Type="http://schemas.openxmlformats.org/officeDocument/2006/relationships/image" Target="../media/image6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6.png"/><Relationship Id="rId4" Type="http://schemas.openxmlformats.org/officeDocument/2006/relationships/image" Target="../media/image6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5.png"/><Relationship Id="rId4" Type="http://schemas.openxmlformats.org/officeDocument/2006/relationships/image" Target="../media/image60.png"/><Relationship Id="rId5" Type="http://schemas.openxmlformats.org/officeDocument/2006/relationships/image" Target="../media/image5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arxiv.org/pdf/2006.06762.pdf" TargetMode="External"/><Relationship Id="rId4" Type="http://schemas.openxmlformats.org/officeDocument/2006/relationships/image" Target="../media/image65.png"/><Relationship Id="rId5" Type="http://schemas.openxmlformats.org/officeDocument/2006/relationships/image" Target="../media/image57.png"/><Relationship Id="rId6" Type="http://schemas.openxmlformats.org/officeDocument/2006/relationships/image" Target="../media/image6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6"/>
          <p:cNvSpPr txBox="1"/>
          <p:nvPr/>
        </p:nvSpPr>
        <p:spPr>
          <a:xfrm>
            <a:off x="1324775" y="3966475"/>
            <a:ext cx="66978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None/>
            </a:pPr>
            <a:r>
              <a:rPr lang="en" sz="1200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3"/>
              </a:rPr>
              <a:t>jknight@octoml.ai</a:t>
            </a:r>
            <a:endParaRPr sz="1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Helvetica Neue"/>
              <a:buNone/>
            </a:pPr>
            <a:r>
              <a:t/>
            </a:r>
            <a:endParaRPr sz="1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A picture containing drawing&#10;&#10;Description automatically generated" id="323" name="Google Shape;323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6976" y="2587597"/>
            <a:ext cx="3256174" cy="97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56"/>
          <p:cNvSpPr txBox="1"/>
          <p:nvPr/>
        </p:nvSpPr>
        <p:spPr>
          <a:xfrm>
            <a:off x="466600" y="182475"/>
            <a:ext cx="8098500" cy="29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latin typeface="Avenir"/>
                <a:ea typeface="Avenir"/>
                <a:cs typeface="Avenir"/>
                <a:sym typeface="Avenir"/>
              </a:rPr>
              <a:t>Apache TVM and ONNX</a:t>
            </a:r>
            <a:endParaRPr b="1" sz="39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What can ONNX do for DL Compilers (and vice versa)?</a:t>
            </a:r>
            <a:endParaRPr sz="23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Jason Knight - CPO</a:t>
            </a:r>
            <a:endParaRPr sz="23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330" name="Google Shape;330;p5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TVM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Cool results (TVM + ONNX)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it work?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OctoML’s wishlist for ONNX</a:t>
            </a:r>
            <a:endParaRPr/>
          </a:p>
        </p:txBody>
      </p:sp>
      <p:sp>
        <p:nvSpPr>
          <p:cNvPr id="331" name="Google Shape;331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5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 and in 10 minutes …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go!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8"/>
          <p:cNvSpPr/>
          <p:nvPr/>
        </p:nvSpPr>
        <p:spPr>
          <a:xfrm>
            <a:off x="847300" y="544775"/>
            <a:ext cx="2922900" cy="168600"/>
          </a:xfrm>
          <a:prstGeom prst="rect">
            <a:avLst/>
          </a:prstGeom>
          <a:solidFill>
            <a:srgbClr val="FAE2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58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>
                <a:solidFill>
                  <a:schemeClr val="dk1"/>
                </a:solidFill>
              </a:rPr>
              <a:t>An</a:t>
            </a:r>
            <a:r>
              <a:rPr lang="en" sz="2400">
                <a:solidFill>
                  <a:schemeClr val="dk1"/>
                </a:solidFill>
              </a:rPr>
              <a:t> exploding ecosystem makes </a:t>
            </a:r>
            <a:r>
              <a:rPr b="1" lang="en" sz="2400">
                <a:solidFill>
                  <a:schemeClr val="dk1"/>
                </a:solidFill>
              </a:rPr>
              <a:t>deployment</a:t>
            </a:r>
            <a:r>
              <a:rPr lang="en" sz="2400">
                <a:solidFill>
                  <a:schemeClr val="dk1"/>
                </a:solidFill>
              </a:rPr>
              <a:t> </a:t>
            </a:r>
            <a:r>
              <a:rPr lang="en" sz="2400">
                <a:solidFill>
                  <a:schemeClr val="dk1"/>
                </a:solidFill>
              </a:rPr>
              <a:t>painful</a:t>
            </a:r>
            <a:endParaRPr/>
          </a:p>
        </p:txBody>
      </p:sp>
      <p:sp>
        <p:nvSpPr>
          <p:cNvPr id="339" name="Google Shape;339;p58"/>
          <p:cNvSpPr txBox="1"/>
          <p:nvPr/>
        </p:nvSpPr>
        <p:spPr>
          <a:xfrm>
            <a:off x="170325" y="3239310"/>
            <a:ext cx="1914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b="0" i="0" lang="en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Cambrian explosion of HW backends</a:t>
            </a:r>
            <a:endParaRPr b="0" i="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A picture containing drawing&#10;&#10;Description automatically generated" id="340" name="Google Shape;34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021" y="4787122"/>
            <a:ext cx="938560" cy="281882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58"/>
          <p:cNvSpPr txBox="1"/>
          <p:nvPr/>
        </p:nvSpPr>
        <p:spPr>
          <a:xfrm>
            <a:off x="146025" y="1407087"/>
            <a:ext cx="205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b="0" i="0" lang="en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Rapidly evolving ML software ecosystem</a:t>
            </a:r>
            <a:endParaRPr b="0" i="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42" name="Google Shape;342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cxnSp>
        <p:nvCxnSpPr>
          <p:cNvPr id="343" name="Google Shape;343;p58"/>
          <p:cNvCxnSpPr/>
          <p:nvPr/>
        </p:nvCxnSpPr>
        <p:spPr>
          <a:xfrm flipH="1" rot="10800000">
            <a:off x="3207125" y="2100475"/>
            <a:ext cx="682800" cy="1193100"/>
          </a:xfrm>
          <a:prstGeom prst="straightConnector1">
            <a:avLst/>
          </a:prstGeom>
          <a:noFill/>
          <a:ln cap="flat" cmpd="sng" w="19050">
            <a:solidFill>
              <a:srgbClr val="FDA739"/>
            </a:solidFill>
            <a:prstDash val="solid"/>
            <a:round/>
            <a:headEnd len="sm" w="sm" type="oval"/>
            <a:tailEnd len="med" w="med" type="oval"/>
          </a:ln>
        </p:spPr>
      </p:cxnSp>
      <p:cxnSp>
        <p:nvCxnSpPr>
          <p:cNvPr id="344" name="Google Shape;344;p58"/>
          <p:cNvCxnSpPr/>
          <p:nvPr/>
        </p:nvCxnSpPr>
        <p:spPr>
          <a:xfrm rot="10800000">
            <a:off x="4045600" y="2048775"/>
            <a:ext cx="845100" cy="1184400"/>
          </a:xfrm>
          <a:prstGeom prst="straightConnector1">
            <a:avLst/>
          </a:prstGeom>
          <a:noFill/>
          <a:ln cap="flat" cmpd="sng" w="19050">
            <a:solidFill>
              <a:srgbClr val="FDA739"/>
            </a:solidFill>
            <a:prstDash val="solid"/>
            <a:round/>
            <a:headEnd len="sm" w="sm" type="oval"/>
            <a:tailEnd len="med" w="med" type="oval"/>
          </a:ln>
        </p:spPr>
      </p:cxnSp>
      <p:cxnSp>
        <p:nvCxnSpPr>
          <p:cNvPr id="345" name="Google Shape;345;p58"/>
          <p:cNvCxnSpPr/>
          <p:nvPr/>
        </p:nvCxnSpPr>
        <p:spPr>
          <a:xfrm flipH="1" rot="10800000">
            <a:off x="7446239" y="1934188"/>
            <a:ext cx="397800" cy="1965600"/>
          </a:xfrm>
          <a:prstGeom prst="straightConnector1">
            <a:avLst/>
          </a:prstGeom>
          <a:noFill/>
          <a:ln cap="flat" cmpd="sng" w="19050">
            <a:solidFill>
              <a:srgbClr val="FDA739"/>
            </a:solidFill>
            <a:prstDash val="solid"/>
            <a:round/>
            <a:headEnd len="sm" w="sm" type="oval"/>
            <a:tailEnd len="med" w="med" type="oval"/>
          </a:ln>
        </p:spPr>
      </p:cxnSp>
      <p:cxnSp>
        <p:nvCxnSpPr>
          <p:cNvPr id="346" name="Google Shape;346;p58"/>
          <p:cNvCxnSpPr>
            <a:stCxn id="347" idx="0"/>
          </p:cNvCxnSpPr>
          <p:nvPr/>
        </p:nvCxnSpPr>
        <p:spPr>
          <a:xfrm rot="10800000">
            <a:off x="6533952" y="1714193"/>
            <a:ext cx="1677300" cy="1593600"/>
          </a:xfrm>
          <a:prstGeom prst="straightConnector1">
            <a:avLst/>
          </a:prstGeom>
          <a:noFill/>
          <a:ln cap="flat" cmpd="sng" w="19050">
            <a:solidFill>
              <a:srgbClr val="FDA739"/>
            </a:solidFill>
            <a:prstDash val="solid"/>
            <a:round/>
            <a:headEnd len="sm" w="sm" type="oval"/>
            <a:tailEnd len="med" w="med" type="oval"/>
          </a:ln>
        </p:spPr>
      </p:cxnSp>
      <p:cxnSp>
        <p:nvCxnSpPr>
          <p:cNvPr id="348" name="Google Shape;348;p58"/>
          <p:cNvCxnSpPr/>
          <p:nvPr/>
        </p:nvCxnSpPr>
        <p:spPr>
          <a:xfrm rot="10800000">
            <a:off x="6007925" y="2040025"/>
            <a:ext cx="51900" cy="1789500"/>
          </a:xfrm>
          <a:prstGeom prst="straightConnector1">
            <a:avLst/>
          </a:prstGeom>
          <a:noFill/>
          <a:ln cap="flat" cmpd="sng" w="19050">
            <a:solidFill>
              <a:srgbClr val="FDA739"/>
            </a:solidFill>
            <a:prstDash val="solid"/>
            <a:round/>
            <a:headEnd len="sm" w="sm" type="oval"/>
            <a:tailEnd len="med" w="med" type="oval"/>
          </a:ln>
        </p:spPr>
      </p:cxnSp>
      <p:cxnSp>
        <p:nvCxnSpPr>
          <p:cNvPr id="349" name="Google Shape;349;p58"/>
          <p:cNvCxnSpPr/>
          <p:nvPr/>
        </p:nvCxnSpPr>
        <p:spPr>
          <a:xfrm flipH="1" rot="10800000">
            <a:off x="3959200" y="1849700"/>
            <a:ext cx="3691200" cy="1392000"/>
          </a:xfrm>
          <a:prstGeom prst="straightConnector1">
            <a:avLst/>
          </a:prstGeom>
          <a:noFill/>
          <a:ln cap="flat" cmpd="sng" w="19050">
            <a:solidFill>
              <a:srgbClr val="FDA739"/>
            </a:solidFill>
            <a:prstDash val="solid"/>
            <a:round/>
            <a:headEnd len="sm" w="sm" type="oval"/>
            <a:tailEnd len="med" w="med" type="oval"/>
          </a:ln>
        </p:spPr>
      </p:cxnSp>
      <p:cxnSp>
        <p:nvCxnSpPr>
          <p:cNvPr id="350" name="Google Shape;350;p58"/>
          <p:cNvCxnSpPr/>
          <p:nvPr/>
        </p:nvCxnSpPr>
        <p:spPr>
          <a:xfrm flipH="1" rot="10800000">
            <a:off x="5169425" y="1856300"/>
            <a:ext cx="1762200" cy="1480500"/>
          </a:xfrm>
          <a:prstGeom prst="straightConnector1">
            <a:avLst/>
          </a:prstGeom>
          <a:noFill/>
          <a:ln cap="flat" cmpd="sng" w="19050">
            <a:solidFill>
              <a:srgbClr val="FDA739"/>
            </a:solidFill>
            <a:prstDash val="solid"/>
            <a:round/>
            <a:headEnd len="sm" w="sm" type="oval"/>
            <a:tailEnd len="med" w="med" type="oval"/>
          </a:ln>
        </p:spPr>
      </p:cxnSp>
      <p:cxnSp>
        <p:nvCxnSpPr>
          <p:cNvPr id="351" name="Google Shape;351;p58"/>
          <p:cNvCxnSpPr>
            <a:stCxn id="352" idx="0"/>
            <a:endCxn id="353" idx="2"/>
          </p:cNvCxnSpPr>
          <p:nvPr/>
        </p:nvCxnSpPr>
        <p:spPr>
          <a:xfrm rot="10800000">
            <a:off x="4459008" y="2180545"/>
            <a:ext cx="2645100" cy="1177500"/>
          </a:xfrm>
          <a:prstGeom prst="straightConnector1">
            <a:avLst/>
          </a:prstGeom>
          <a:noFill/>
          <a:ln cap="flat" cmpd="sng" w="19050">
            <a:solidFill>
              <a:srgbClr val="FDA739"/>
            </a:solidFill>
            <a:prstDash val="solid"/>
            <a:round/>
            <a:headEnd len="sm" w="sm" type="oval"/>
            <a:tailEnd len="med" w="med" type="oval"/>
          </a:ln>
        </p:spPr>
      </p:cxnSp>
      <p:cxnSp>
        <p:nvCxnSpPr>
          <p:cNvPr id="354" name="Google Shape;354;p58"/>
          <p:cNvCxnSpPr/>
          <p:nvPr/>
        </p:nvCxnSpPr>
        <p:spPr>
          <a:xfrm rot="10800000">
            <a:off x="3008125" y="1962400"/>
            <a:ext cx="449700" cy="1901700"/>
          </a:xfrm>
          <a:prstGeom prst="straightConnector1">
            <a:avLst/>
          </a:prstGeom>
          <a:noFill/>
          <a:ln cap="flat" cmpd="sng" w="19050">
            <a:solidFill>
              <a:srgbClr val="FDA739"/>
            </a:solidFill>
            <a:prstDash val="solid"/>
            <a:round/>
            <a:headEnd len="sm" w="sm" type="oval"/>
            <a:tailEnd len="med" w="med" type="oval"/>
          </a:ln>
        </p:spPr>
      </p:cxnSp>
      <p:cxnSp>
        <p:nvCxnSpPr>
          <p:cNvPr id="355" name="Google Shape;355;p58"/>
          <p:cNvCxnSpPr/>
          <p:nvPr/>
        </p:nvCxnSpPr>
        <p:spPr>
          <a:xfrm rot="10800000">
            <a:off x="5037978" y="1817089"/>
            <a:ext cx="717300" cy="1387800"/>
          </a:xfrm>
          <a:prstGeom prst="straightConnector1">
            <a:avLst/>
          </a:prstGeom>
          <a:noFill/>
          <a:ln cap="flat" cmpd="sng" w="19050">
            <a:solidFill>
              <a:srgbClr val="FDA739"/>
            </a:solidFill>
            <a:prstDash val="solid"/>
            <a:round/>
            <a:headEnd len="sm" w="sm" type="oval"/>
            <a:tailEnd len="med" w="med" type="oval"/>
          </a:ln>
        </p:spPr>
      </p:cxnSp>
      <p:grpSp>
        <p:nvGrpSpPr>
          <p:cNvPr id="356" name="Google Shape;356;p58"/>
          <p:cNvGrpSpPr/>
          <p:nvPr/>
        </p:nvGrpSpPr>
        <p:grpSpPr>
          <a:xfrm>
            <a:off x="2661420" y="1018760"/>
            <a:ext cx="4989597" cy="738788"/>
            <a:chOff x="2754860" y="1170139"/>
            <a:chExt cx="5279997" cy="781786"/>
          </a:xfrm>
        </p:grpSpPr>
        <p:grpSp>
          <p:nvGrpSpPr>
            <p:cNvPr id="357" name="Google Shape;357;p58"/>
            <p:cNvGrpSpPr/>
            <p:nvPr/>
          </p:nvGrpSpPr>
          <p:grpSpPr>
            <a:xfrm>
              <a:off x="2754860" y="1170139"/>
              <a:ext cx="5279997" cy="384462"/>
              <a:chOff x="2920535" y="2007764"/>
              <a:chExt cx="5279997" cy="384462"/>
            </a:xfrm>
          </p:grpSpPr>
          <p:pic>
            <p:nvPicPr>
              <p:cNvPr descr="unknown.png" id="358" name="Google Shape;358;p5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818896" y="2009179"/>
                <a:ext cx="381636" cy="3816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" id="359" name="Google Shape;359;p5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972807" y="2007764"/>
                <a:ext cx="384462" cy="3844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" id="360" name="Google Shape;360;p5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946670" y="2015191"/>
                <a:ext cx="451744" cy="36960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" id="361" name="Google Shape;361;p5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2920535" y="2007764"/>
                <a:ext cx="451742" cy="3844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" id="362" name="Google Shape;362;p58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931662" y="2009429"/>
                <a:ext cx="434068" cy="3811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" id="363" name="Google Shape;363;p58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6912112" y="2038547"/>
                <a:ext cx="332392" cy="3228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64" name="Google Shape;364;p58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268074" y="1353249"/>
              <a:ext cx="500050" cy="500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58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184725" y="1403225"/>
              <a:ext cx="548700" cy="548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" name="Google Shape;366;p58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5197750" y="1505574"/>
              <a:ext cx="938550" cy="3059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7" name="Google Shape;367;p58"/>
          <p:cNvGrpSpPr/>
          <p:nvPr/>
        </p:nvGrpSpPr>
        <p:grpSpPr>
          <a:xfrm>
            <a:off x="2523739" y="3435556"/>
            <a:ext cx="4922521" cy="908949"/>
            <a:chOff x="2644094" y="3650907"/>
            <a:chExt cx="5718542" cy="1055935"/>
          </a:xfrm>
        </p:grpSpPr>
        <p:grpSp>
          <p:nvGrpSpPr>
            <p:cNvPr id="368" name="Google Shape;368;p58"/>
            <p:cNvGrpSpPr/>
            <p:nvPr/>
          </p:nvGrpSpPr>
          <p:grpSpPr>
            <a:xfrm>
              <a:off x="2644094" y="3650907"/>
              <a:ext cx="2496309" cy="1055935"/>
              <a:chOff x="-1426935" y="-529758"/>
              <a:chExt cx="10255995" cy="4340053"/>
            </a:xfrm>
          </p:grpSpPr>
          <p:pic>
            <p:nvPicPr>
              <p:cNvPr descr="image10.tif" id="369" name="Google Shape;369;p58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-1136060" y="2068779"/>
                <a:ext cx="1605945" cy="14365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" id="370" name="Google Shape;370;p58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1178056" y="1763704"/>
                <a:ext cx="2046590" cy="20465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asted-image.tiff" id="371" name="Google Shape;371;p58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1429323" y="-529758"/>
                <a:ext cx="3089339" cy="231700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asted-image.tiff" id="372" name="Google Shape;372;p58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063351" y="1995002"/>
                <a:ext cx="1584026" cy="15840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asted-image.tiff" id="373" name="Google Shape;373;p58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-1426935" y="-1"/>
                <a:ext cx="2381805" cy="12957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asted-image.tiff" id="374" name="Google Shape;374;p58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3932869" y="2298564"/>
                <a:ext cx="2284729" cy="129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" id="375" name="Google Shape;375;p58"/>
              <p:cNvPicPr preferRelativeResize="0"/>
              <p:nvPr/>
            </p:nvPicPr>
            <p:blipFill rotWithShape="1">
              <a:blip r:embed="rId19">
                <a:alphaModFix/>
              </a:blip>
              <a:srcRect b="10565" l="19795" r="19795" t="29026"/>
              <a:stretch/>
            </p:blipFill>
            <p:spPr>
              <a:xfrm>
                <a:off x="6782364" y="254356"/>
                <a:ext cx="2046696" cy="114778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" id="376" name="Google Shape;376;p58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4666168" y="136078"/>
                <a:ext cx="1074433" cy="11480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77" name="Google Shape;377;p58"/>
            <p:cNvGrpSpPr/>
            <p:nvPr/>
          </p:nvGrpSpPr>
          <p:grpSpPr>
            <a:xfrm>
              <a:off x="5398252" y="3747871"/>
              <a:ext cx="2964384" cy="877034"/>
              <a:chOff x="5506694" y="2922111"/>
              <a:chExt cx="2964384" cy="877034"/>
            </a:xfrm>
          </p:grpSpPr>
          <p:pic>
            <p:nvPicPr>
              <p:cNvPr descr="Picture 7" id="378" name="Google Shape;378;p58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7685424" y="2965477"/>
                <a:ext cx="278346" cy="2628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icture 5" id="379" name="Google Shape;379;p58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5506694" y="3517042"/>
                <a:ext cx="804860" cy="15721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icture 13" id="380" name="Google Shape;380;p58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8168326" y="2939232"/>
                <a:ext cx="302736" cy="3153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icture 23" id="381" name="Google Shape;381;p58"/>
              <p:cNvPicPr preferRelativeResize="0"/>
              <p:nvPr/>
            </p:nvPicPr>
            <p:blipFill rotWithShape="1">
              <a:blip r:embed="rId24">
                <a:alphaModFix/>
              </a:blip>
              <a:srcRect b="27811" l="0" r="0" t="27811"/>
              <a:stretch/>
            </p:blipFill>
            <p:spPr>
              <a:xfrm>
                <a:off x="7247531" y="3495095"/>
                <a:ext cx="562826" cy="2497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icture 28" id="382" name="Google Shape;382;p58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6291322" y="2922111"/>
                <a:ext cx="440471" cy="3495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icture 29" id="383" name="Google Shape;383;p58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5583416" y="2938529"/>
                <a:ext cx="477507" cy="31674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icture 31" id="384" name="Google Shape;384;p58"/>
              <p:cNvPicPr preferRelativeResize="0"/>
              <p:nvPr/>
            </p:nvPicPr>
            <p:blipFill rotWithShape="1">
              <a:blip r:embed="rId27">
                <a:alphaModFix/>
              </a:blip>
              <a:srcRect b="32088" l="0" r="0" t="32085"/>
              <a:stretch/>
            </p:blipFill>
            <p:spPr>
              <a:xfrm>
                <a:off x="6912701" y="2989485"/>
                <a:ext cx="599698" cy="21482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icture 33" id="385" name="Google Shape;385;p58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6493435" y="3541733"/>
                <a:ext cx="620238" cy="15645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icture 3" id="386" name="Google Shape;386;p58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7933514" y="3440775"/>
                <a:ext cx="537564" cy="35837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87" name="Google Shape;387;p58"/>
          <p:cNvGrpSpPr/>
          <p:nvPr/>
        </p:nvGrpSpPr>
        <p:grpSpPr>
          <a:xfrm>
            <a:off x="2598392" y="1981392"/>
            <a:ext cx="938562" cy="1180708"/>
            <a:chOff x="306950" y="2151987"/>
            <a:chExt cx="765423" cy="962900"/>
          </a:xfrm>
        </p:grpSpPr>
        <p:pic>
          <p:nvPicPr>
            <p:cNvPr id="388" name="Google Shape;388;p58"/>
            <p:cNvPicPr preferRelativeResize="0"/>
            <p:nvPr/>
          </p:nvPicPr>
          <p:blipFill>
            <a:blip r:embed="rId30">
              <a:alphaModFix/>
            </a:blip>
            <a:stretch>
              <a:fillRect/>
            </a:stretch>
          </p:blipFill>
          <p:spPr>
            <a:xfrm>
              <a:off x="751666" y="2151987"/>
              <a:ext cx="320708" cy="3207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9" name="Google Shape;389;p58"/>
            <p:cNvPicPr preferRelativeResize="0"/>
            <p:nvPr/>
          </p:nvPicPr>
          <p:blipFill>
            <a:blip r:embed="rId31">
              <a:alphaModFix/>
            </a:blip>
            <a:stretch>
              <a:fillRect/>
            </a:stretch>
          </p:blipFill>
          <p:spPr>
            <a:xfrm>
              <a:off x="346320" y="2311259"/>
              <a:ext cx="287281" cy="2872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58"/>
            <p:cNvPicPr preferRelativeResize="0"/>
            <p:nvPr/>
          </p:nvPicPr>
          <p:blipFill>
            <a:blip r:embed="rId32">
              <a:alphaModFix/>
            </a:blip>
            <a:stretch>
              <a:fillRect/>
            </a:stretch>
          </p:blipFill>
          <p:spPr>
            <a:xfrm>
              <a:off x="306950" y="2748863"/>
              <a:ext cx="366025" cy="366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1" name="Google Shape;391;p58"/>
          <p:cNvGrpSpPr/>
          <p:nvPr/>
        </p:nvGrpSpPr>
        <p:grpSpPr>
          <a:xfrm>
            <a:off x="6820924" y="1952030"/>
            <a:ext cx="830111" cy="1187336"/>
            <a:chOff x="8268621" y="1562184"/>
            <a:chExt cx="705816" cy="1009554"/>
          </a:xfrm>
        </p:grpSpPr>
        <p:pic>
          <p:nvPicPr>
            <p:cNvPr id="392" name="Google Shape;392;p58"/>
            <p:cNvPicPr preferRelativeResize="0"/>
            <p:nvPr/>
          </p:nvPicPr>
          <p:blipFill>
            <a:blip r:embed="rId30">
              <a:alphaModFix/>
            </a:blip>
            <a:stretch>
              <a:fillRect/>
            </a:stretch>
          </p:blipFill>
          <p:spPr>
            <a:xfrm>
              <a:off x="8614503" y="1562184"/>
              <a:ext cx="264486" cy="264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3" name="Google Shape;393;p58"/>
            <p:cNvPicPr preferRelativeResize="0"/>
            <p:nvPr/>
          </p:nvPicPr>
          <p:blipFill>
            <a:blip r:embed="rId31">
              <a:alphaModFix/>
            </a:blip>
            <a:stretch>
              <a:fillRect/>
            </a:stretch>
          </p:blipFill>
          <p:spPr>
            <a:xfrm>
              <a:off x="8268621" y="1894652"/>
              <a:ext cx="287281" cy="2872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4" name="Google Shape;394;p58"/>
            <p:cNvPicPr preferRelativeResize="0"/>
            <p:nvPr/>
          </p:nvPicPr>
          <p:blipFill>
            <a:blip r:embed="rId32">
              <a:alphaModFix/>
            </a:blip>
            <a:stretch>
              <a:fillRect/>
            </a:stretch>
          </p:blipFill>
          <p:spPr>
            <a:xfrm>
              <a:off x="8608413" y="2205713"/>
              <a:ext cx="366025" cy="366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5" name="Google Shape;395;p58"/>
          <p:cNvGrpSpPr/>
          <p:nvPr/>
        </p:nvGrpSpPr>
        <p:grpSpPr>
          <a:xfrm>
            <a:off x="3594276" y="2180541"/>
            <a:ext cx="904296" cy="1257777"/>
            <a:chOff x="1625284" y="2170139"/>
            <a:chExt cx="647916" cy="901374"/>
          </a:xfrm>
        </p:grpSpPr>
        <p:pic>
          <p:nvPicPr>
            <p:cNvPr id="396" name="Google Shape;396;p58"/>
            <p:cNvPicPr preferRelativeResize="0"/>
            <p:nvPr/>
          </p:nvPicPr>
          <p:blipFill>
            <a:blip r:embed="rId30">
              <a:alphaModFix/>
            </a:blip>
            <a:stretch>
              <a:fillRect/>
            </a:stretch>
          </p:blipFill>
          <p:spPr>
            <a:xfrm>
              <a:off x="1802738" y="2513134"/>
              <a:ext cx="160307" cy="1603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7" name="Google Shape;397;p58"/>
            <p:cNvPicPr preferRelativeResize="0"/>
            <p:nvPr/>
          </p:nvPicPr>
          <p:blipFill>
            <a:blip r:embed="rId30">
              <a:alphaModFix/>
            </a:blip>
            <a:stretch>
              <a:fillRect/>
            </a:stretch>
          </p:blipFill>
          <p:spPr>
            <a:xfrm>
              <a:off x="1963047" y="2384908"/>
              <a:ext cx="243640" cy="2436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8" name="Google Shape;398;p58"/>
            <p:cNvPicPr preferRelativeResize="0"/>
            <p:nvPr/>
          </p:nvPicPr>
          <p:blipFill>
            <a:blip r:embed="rId31">
              <a:alphaModFix/>
            </a:blip>
            <a:stretch>
              <a:fillRect/>
            </a:stretch>
          </p:blipFill>
          <p:spPr>
            <a:xfrm>
              <a:off x="1625284" y="2170139"/>
              <a:ext cx="287281" cy="2872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58"/>
            <p:cNvPicPr preferRelativeResize="0"/>
            <p:nvPr/>
          </p:nvPicPr>
          <p:blipFill>
            <a:blip r:embed="rId32">
              <a:alphaModFix/>
            </a:blip>
            <a:stretch>
              <a:fillRect/>
            </a:stretch>
          </p:blipFill>
          <p:spPr>
            <a:xfrm>
              <a:off x="1907175" y="2705488"/>
              <a:ext cx="366025" cy="366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9"/>
          <p:cNvSpPr txBox="1"/>
          <p:nvPr>
            <p:ph type="title"/>
          </p:nvPr>
        </p:nvSpPr>
        <p:spPr>
          <a:xfrm>
            <a:off x="311700" y="118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>
                <a:solidFill>
                  <a:schemeClr val="dk1"/>
                </a:solidFill>
              </a:rPr>
              <a:t>TVM: Bridging the gap as a DL compiler and runtime</a:t>
            </a:r>
            <a:endParaRPr/>
          </a:p>
        </p:txBody>
      </p:sp>
      <p:grpSp>
        <p:nvGrpSpPr>
          <p:cNvPr id="405" name="Google Shape;405;p59"/>
          <p:cNvGrpSpPr/>
          <p:nvPr/>
        </p:nvGrpSpPr>
        <p:grpSpPr>
          <a:xfrm>
            <a:off x="2513108" y="3505556"/>
            <a:ext cx="5041403" cy="947636"/>
            <a:chOff x="2615799" y="3650907"/>
            <a:chExt cx="5856648" cy="1100879"/>
          </a:xfrm>
        </p:grpSpPr>
        <p:grpSp>
          <p:nvGrpSpPr>
            <p:cNvPr id="406" name="Google Shape;406;p59"/>
            <p:cNvGrpSpPr/>
            <p:nvPr/>
          </p:nvGrpSpPr>
          <p:grpSpPr>
            <a:xfrm>
              <a:off x="2615799" y="3650907"/>
              <a:ext cx="2524604" cy="1100879"/>
              <a:chOff x="-1543184" y="-529758"/>
              <a:chExt cx="10372245" cy="4524779"/>
            </a:xfrm>
          </p:grpSpPr>
          <p:pic>
            <p:nvPicPr>
              <p:cNvPr descr="image10.tif" id="407" name="Google Shape;407;p5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1543184" y="2121063"/>
                <a:ext cx="1605945" cy="14365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" id="408" name="Google Shape;408;p5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249828" y="1948429"/>
                <a:ext cx="2046590" cy="20465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asted-image.tiff" id="409" name="Google Shape;409;p5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429323" y="-529758"/>
                <a:ext cx="3089339" cy="2317003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10" name="Google Shape;410;p59"/>
              <p:cNvGrpSpPr/>
              <p:nvPr/>
            </p:nvGrpSpPr>
            <p:grpSpPr>
              <a:xfrm>
                <a:off x="7063351" y="1995002"/>
                <a:ext cx="1584026" cy="1779790"/>
                <a:chOff x="-946927" y="-1410490"/>
                <a:chExt cx="1584026" cy="1779790"/>
              </a:xfrm>
            </p:grpSpPr>
            <p:pic>
              <p:nvPicPr>
                <p:cNvPr descr="pasted-image.tiff" id="411" name="Google Shape;411;p59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-946927" y="-1410490"/>
                  <a:ext cx="1584026" cy="158402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12" name="Google Shape;412;p59"/>
                <p:cNvSpPr/>
                <p:nvPr/>
              </p:nvSpPr>
              <p:spPr>
                <a:xfrm>
                  <a:off x="0" y="0"/>
                  <a:ext cx="372600" cy="3693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25400">
                  <a:solidFill>
                    <a:srgbClr val="FFFFFF"/>
                  </a:solidFill>
                  <a:prstDash val="solid"/>
                  <a:miter lim="4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700"/>
                    <a:buFont typeface="Helvetica Neue Light"/>
                    <a:buNone/>
                  </a:pPr>
                  <a:r>
                    <a:t/>
                  </a:r>
                  <a:endParaRPr b="0" i="0" sz="1700" u="none" cap="none" strike="noStrike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endParaRPr>
                </a:p>
              </p:txBody>
            </p:sp>
          </p:grpSp>
          <p:pic>
            <p:nvPicPr>
              <p:cNvPr descr="pasted-image.tiff" id="413" name="Google Shape;413;p5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-1426935" y="-1"/>
                <a:ext cx="2381805" cy="12957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asted-image.tiff" id="414" name="Google Shape;414;p59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3932869" y="2298564"/>
                <a:ext cx="2284729" cy="129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" id="415" name="Google Shape;415;p59"/>
              <p:cNvPicPr preferRelativeResize="0"/>
              <p:nvPr/>
            </p:nvPicPr>
            <p:blipFill rotWithShape="1">
              <a:blip r:embed="rId9">
                <a:alphaModFix/>
              </a:blip>
              <a:srcRect b="10565" l="19795" r="19795" t="29026"/>
              <a:stretch/>
            </p:blipFill>
            <p:spPr>
              <a:xfrm>
                <a:off x="6782364" y="254356"/>
                <a:ext cx="2046696" cy="114778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" id="416" name="Google Shape;416;p59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4666168" y="136078"/>
                <a:ext cx="1074433" cy="11480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7" name="Google Shape;417;p59"/>
            <p:cNvGrpSpPr/>
            <p:nvPr/>
          </p:nvGrpSpPr>
          <p:grpSpPr>
            <a:xfrm>
              <a:off x="5419497" y="3747871"/>
              <a:ext cx="3052950" cy="906948"/>
              <a:chOff x="5527939" y="2922111"/>
              <a:chExt cx="3052950" cy="906948"/>
            </a:xfrm>
          </p:grpSpPr>
          <p:pic>
            <p:nvPicPr>
              <p:cNvPr descr="Picture 7" id="418" name="Google Shape;418;p59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7685424" y="2965477"/>
                <a:ext cx="278346" cy="2628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icture 5" id="419" name="Google Shape;419;p59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5527939" y="3571265"/>
                <a:ext cx="804860" cy="15721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icture 13" id="420" name="Google Shape;420;p59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8168326" y="2939232"/>
                <a:ext cx="302736" cy="3153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icture 23" id="421" name="Google Shape;421;p59"/>
              <p:cNvPicPr preferRelativeResize="0"/>
              <p:nvPr/>
            </p:nvPicPr>
            <p:blipFill rotWithShape="1">
              <a:blip r:embed="rId14">
                <a:alphaModFix/>
              </a:blip>
              <a:srcRect b="27811" l="0" r="0" t="27811"/>
              <a:stretch/>
            </p:blipFill>
            <p:spPr>
              <a:xfrm>
                <a:off x="7344824" y="3564406"/>
                <a:ext cx="562826" cy="2497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icture 28" id="422" name="Google Shape;422;p59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6291322" y="2922111"/>
                <a:ext cx="440471" cy="3495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icture 29" id="423" name="Google Shape;423;p59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5583416" y="2938529"/>
                <a:ext cx="477507" cy="31674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icture 31" id="424" name="Google Shape;424;p59"/>
              <p:cNvPicPr preferRelativeResize="0"/>
              <p:nvPr/>
            </p:nvPicPr>
            <p:blipFill rotWithShape="1">
              <a:blip r:embed="rId17">
                <a:alphaModFix/>
              </a:blip>
              <a:srcRect b="32088" l="0" r="0" t="32085"/>
              <a:stretch/>
            </p:blipFill>
            <p:spPr>
              <a:xfrm>
                <a:off x="6912701" y="2989485"/>
                <a:ext cx="599698" cy="21482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icture 33" id="425" name="Google Shape;425;p59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6581028" y="3571647"/>
                <a:ext cx="620238" cy="15645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icture 3" id="426" name="Google Shape;426;p59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8043325" y="3470689"/>
                <a:ext cx="537564" cy="35837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descr="A picture containing drawing&#10;&#10;Description automatically generated" id="427" name="Google Shape;427;p5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46021" y="4787122"/>
            <a:ext cx="938560" cy="281882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29" name="Google Shape;429;p59"/>
          <p:cNvGrpSpPr/>
          <p:nvPr/>
        </p:nvGrpSpPr>
        <p:grpSpPr>
          <a:xfrm>
            <a:off x="2661420" y="1018760"/>
            <a:ext cx="4989597" cy="738788"/>
            <a:chOff x="2754860" y="1170139"/>
            <a:chExt cx="5279997" cy="781786"/>
          </a:xfrm>
        </p:grpSpPr>
        <p:grpSp>
          <p:nvGrpSpPr>
            <p:cNvPr id="430" name="Google Shape;430;p59"/>
            <p:cNvGrpSpPr/>
            <p:nvPr/>
          </p:nvGrpSpPr>
          <p:grpSpPr>
            <a:xfrm>
              <a:off x="2754860" y="1170139"/>
              <a:ext cx="5279997" cy="384462"/>
              <a:chOff x="2920535" y="2007764"/>
              <a:chExt cx="5279997" cy="384462"/>
            </a:xfrm>
          </p:grpSpPr>
          <p:pic>
            <p:nvPicPr>
              <p:cNvPr descr="unknown.png" id="431" name="Google Shape;431;p59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7818896" y="2009179"/>
                <a:ext cx="381636" cy="3816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" id="432" name="Google Shape;432;p59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4972807" y="2007764"/>
                <a:ext cx="384462" cy="3844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" id="433" name="Google Shape;433;p59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3946670" y="2015191"/>
                <a:ext cx="451744" cy="36960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" id="434" name="Google Shape;434;p59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2920535" y="2007764"/>
                <a:ext cx="451742" cy="3844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" id="435" name="Google Shape;435;p59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5931662" y="2009429"/>
                <a:ext cx="434068" cy="3811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" id="436" name="Google Shape;436;p59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6912112" y="2038547"/>
                <a:ext cx="332392" cy="3228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37" name="Google Shape;437;p59"/>
            <p:cNvPicPr preferRelativeResize="0"/>
            <p:nvPr/>
          </p:nvPicPr>
          <p:blipFill>
            <a:blip r:embed="rId27">
              <a:alphaModFix/>
            </a:blip>
            <a:stretch>
              <a:fillRect/>
            </a:stretch>
          </p:blipFill>
          <p:spPr>
            <a:xfrm>
              <a:off x="3268074" y="1353249"/>
              <a:ext cx="500050" cy="500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8" name="Google Shape;438;p59"/>
            <p:cNvPicPr preferRelativeResize="0"/>
            <p:nvPr/>
          </p:nvPicPr>
          <p:blipFill>
            <a:blip r:embed="rId28">
              <a:alphaModFix/>
            </a:blip>
            <a:stretch>
              <a:fillRect/>
            </a:stretch>
          </p:blipFill>
          <p:spPr>
            <a:xfrm>
              <a:off x="4184725" y="1403225"/>
              <a:ext cx="548700" cy="548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9" name="Google Shape;439;p59"/>
            <p:cNvPicPr preferRelativeResize="0"/>
            <p:nvPr/>
          </p:nvPicPr>
          <p:blipFill>
            <a:blip r:embed="rId29">
              <a:alphaModFix/>
            </a:blip>
            <a:stretch>
              <a:fillRect/>
            </a:stretch>
          </p:blipFill>
          <p:spPr>
            <a:xfrm>
              <a:off x="5197750" y="1505574"/>
              <a:ext cx="938550" cy="3059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0" name="Google Shape;440;p59"/>
          <p:cNvGrpSpPr/>
          <p:nvPr/>
        </p:nvGrpSpPr>
        <p:grpSpPr>
          <a:xfrm>
            <a:off x="2977088" y="1765438"/>
            <a:ext cx="3685088" cy="255625"/>
            <a:chOff x="1607213" y="1844350"/>
            <a:chExt cx="3685088" cy="255625"/>
          </a:xfrm>
        </p:grpSpPr>
        <p:cxnSp>
          <p:nvCxnSpPr>
            <p:cNvPr id="441" name="Google Shape;441;p59"/>
            <p:cNvCxnSpPr/>
            <p:nvPr/>
          </p:nvCxnSpPr>
          <p:spPr>
            <a:xfrm>
              <a:off x="1607213" y="1844350"/>
              <a:ext cx="0" cy="2499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42" name="Google Shape;442;p59"/>
            <p:cNvCxnSpPr/>
            <p:nvPr/>
          </p:nvCxnSpPr>
          <p:spPr>
            <a:xfrm>
              <a:off x="2359825" y="1850075"/>
              <a:ext cx="0" cy="2499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43" name="Google Shape;443;p59"/>
            <p:cNvCxnSpPr/>
            <p:nvPr/>
          </p:nvCxnSpPr>
          <p:spPr>
            <a:xfrm>
              <a:off x="3044400" y="1850075"/>
              <a:ext cx="0" cy="2499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44" name="Google Shape;444;p59"/>
            <p:cNvCxnSpPr/>
            <p:nvPr/>
          </p:nvCxnSpPr>
          <p:spPr>
            <a:xfrm>
              <a:off x="3802900" y="1850075"/>
              <a:ext cx="0" cy="2499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45" name="Google Shape;445;p59"/>
            <p:cNvCxnSpPr/>
            <p:nvPr/>
          </p:nvCxnSpPr>
          <p:spPr>
            <a:xfrm>
              <a:off x="4542975" y="1850075"/>
              <a:ext cx="0" cy="2499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46" name="Google Shape;446;p59"/>
            <p:cNvCxnSpPr/>
            <p:nvPr/>
          </p:nvCxnSpPr>
          <p:spPr>
            <a:xfrm>
              <a:off x="5292300" y="1850075"/>
              <a:ext cx="0" cy="2499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47" name="Google Shape;447;p59"/>
          <p:cNvGrpSpPr/>
          <p:nvPr/>
        </p:nvGrpSpPr>
        <p:grpSpPr>
          <a:xfrm>
            <a:off x="2977088" y="3190400"/>
            <a:ext cx="3685088" cy="255625"/>
            <a:chOff x="1608050" y="3202488"/>
            <a:chExt cx="3685088" cy="255625"/>
          </a:xfrm>
        </p:grpSpPr>
        <p:cxnSp>
          <p:nvCxnSpPr>
            <p:cNvPr id="448" name="Google Shape;448;p59"/>
            <p:cNvCxnSpPr/>
            <p:nvPr/>
          </p:nvCxnSpPr>
          <p:spPr>
            <a:xfrm>
              <a:off x="1608050" y="3202488"/>
              <a:ext cx="0" cy="2499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49" name="Google Shape;449;p59"/>
            <p:cNvCxnSpPr/>
            <p:nvPr/>
          </p:nvCxnSpPr>
          <p:spPr>
            <a:xfrm>
              <a:off x="2360663" y="3208213"/>
              <a:ext cx="0" cy="2499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0" name="Google Shape;450;p59"/>
            <p:cNvCxnSpPr/>
            <p:nvPr/>
          </p:nvCxnSpPr>
          <p:spPr>
            <a:xfrm>
              <a:off x="3045238" y="3208213"/>
              <a:ext cx="0" cy="2499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1" name="Google Shape;451;p59"/>
            <p:cNvCxnSpPr/>
            <p:nvPr/>
          </p:nvCxnSpPr>
          <p:spPr>
            <a:xfrm>
              <a:off x="3803738" y="3208213"/>
              <a:ext cx="0" cy="2499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2" name="Google Shape;452;p59"/>
            <p:cNvCxnSpPr/>
            <p:nvPr/>
          </p:nvCxnSpPr>
          <p:spPr>
            <a:xfrm>
              <a:off x="4543813" y="3208213"/>
              <a:ext cx="0" cy="2499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3" name="Google Shape;453;p59"/>
            <p:cNvCxnSpPr/>
            <p:nvPr/>
          </p:nvCxnSpPr>
          <p:spPr>
            <a:xfrm>
              <a:off x="5293138" y="3208213"/>
              <a:ext cx="0" cy="2499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54" name="Google Shape;454;p59"/>
          <p:cNvSpPr/>
          <p:nvPr/>
        </p:nvSpPr>
        <p:spPr>
          <a:xfrm>
            <a:off x="2229075" y="2080588"/>
            <a:ext cx="6387900" cy="1050300"/>
          </a:xfrm>
          <a:prstGeom prst="homePlate">
            <a:avLst>
              <a:gd fmla="val 0" name="adj"/>
            </a:avLst>
          </a:prstGeom>
          <a:solidFill>
            <a:srgbClr val="F0F4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5" name="Google Shape;455;p59"/>
          <p:cNvPicPr preferRelativeResize="0"/>
          <p:nvPr/>
        </p:nvPicPr>
        <p:blipFill rotWithShape="1">
          <a:blip r:embed="rId30">
            <a:alphaModFix/>
          </a:blip>
          <a:srcRect b="82046" l="0" r="48594" t="0"/>
          <a:stretch/>
        </p:blipFill>
        <p:spPr>
          <a:xfrm>
            <a:off x="3901419" y="2207683"/>
            <a:ext cx="1357073" cy="4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59"/>
          <p:cNvSpPr txBox="1"/>
          <p:nvPr/>
        </p:nvSpPr>
        <p:spPr>
          <a:xfrm>
            <a:off x="2189925" y="2384138"/>
            <a:ext cx="486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" sz="1200" u="none" cap="none" strike="noStrike">
                <a:solidFill>
                  <a:schemeClr val="accent2"/>
                </a:solidFill>
                <a:latin typeface="Avenir"/>
                <a:ea typeface="Avenir"/>
                <a:cs typeface="Avenir"/>
                <a:sym typeface="Avenir"/>
              </a:rPr>
              <a:t>Open source</a:t>
            </a:r>
            <a:r>
              <a:rPr b="0" i="0" lang="en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, optimization framework for deep learning.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57" name="Google Shape;457;p59"/>
          <p:cNvSpPr/>
          <p:nvPr/>
        </p:nvSpPr>
        <p:spPr>
          <a:xfrm>
            <a:off x="2435650" y="2797013"/>
            <a:ext cx="4493400" cy="286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Backends for x86, nVidia/CUDA, AMD, ARM, MIPS, RISC-V, etc</a:t>
            </a:r>
            <a:endParaRPr sz="1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458" name="Google Shape;458;p59"/>
          <p:cNvGrpSpPr/>
          <p:nvPr/>
        </p:nvGrpSpPr>
        <p:grpSpPr>
          <a:xfrm>
            <a:off x="7631250" y="2317351"/>
            <a:ext cx="1351245" cy="636919"/>
            <a:chOff x="2637981" y="813280"/>
            <a:chExt cx="1609583" cy="3627102"/>
          </a:xfrm>
        </p:grpSpPr>
        <p:sp>
          <p:nvSpPr>
            <p:cNvPr id="459" name="Google Shape;459;p59"/>
            <p:cNvSpPr/>
            <p:nvPr/>
          </p:nvSpPr>
          <p:spPr>
            <a:xfrm>
              <a:off x="2723264" y="1425982"/>
              <a:ext cx="1524300" cy="3014400"/>
            </a:xfrm>
            <a:prstGeom prst="rect">
              <a:avLst/>
            </a:prstGeom>
            <a:solidFill>
              <a:srgbClr val="0E6FA2"/>
            </a:solidFill>
            <a:ln>
              <a:noFill/>
            </a:ln>
          </p:spPr>
          <p:txBody>
            <a:bodyPr anchorCtr="0" anchor="t" bIns="76200" lIns="76200" spcFirstLastPara="1" rIns="7620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700"/>
                <a:buFont typeface="Gill Sans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60" name="Google Shape;460;p59"/>
            <p:cNvSpPr/>
            <p:nvPr/>
          </p:nvSpPr>
          <p:spPr>
            <a:xfrm>
              <a:off x="2637981" y="813280"/>
              <a:ext cx="1524300" cy="30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76200" lIns="76200" spcFirstLastPara="1" rIns="7620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700"/>
                <a:buFont typeface="Gill Sans"/>
                <a:buNone/>
              </a:pPr>
              <a:r>
                <a:rPr b="0" i="0" lang="en" sz="1200" u="none" cap="none" strike="noStrik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ML-based</a:t>
              </a:r>
              <a:endParaRPr b="0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700"/>
                <a:buFont typeface="Gill Sans"/>
                <a:buNone/>
              </a:pPr>
              <a:r>
                <a:rPr b="0" i="0" lang="en" sz="1200" u="none" cap="none" strike="noStrik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Optimizations</a:t>
              </a:r>
              <a:endParaRPr b="0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461" name="Google Shape;461;p59"/>
          <p:cNvGrpSpPr/>
          <p:nvPr/>
        </p:nvGrpSpPr>
        <p:grpSpPr>
          <a:xfrm>
            <a:off x="7005774" y="2319915"/>
            <a:ext cx="548732" cy="548732"/>
            <a:chOff x="3986370" y="2404224"/>
            <a:chExt cx="718800" cy="718800"/>
          </a:xfrm>
        </p:grpSpPr>
        <p:sp>
          <p:nvSpPr>
            <p:cNvPr id="462" name="Google Shape;462;p59"/>
            <p:cNvSpPr/>
            <p:nvPr/>
          </p:nvSpPr>
          <p:spPr>
            <a:xfrm>
              <a:off x="3986370" y="2404224"/>
              <a:ext cx="718800" cy="718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3" name="Google Shape;463;p59"/>
            <p:cNvGrpSpPr/>
            <p:nvPr/>
          </p:nvGrpSpPr>
          <p:grpSpPr>
            <a:xfrm rot="156809">
              <a:off x="4070261" y="2488358"/>
              <a:ext cx="551254" cy="551122"/>
              <a:chOff x="4058298" y="2641154"/>
              <a:chExt cx="551232" cy="551100"/>
            </a:xfrm>
          </p:grpSpPr>
          <p:sp>
            <p:nvSpPr>
              <p:cNvPr id="464" name="Google Shape;464;p59"/>
              <p:cNvSpPr/>
              <p:nvPr/>
            </p:nvSpPr>
            <p:spPr>
              <a:xfrm>
                <a:off x="4058430" y="2641154"/>
                <a:ext cx="551100" cy="551100"/>
              </a:xfrm>
              <a:prstGeom prst="arc">
                <a:avLst>
                  <a:gd fmla="val 17068538" name="adj1"/>
                  <a:gd fmla="val 5956507" name="adj2"/>
                </a:avLst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med" w="med" type="stealth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59"/>
              <p:cNvSpPr/>
              <p:nvPr/>
            </p:nvSpPr>
            <p:spPr>
              <a:xfrm flipH="1">
                <a:off x="4058298" y="2641154"/>
                <a:ext cx="551100" cy="551100"/>
              </a:xfrm>
              <a:prstGeom prst="arc">
                <a:avLst>
                  <a:gd fmla="val 15814438" name="adj1"/>
                  <a:gd fmla="val 4372845" name="adj2"/>
                </a:avLst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stealth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66" name="Google Shape;466;p59"/>
          <p:cNvSpPr/>
          <p:nvPr/>
        </p:nvSpPr>
        <p:spPr>
          <a:xfrm>
            <a:off x="146025" y="973550"/>
            <a:ext cx="2124000" cy="3651300"/>
          </a:xfrm>
          <a:prstGeom prst="roundRect">
            <a:avLst>
              <a:gd fmla="val 16667" name="adj"/>
            </a:avLst>
          </a:prstGeom>
          <a:solidFill>
            <a:srgbClr val="FFCC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59"/>
          <p:cNvSpPr txBox="1"/>
          <p:nvPr>
            <p:ph idx="4294967295" type="body"/>
          </p:nvPr>
        </p:nvSpPr>
        <p:spPr>
          <a:xfrm>
            <a:off x="956300" y="3520350"/>
            <a:ext cx="1184100" cy="502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accent4"/>
                </a:solidFill>
              </a:rPr>
              <a:t>Cut capital and </a:t>
            </a:r>
            <a:r>
              <a:rPr b="1" lang="en" sz="1100">
                <a:solidFill>
                  <a:schemeClr val="accent4"/>
                </a:solidFill>
              </a:rPr>
              <a:t>operational</a:t>
            </a:r>
            <a:r>
              <a:rPr b="1" lang="en" sz="1100">
                <a:solidFill>
                  <a:schemeClr val="accent4"/>
                </a:solidFill>
              </a:rPr>
              <a:t> ML costs</a:t>
            </a:r>
            <a:endParaRPr b="1" sz="800"/>
          </a:p>
        </p:txBody>
      </p:sp>
      <p:sp>
        <p:nvSpPr>
          <p:cNvPr id="468" name="Google Shape;468;p59"/>
          <p:cNvSpPr txBox="1"/>
          <p:nvPr>
            <p:ph idx="4294967295" type="body"/>
          </p:nvPr>
        </p:nvSpPr>
        <p:spPr>
          <a:xfrm>
            <a:off x="875250" y="1286313"/>
            <a:ext cx="1821900" cy="502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E6FA2"/>
                </a:solidFill>
              </a:rPr>
              <a:t>Reduce model time-to-market</a:t>
            </a:r>
            <a:endParaRPr b="1" sz="1200"/>
          </a:p>
        </p:txBody>
      </p:sp>
      <p:pic>
        <p:nvPicPr>
          <p:cNvPr id="469" name="Google Shape;469;p59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228752" y="1216750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59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275600" y="2283875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59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275612" y="3444225"/>
            <a:ext cx="548700" cy="5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59"/>
          <p:cNvSpPr txBox="1"/>
          <p:nvPr>
            <p:ph idx="4294967295" type="body"/>
          </p:nvPr>
        </p:nvSpPr>
        <p:spPr>
          <a:xfrm>
            <a:off x="915925" y="2329775"/>
            <a:ext cx="1224600" cy="502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accent4"/>
                </a:solidFill>
              </a:rPr>
              <a:t>Build your model once, run anywhere</a:t>
            </a:r>
            <a:endParaRPr b="1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0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TVM is an emerging industry standard ML stack</a:t>
            </a:r>
            <a:endParaRPr/>
          </a:p>
        </p:txBody>
      </p:sp>
      <p:sp>
        <p:nvSpPr>
          <p:cNvPr id="478" name="Google Shape;478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Image result for AWS logo" id="479" name="Google Shape;47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410" y="1298860"/>
            <a:ext cx="767548" cy="456078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60"/>
          <p:cNvSpPr txBox="1"/>
          <p:nvPr/>
        </p:nvSpPr>
        <p:spPr>
          <a:xfrm>
            <a:off x="1188800" y="1190625"/>
            <a:ext cx="419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Every “Alexa” wake-up today across all devices uses a model optimized with TVM</a:t>
            </a:r>
            <a:endParaRPr b="0" i="0" sz="14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Image" id="481" name="Google Shape;481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8800" y="2027097"/>
            <a:ext cx="619850" cy="61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82" name="Google Shape;482;p60"/>
          <p:cNvPicPr preferRelativeResize="0"/>
          <p:nvPr/>
        </p:nvPicPr>
        <p:blipFill rotWithShape="1">
          <a:blip r:embed="rId5">
            <a:alphaModFix/>
          </a:blip>
          <a:srcRect b="8367" l="8375" r="8367" t="8375"/>
          <a:stretch/>
        </p:blipFill>
        <p:spPr>
          <a:xfrm>
            <a:off x="1396948" y="2988142"/>
            <a:ext cx="1397644" cy="514114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60"/>
          <p:cNvSpPr txBox="1"/>
          <p:nvPr/>
        </p:nvSpPr>
        <p:spPr>
          <a:xfrm>
            <a:off x="2936275" y="2981038"/>
            <a:ext cx="563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Bing query understanding: 112ms (Tensorflow) -&gt; 34ms (TVM).    QnA bot: 73ms-&gt;28ms (CPU), 10.1ms-&gt;5.5ms (GPU)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484" name="Google Shape;484;p60"/>
          <p:cNvPicPr preferRelativeResize="0"/>
          <p:nvPr/>
        </p:nvPicPr>
        <p:blipFill rotWithShape="1">
          <a:blip r:embed="rId6">
            <a:alphaModFix/>
          </a:blip>
          <a:srcRect b="31314" l="0" r="0" t="30309"/>
          <a:stretch/>
        </p:blipFill>
        <p:spPr>
          <a:xfrm>
            <a:off x="1891900" y="3779512"/>
            <a:ext cx="10256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60"/>
          <p:cNvSpPr txBox="1"/>
          <p:nvPr/>
        </p:nvSpPr>
        <p:spPr>
          <a:xfrm>
            <a:off x="3069900" y="3777225"/>
            <a:ext cx="60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“TVM is key to ML Access on Hexagon”  - Jeff Gelharr, VP Technology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86" name="Google Shape;486;p60"/>
          <p:cNvSpPr txBox="1"/>
          <p:nvPr/>
        </p:nvSpPr>
        <p:spPr>
          <a:xfrm>
            <a:off x="1975725" y="2033325"/>
            <a:ext cx="563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“[TVM enabled] real-time on mobile CPUs for free...We are excited about the performance TVM achieves.”  More than 85x speed-up for speech recognition model.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487" name="Google Shape;487;p60"/>
          <p:cNvGrpSpPr/>
          <p:nvPr/>
        </p:nvGrpSpPr>
        <p:grpSpPr>
          <a:xfrm>
            <a:off x="5907340" y="1043194"/>
            <a:ext cx="2979260" cy="807906"/>
            <a:chOff x="3127265" y="-1464081"/>
            <a:chExt cx="2979260" cy="807906"/>
          </a:xfrm>
        </p:grpSpPr>
        <p:sp>
          <p:nvSpPr>
            <p:cNvPr id="488" name="Google Shape;488;p60"/>
            <p:cNvSpPr txBox="1"/>
            <p:nvPr/>
          </p:nvSpPr>
          <p:spPr>
            <a:xfrm>
              <a:off x="4347325" y="-1464075"/>
              <a:ext cx="1759200" cy="8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" lIns="19050" spcFirstLastPara="1" rIns="19050" wrap="square" tIns="19050">
              <a:noAutofit/>
            </a:bodyPr>
            <a:lstStyle/>
            <a:p>
              <a:pPr indent="0" lvl="1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Helvetica Neue Light"/>
                <a:buNone/>
              </a:pPr>
              <a:r>
                <a:rPr b="0" i="0" lang="en" sz="1200" u="none" cap="none" strike="noStrike">
                  <a:solidFill>
                    <a:schemeClr val="accent4"/>
                  </a:solidFill>
                  <a:latin typeface="Avenir"/>
                  <a:ea typeface="Avenir"/>
                  <a:cs typeface="Avenir"/>
                  <a:sym typeface="Avenir"/>
                </a:rPr>
                <a:t>Open source</a:t>
              </a:r>
              <a:endParaRPr b="0" i="0" sz="1200" u="none" cap="none" strike="noStrike">
                <a:solidFill>
                  <a:schemeClr val="accent4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1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Helvetica Neue Light"/>
                <a:buNone/>
              </a:pPr>
              <a:r>
                <a:rPr lang="en" sz="12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~428+</a:t>
              </a:r>
              <a:r>
                <a:rPr b="0" i="0" lang="en" sz="12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 contributors from industry and academi</a:t>
              </a:r>
              <a:r>
                <a:rPr lang="en" sz="12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a. </a:t>
              </a:r>
              <a:endParaRPr b="0" i="0" sz="12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489" name="Google Shape;489;p60"/>
            <p:cNvGrpSpPr/>
            <p:nvPr/>
          </p:nvGrpSpPr>
          <p:grpSpPr>
            <a:xfrm>
              <a:off x="3127265" y="-1464081"/>
              <a:ext cx="909861" cy="680901"/>
              <a:chOff x="404109" y="1259742"/>
              <a:chExt cx="1394209" cy="1043367"/>
            </a:xfrm>
          </p:grpSpPr>
          <p:pic>
            <p:nvPicPr>
              <p:cNvPr descr="TVM_210318_rgb.png" id="490" name="Google Shape;490;p60"/>
              <p:cNvPicPr preferRelativeResize="0"/>
              <p:nvPr/>
            </p:nvPicPr>
            <p:blipFill rotWithShape="1">
              <a:blip r:embed="rId7">
                <a:alphaModFix/>
              </a:blip>
              <a:srcRect b="35121" l="0" r="0" t="32099"/>
              <a:stretch/>
            </p:blipFill>
            <p:spPr>
              <a:xfrm>
                <a:off x="407256" y="1259742"/>
                <a:ext cx="1391063" cy="35231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" id="491" name="Google Shape;491;p6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404109" y="1787274"/>
                <a:ext cx="1272294" cy="5158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2" name="Google Shape;492;p60"/>
            <p:cNvGrpSpPr/>
            <p:nvPr/>
          </p:nvGrpSpPr>
          <p:grpSpPr>
            <a:xfrm>
              <a:off x="4093219" y="-1324436"/>
              <a:ext cx="198000" cy="401577"/>
              <a:chOff x="1849120" y="1537104"/>
              <a:chExt cx="198000" cy="401577"/>
            </a:xfrm>
          </p:grpSpPr>
          <p:cxnSp>
            <p:nvCxnSpPr>
              <p:cNvPr id="493" name="Google Shape;493;p60"/>
              <p:cNvCxnSpPr/>
              <p:nvPr/>
            </p:nvCxnSpPr>
            <p:spPr>
              <a:xfrm>
                <a:off x="1849120" y="1537104"/>
                <a:ext cx="198000" cy="198000"/>
              </a:xfrm>
              <a:prstGeom prst="straightConnector1">
                <a:avLst/>
              </a:prstGeom>
              <a:noFill/>
              <a:ln cap="rnd" cmpd="sng" w="19050">
                <a:solidFill>
                  <a:srgbClr val="FDA73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4" name="Google Shape;494;p60"/>
              <p:cNvCxnSpPr/>
              <p:nvPr/>
            </p:nvCxnSpPr>
            <p:spPr>
              <a:xfrm flipH="1" rot="10800000">
                <a:off x="1849120" y="1740681"/>
                <a:ext cx="198000" cy="198000"/>
              </a:xfrm>
              <a:prstGeom prst="straightConnector1">
                <a:avLst/>
              </a:prstGeom>
              <a:noFill/>
              <a:ln cap="rnd" cmpd="sng" w="19050">
                <a:solidFill>
                  <a:srgbClr val="FDA73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pic>
        <p:nvPicPr>
          <p:cNvPr id="495" name="Google Shape;495;p6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78672" y="4721013"/>
            <a:ext cx="938549" cy="278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6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92797" y="4663262"/>
            <a:ext cx="3936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6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261973" y="4722052"/>
            <a:ext cx="1397650" cy="26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6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935199" y="4710691"/>
            <a:ext cx="933450" cy="2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60"/>
          <p:cNvPicPr preferRelativeResize="0"/>
          <p:nvPr/>
        </p:nvPicPr>
        <p:blipFill rotWithShape="1">
          <a:blip r:embed="rId13">
            <a:alphaModFix/>
          </a:blip>
          <a:srcRect b="36391" l="0" r="0" t="37375"/>
          <a:stretch/>
        </p:blipFill>
        <p:spPr>
          <a:xfrm>
            <a:off x="7144225" y="4710688"/>
            <a:ext cx="1025600" cy="26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power of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TVM + ONNX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(AKA Results)</a:t>
            </a:r>
            <a:endParaRPr/>
          </a:p>
        </p:txBody>
      </p:sp>
      <p:sp>
        <p:nvSpPr>
          <p:cNvPr id="505" name="Google Shape;505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373" y="1316598"/>
            <a:ext cx="5121324" cy="315345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2" name="Google Shape;512;p62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Performance: TVM on x86</a:t>
            </a:r>
            <a:endParaRPr/>
          </a:p>
        </p:txBody>
      </p:sp>
      <p:sp>
        <p:nvSpPr>
          <p:cNvPr id="513" name="Google Shape;513;p62"/>
          <p:cNvSpPr txBox="1"/>
          <p:nvPr/>
        </p:nvSpPr>
        <p:spPr>
          <a:xfrm>
            <a:off x="1553800" y="4519000"/>
            <a:ext cx="6359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venir"/>
                <a:ea typeface="Avenir"/>
                <a:cs typeface="Avenir"/>
                <a:sym typeface="Avenir"/>
              </a:rPr>
              <a:t>20 core Intel-Platinum-8269CY fp32 performance data from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https://arxiv.org/pdf/2006.06762.pdf</a:t>
            </a:r>
            <a:endParaRPr sz="11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14" name="Google Shape;514;p62"/>
          <p:cNvSpPr txBox="1"/>
          <p:nvPr/>
        </p:nvSpPr>
        <p:spPr>
          <a:xfrm>
            <a:off x="6043300" y="1421625"/>
            <a:ext cx="1250400" cy="24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AutoTVM 2.0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15" name="Google Shape;515;p62"/>
          <p:cNvSpPr/>
          <p:nvPr/>
        </p:nvSpPr>
        <p:spPr>
          <a:xfrm>
            <a:off x="2978400" y="1461850"/>
            <a:ext cx="4176600" cy="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62"/>
          <p:cNvSpPr txBox="1"/>
          <p:nvPr/>
        </p:nvSpPr>
        <p:spPr>
          <a:xfrm>
            <a:off x="5148300" y="1421625"/>
            <a:ext cx="738900" cy="24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AutoTVM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17" name="Google Shape;517;p62"/>
          <p:cNvSpPr txBox="1"/>
          <p:nvPr/>
        </p:nvSpPr>
        <p:spPr>
          <a:xfrm>
            <a:off x="4109100" y="1421625"/>
            <a:ext cx="838200" cy="24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TensorFlow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18" name="Google Shape;518;p62"/>
          <p:cNvSpPr txBox="1"/>
          <p:nvPr/>
        </p:nvSpPr>
        <p:spPr>
          <a:xfrm>
            <a:off x="3243925" y="1421625"/>
            <a:ext cx="639300" cy="26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PyTorch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4" name="Google Shape;524;p63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Performance: TVM on GPU</a:t>
            </a:r>
            <a:endParaRPr/>
          </a:p>
        </p:txBody>
      </p:sp>
      <p:pic>
        <p:nvPicPr>
          <p:cNvPr id="525" name="Google Shape;525;p63"/>
          <p:cNvPicPr preferRelativeResize="0"/>
          <p:nvPr/>
        </p:nvPicPr>
        <p:blipFill rotWithShape="1">
          <a:blip r:embed="rId3">
            <a:alphaModFix/>
          </a:blip>
          <a:srcRect b="0" l="0" r="0" t="51844"/>
          <a:stretch/>
        </p:blipFill>
        <p:spPr>
          <a:xfrm>
            <a:off x="2109925" y="1422038"/>
            <a:ext cx="5265525" cy="300237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63"/>
          <p:cNvSpPr txBox="1"/>
          <p:nvPr/>
        </p:nvSpPr>
        <p:spPr>
          <a:xfrm>
            <a:off x="2330700" y="4519000"/>
            <a:ext cx="4994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venir"/>
                <a:ea typeface="Avenir"/>
                <a:cs typeface="Avenir"/>
                <a:sym typeface="Avenir"/>
              </a:rPr>
              <a:t>V100 fp32 performance data from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https://arxiv.org/pdf/2006.06762.pdf</a:t>
            </a:r>
            <a:endParaRPr sz="11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27" name="Google Shape;527;p63"/>
          <p:cNvSpPr txBox="1"/>
          <p:nvPr/>
        </p:nvSpPr>
        <p:spPr>
          <a:xfrm>
            <a:off x="6370225" y="1422050"/>
            <a:ext cx="1248000" cy="24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AutoTVM 2.0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28" name="Google Shape;528;p63"/>
          <p:cNvSpPr/>
          <p:nvPr/>
        </p:nvSpPr>
        <p:spPr>
          <a:xfrm>
            <a:off x="2978400" y="1461850"/>
            <a:ext cx="4176600" cy="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63"/>
          <p:cNvSpPr txBox="1"/>
          <p:nvPr/>
        </p:nvSpPr>
        <p:spPr>
          <a:xfrm>
            <a:off x="5474475" y="1422050"/>
            <a:ext cx="741000" cy="24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AutoTVM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30" name="Google Shape;530;p63"/>
          <p:cNvSpPr txBox="1"/>
          <p:nvPr/>
        </p:nvSpPr>
        <p:spPr>
          <a:xfrm>
            <a:off x="4372202" y="1422050"/>
            <a:ext cx="888600" cy="24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TensorRT-TF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31" name="Google Shape;531;p63"/>
          <p:cNvSpPr txBox="1"/>
          <p:nvPr/>
        </p:nvSpPr>
        <p:spPr>
          <a:xfrm>
            <a:off x="3318077" y="1422050"/>
            <a:ext cx="888600" cy="24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TensorFlow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32" name="Google Shape;532;p63"/>
          <p:cNvSpPr txBox="1"/>
          <p:nvPr/>
        </p:nvSpPr>
        <p:spPr>
          <a:xfrm>
            <a:off x="2507600" y="1422050"/>
            <a:ext cx="6249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PyTorch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8" name="Google Shape;538;p64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Performance: TVM on ARM</a:t>
            </a:r>
            <a:endParaRPr/>
          </a:p>
        </p:txBody>
      </p:sp>
      <p:sp>
        <p:nvSpPr>
          <p:cNvPr id="539" name="Google Shape;539;p64"/>
          <p:cNvSpPr txBox="1"/>
          <p:nvPr/>
        </p:nvSpPr>
        <p:spPr>
          <a:xfrm>
            <a:off x="2917550" y="4741350"/>
            <a:ext cx="5268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Four </a:t>
            </a:r>
            <a:r>
              <a:rPr lang="en" sz="1000">
                <a:latin typeface="Avenir"/>
                <a:ea typeface="Avenir"/>
                <a:cs typeface="Avenir"/>
                <a:sym typeface="Avenir"/>
              </a:rPr>
              <a:t>core Cortex-A53 @ 1.4GHz fp32 - </a:t>
            </a:r>
            <a:r>
              <a:rPr lang="en" sz="1000" u="sng">
                <a:solidFill>
                  <a:schemeClr val="hlink"/>
                </a:solidFill>
                <a:hlinkClick r:id="rId3"/>
              </a:rPr>
              <a:t>https://arxiv.org/pdf/2006.06762.pdf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540" name="Google Shape;540;p64"/>
          <p:cNvGrpSpPr/>
          <p:nvPr/>
        </p:nvGrpSpPr>
        <p:grpSpPr>
          <a:xfrm>
            <a:off x="2631953" y="3174804"/>
            <a:ext cx="3954177" cy="1628838"/>
            <a:chOff x="1795700" y="1431550"/>
            <a:chExt cx="5972175" cy="2459738"/>
          </a:xfrm>
        </p:grpSpPr>
        <p:pic>
          <p:nvPicPr>
            <p:cNvPr id="541" name="Google Shape;541;p64"/>
            <p:cNvPicPr preferRelativeResize="0"/>
            <p:nvPr/>
          </p:nvPicPr>
          <p:blipFill rotWithShape="1">
            <a:blip r:embed="rId4">
              <a:alphaModFix/>
            </a:blip>
            <a:srcRect b="1117" l="0" r="0" t="0"/>
            <a:stretch/>
          </p:blipFill>
          <p:spPr>
            <a:xfrm>
              <a:off x="1795700" y="1461250"/>
              <a:ext cx="5972175" cy="24300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2" name="Google Shape;542;p64"/>
            <p:cNvSpPr/>
            <p:nvPr/>
          </p:nvSpPr>
          <p:spPr>
            <a:xfrm>
              <a:off x="2978400" y="1461850"/>
              <a:ext cx="4176600" cy="64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64"/>
            <p:cNvSpPr txBox="1"/>
            <p:nvPr/>
          </p:nvSpPr>
          <p:spPr>
            <a:xfrm>
              <a:off x="5988800" y="1431550"/>
              <a:ext cx="1250400" cy="273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latin typeface="Avenir"/>
                  <a:ea typeface="Avenir"/>
                  <a:cs typeface="Avenir"/>
                  <a:sym typeface="Avenir"/>
                </a:rPr>
                <a:t>AutoTVM 2.0</a:t>
              </a:r>
              <a:endParaRPr sz="60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44" name="Google Shape;544;p64"/>
            <p:cNvSpPr txBox="1"/>
            <p:nvPr/>
          </p:nvSpPr>
          <p:spPr>
            <a:xfrm>
              <a:off x="4879975" y="1431550"/>
              <a:ext cx="838200" cy="273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latin typeface="Avenir"/>
                  <a:ea typeface="Avenir"/>
                  <a:cs typeface="Avenir"/>
                  <a:sym typeface="Avenir"/>
                </a:rPr>
                <a:t>AutoTVM</a:t>
              </a:r>
              <a:endParaRPr sz="600"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45" name="Google Shape;545;p64"/>
            <p:cNvSpPr txBox="1"/>
            <p:nvPr/>
          </p:nvSpPr>
          <p:spPr>
            <a:xfrm>
              <a:off x="3341375" y="1431550"/>
              <a:ext cx="1230600" cy="273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latin typeface="Avenir"/>
                  <a:ea typeface="Avenir"/>
                  <a:cs typeface="Avenir"/>
                  <a:sym typeface="Avenir"/>
                </a:rPr>
                <a:t>TensorFlow Lite</a:t>
              </a:r>
              <a:endParaRPr sz="600"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pic>
        <p:nvPicPr>
          <p:cNvPr id="546" name="Google Shape;546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3625" y="885100"/>
            <a:ext cx="4058575" cy="20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64"/>
          <p:cNvSpPr txBox="1"/>
          <p:nvPr/>
        </p:nvSpPr>
        <p:spPr>
          <a:xfrm>
            <a:off x="2989725" y="2693700"/>
            <a:ext cx="6359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Four core Cortex-A72 @ 1.5GHz fp32 - internal data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5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chemeClr val="dk1"/>
                </a:solidFill>
              </a:rPr>
              <a:t>Case Study: 50% reduction in Cloud NLP inference costs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53" name="Google Shape;55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577" y="1126353"/>
            <a:ext cx="3845274" cy="23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65"/>
          <p:cNvPicPr preferRelativeResize="0"/>
          <p:nvPr/>
        </p:nvPicPr>
        <p:blipFill rotWithShape="1">
          <a:blip r:embed="rId4">
            <a:alphaModFix/>
          </a:blip>
          <a:srcRect b="0" l="0" r="26643" t="0"/>
          <a:stretch/>
        </p:blipFill>
        <p:spPr>
          <a:xfrm>
            <a:off x="4097851" y="2353825"/>
            <a:ext cx="3703989" cy="2924117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65"/>
          <p:cNvSpPr/>
          <p:nvPr/>
        </p:nvSpPr>
        <p:spPr>
          <a:xfrm>
            <a:off x="6767262" y="3017816"/>
            <a:ext cx="1227600" cy="208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65"/>
          <p:cNvSpPr/>
          <p:nvPr/>
        </p:nvSpPr>
        <p:spPr>
          <a:xfrm>
            <a:off x="6485980" y="4738270"/>
            <a:ext cx="1565400" cy="45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65"/>
          <p:cNvSpPr/>
          <p:nvPr/>
        </p:nvSpPr>
        <p:spPr>
          <a:xfrm>
            <a:off x="7039250" y="3421350"/>
            <a:ext cx="1565400" cy="1169700"/>
          </a:xfrm>
          <a:prstGeom prst="wedgeRoundRectCallout">
            <a:avLst>
              <a:gd fmla="val -81757" name="adj1"/>
              <a:gd fmla="val 21939" name="adj2"/>
              <a:gd fmla="val 0" name="adj3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2x lower cost on AMD EPYC CPU</a:t>
            </a:r>
            <a:endParaRPr b="1" sz="1200">
              <a:solidFill>
                <a:srgbClr val="FFFFFF"/>
              </a:solidFill>
            </a:endParaRPr>
          </a:p>
        </p:txBody>
      </p:sp>
      <p:cxnSp>
        <p:nvCxnSpPr>
          <p:cNvPr id="558" name="Google Shape;558;p65"/>
          <p:cNvCxnSpPr/>
          <p:nvPr/>
        </p:nvCxnSpPr>
        <p:spPr>
          <a:xfrm>
            <a:off x="5670831" y="3656988"/>
            <a:ext cx="556800" cy="5100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00B33E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6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of both worlds</a:t>
            </a:r>
            <a:endParaRPr/>
          </a:p>
        </p:txBody>
      </p:sp>
      <p:sp>
        <p:nvSpPr>
          <p:cNvPr id="564" name="Google Shape;564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5" name="Google Shape;56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2600" y="914800"/>
            <a:ext cx="6251858" cy="3977725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66"/>
          <p:cNvSpPr/>
          <p:nvPr/>
        </p:nvSpPr>
        <p:spPr>
          <a:xfrm>
            <a:off x="6535750" y="1465200"/>
            <a:ext cx="234000" cy="27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66"/>
          <p:cNvSpPr/>
          <p:nvPr/>
        </p:nvSpPr>
        <p:spPr>
          <a:xfrm>
            <a:off x="6739075" y="2667275"/>
            <a:ext cx="234000" cy="27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66"/>
          <p:cNvSpPr/>
          <p:nvPr/>
        </p:nvSpPr>
        <p:spPr>
          <a:xfrm>
            <a:off x="5459275" y="3283250"/>
            <a:ext cx="234000" cy="27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66"/>
          <p:cNvSpPr/>
          <p:nvPr/>
        </p:nvSpPr>
        <p:spPr>
          <a:xfrm>
            <a:off x="4418675" y="3887250"/>
            <a:ext cx="234000" cy="27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66"/>
          <p:cNvSpPr/>
          <p:nvPr/>
        </p:nvSpPr>
        <p:spPr>
          <a:xfrm>
            <a:off x="5519900" y="4126450"/>
            <a:ext cx="209400" cy="14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7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enough time!</a:t>
            </a:r>
            <a:endParaRPr/>
          </a:p>
        </p:txBody>
      </p:sp>
      <p:sp>
        <p:nvSpPr>
          <p:cNvPr id="576" name="Google Shape;576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7" name="Google Shape;577;p67"/>
          <p:cNvSpPr txBox="1"/>
          <p:nvPr>
            <p:ph idx="1" type="body"/>
          </p:nvPr>
        </p:nvSpPr>
        <p:spPr>
          <a:xfrm>
            <a:off x="311700" y="860975"/>
            <a:ext cx="8520600" cy="3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TensorCore performance (better than cuBLAS)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Classical ML (better than XGBoost and RAPIDS)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uTVM for TinyML - ML for microcontrollers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Int{8,4,3,2,1} and posit quantization support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ML in your browser - WebGPU and WASM as TVM backends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… and more!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it work?</a:t>
            </a:r>
            <a:endParaRPr/>
          </a:p>
        </p:txBody>
      </p:sp>
      <p:sp>
        <p:nvSpPr>
          <p:cNvPr id="583" name="Google Shape;583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9"/>
          <p:cNvSpPr/>
          <p:nvPr/>
        </p:nvSpPr>
        <p:spPr>
          <a:xfrm>
            <a:off x="0" y="1073695"/>
            <a:ext cx="9144000" cy="18015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69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AutoTVM Overview</a:t>
            </a:r>
            <a:endParaRPr/>
          </a:p>
        </p:txBody>
      </p:sp>
      <p:pic>
        <p:nvPicPr>
          <p:cNvPr id="590" name="Google Shape;59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839" y="1373631"/>
            <a:ext cx="5238201" cy="1323635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69"/>
          <p:cNvSpPr txBox="1"/>
          <p:nvPr/>
        </p:nvSpPr>
        <p:spPr>
          <a:xfrm>
            <a:off x="6482079" y="1512839"/>
            <a:ext cx="212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4"/>
                </a:solidFill>
                <a:latin typeface="Avenir"/>
                <a:ea typeface="Avenir"/>
                <a:cs typeface="Avenir"/>
                <a:sym typeface="Avenir"/>
              </a:rPr>
              <a:t>Automatically adapt </a:t>
            </a:r>
            <a:r>
              <a:rPr b="0" i="0" lang="en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to hardware type </a:t>
            </a:r>
            <a:br>
              <a:rPr b="0" i="0" lang="en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b="0" i="0" lang="en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by learning</a:t>
            </a:r>
            <a:endParaRPr b="0" i="0" sz="16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592" name="Google Shape;592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6729" y="3024449"/>
            <a:ext cx="4030542" cy="1870065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4" name="Google Shape;594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6025" y="42100"/>
            <a:ext cx="4369400" cy="9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0"/>
          <p:cNvSpPr/>
          <p:nvPr/>
        </p:nvSpPr>
        <p:spPr>
          <a:xfrm>
            <a:off x="0" y="1073695"/>
            <a:ext cx="9144000" cy="18015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70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Auto-scheduling Overview</a:t>
            </a:r>
            <a:endParaRPr/>
          </a:p>
        </p:txBody>
      </p:sp>
      <p:sp>
        <p:nvSpPr>
          <p:cNvPr id="601" name="Google Shape;601;p70"/>
          <p:cNvSpPr txBox="1"/>
          <p:nvPr/>
        </p:nvSpPr>
        <p:spPr>
          <a:xfrm>
            <a:off x="6482079" y="1512839"/>
            <a:ext cx="212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accent4"/>
                </a:solidFill>
                <a:latin typeface="Avenir"/>
                <a:ea typeface="Avenir"/>
                <a:cs typeface="Avenir"/>
                <a:sym typeface="Avenir"/>
              </a:rPr>
              <a:t>Widens search space </a:t>
            </a:r>
            <a:r>
              <a:rPr b="0" i="0" lang="en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even further than AutoTVM 1.0</a:t>
            </a:r>
            <a:endParaRPr b="0" i="0" sz="16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02" name="Google Shape;602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3" name="Google Shape;603;p70"/>
          <p:cNvSpPr txBox="1"/>
          <p:nvPr/>
        </p:nvSpPr>
        <p:spPr>
          <a:xfrm>
            <a:off x="5823000" y="4804725"/>
            <a:ext cx="33210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99999"/>
                </a:solidFill>
              </a:rPr>
              <a:t>Ansor: Generating High-Performance Tensor Programs for Deep Learning Zheng L, et al. 2020 </a:t>
            </a:r>
            <a:r>
              <a:rPr lang="en" sz="600" u="sng">
                <a:solidFill>
                  <a:srgbClr val="999999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https://arxiv.org/pdf/2006.06762.pdf</a:t>
            </a:r>
            <a:endParaRPr sz="600">
              <a:solidFill>
                <a:srgbClr val="99999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604" name="Google Shape;604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099" y="2888776"/>
            <a:ext cx="2826238" cy="19023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5" name="Google Shape;605;p70"/>
          <p:cNvGrpSpPr/>
          <p:nvPr/>
        </p:nvGrpSpPr>
        <p:grpSpPr>
          <a:xfrm>
            <a:off x="124700" y="1043425"/>
            <a:ext cx="5765498" cy="2129225"/>
            <a:chOff x="173700" y="1006675"/>
            <a:chExt cx="5765498" cy="2129225"/>
          </a:xfrm>
        </p:grpSpPr>
        <p:pic>
          <p:nvPicPr>
            <p:cNvPr id="606" name="Google Shape;606;p70"/>
            <p:cNvPicPr preferRelativeResize="0"/>
            <p:nvPr/>
          </p:nvPicPr>
          <p:blipFill rotWithShape="1">
            <a:blip r:embed="rId5">
              <a:alphaModFix/>
            </a:blip>
            <a:srcRect b="56760" l="0" r="0" t="0"/>
            <a:stretch/>
          </p:blipFill>
          <p:spPr>
            <a:xfrm>
              <a:off x="173700" y="1006675"/>
              <a:ext cx="5765498" cy="195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70"/>
            <p:cNvSpPr/>
            <p:nvPr/>
          </p:nvSpPr>
          <p:spPr>
            <a:xfrm>
              <a:off x="226600" y="2852025"/>
              <a:ext cx="3938100" cy="283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70"/>
            <p:cNvSpPr/>
            <p:nvPr/>
          </p:nvSpPr>
          <p:spPr>
            <a:xfrm>
              <a:off x="2001100" y="2492700"/>
              <a:ext cx="2123400" cy="64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09" name="Google Shape;609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8250" y="3051000"/>
            <a:ext cx="5530500" cy="15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70"/>
          <p:cNvSpPr/>
          <p:nvPr/>
        </p:nvSpPr>
        <p:spPr>
          <a:xfrm>
            <a:off x="1903050" y="2633600"/>
            <a:ext cx="107400" cy="75600"/>
          </a:xfrm>
          <a:prstGeom prst="rightArrow">
            <a:avLst>
              <a:gd fmla="val 25679" name="adj1"/>
              <a:gd fmla="val 76199" name="adj2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70"/>
          <p:cNvSpPr txBox="1"/>
          <p:nvPr/>
        </p:nvSpPr>
        <p:spPr>
          <a:xfrm>
            <a:off x="2718325" y="2484725"/>
            <a:ext cx="3642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...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7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OctoML’s wishlist for ONNX</a:t>
            </a:r>
            <a:endParaRPr/>
          </a:p>
        </p:txBody>
      </p:sp>
      <p:sp>
        <p:nvSpPr>
          <p:cNvPr id="617" name="Google Shape;617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2"/>
          <p:cNvSpPr txBox="1"/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wish ONNX had… </a:t>
            </a:r>
            <a:endParaRPr/>
          </a:p>
        </p:txBody>
      </p:sp>
      <p:sp>
        <p:nvSpPr>
          <p:cNvPr id="623" name="Google Shape;623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4" name="Google Shape;624;p72"/>
          <p:cNvSpPr txBox="1"/>
          <p:nvPr>
            <p:ph idx="1" type="body"/>
          </p:nvPr>
        </p:nvSpPr>
        <p:spPr>
          <a:xfrm>
            <a:off x="311700" y="860975"/>
            <a:ext cx="8520600" cy="3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 broader op coverage (eg </a:t>
            </a:r>
            <a:r>
              <a:rPr lang="en">
                <a:latin typeface="Roboto Mono Regular"/>
                <a:ea typeface="Roboto Mono Regular"/>
                <a:cs typeface="Roboto Mono Regular"/>
                <a:sym typeface="Roboto Mono Regular"/>
              </a:rPr>
              <a:t>EmbeddingBag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Broader n</a:t>
            </a:r>
            <a:r>
              <a:rPr lang="en"/>
              <a:t>on-ML (but adjacent) support: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venir"/>
              <a:buChar char="○"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More classical ML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venir"/>
              <a:buChar char="○"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GCNN/DGL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venir"/>
              <a:buChar char="○"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Graph workloads (GraphBLAS, Metagraph)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on the “pie-in-the-sky” list: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●"/>
            </a:pPr>
            <a:r>
              <a:rPr lang="en">
                <a:solidFill>
                  <a:schemeClr val="dk1"/>
                </a:solidFill>
              </a:rPr>
              <a:t>Framework integrations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○"/>
            </a:pPr>
            <a:r>
              <a:rPr lang="en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PyTorch: so we don’t have to deal with torchscript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○"/>
            </a:pPr>
            <a:r>
              <a:rPr lang="en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MLIR dialect so we can easily plug into TensorFlow (for runtime JIT)</a:t>
            </a:r>
            <a:endParaRPr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●"/>
            </a:pPr>
            <a:r>
              <a:rPr lang="en"/>
              <a:t>Quantization-aware standardization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venir"/>
              <a:buChar char="○"/>
            </a:pPr>
            <a:r>
              <a:rPr lang="en">
                <a:latin typeface="Avenir"/>
                <a:ea typeface="Avenir"/>
                <a:cs typeface="Avenir"/>
                <a:sym typeface="Avenir"/>
              </a:rPr>
              <a:t>For eg: canonicalization of models coming out of Quantization-aware-training pipelines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25" name="Google Shape;625;p72"/>
          <p:cNvSpPr txBox="1"/>
          <p:nvPr/>
        </p:nvSpPr>
        <p:spPr>
          <a:xfrm>
            <a:off x="4572000" y="4525975"/>
            <a:ext cx="32142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Avenir"/>
                <a:ea typeface="Avenir"/>
                <a:cs typeface="Avenir"/>
                <a:sym typeface="Avenir"/>
              </a:rPr>
              <a:t>Thanks!</a:t>
            </a:r>
            <a:endParaRPr sz="2100"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Custom 11">
      <a:dk1>
        <a:srgbClr val="000000"/>
      </a:dk1>
      <a:lt1>
        <a:srgbClr val="FFFFFF"/>
      </a:lt1>
      <a:dk2>
        <a:srgbClr val="595959"/>
      </a:dk2>
      <a:lt2>
        <a:srgbClr val="F0F4FA"/>
      </a:lt2>
      <a:accent1>
        <a:srgbClr val="FFAB40"/>
      </a:accent1>
      <a:accent2>
        <a:srgbClr val="1494D9"/>
      </a:accent2>
      <a:accent3>
        <a:srgbClr val="777777"/>
      </a:accent3>
      <a:accent4>
        <a:srgbClr val="0E6FA2"/>
      </a:accent4>
      <a:accent5>
        <a:srgbClr val="2C2C2C"/>
      </a:accent5>
      <a:accent6>
        <a:srgbClr val="F0F4FA"/>
      </a:accent6>
      <a:hlink>
        <a:srgbClr val="1494D9"/>
      </a:hlink>
      <a:folHlink>
        <a:srgbClr val="FFAB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Custom 11">
      <a:dk1>
        <a:srgbClr val="000000"/>
      </a:dk1>
      <a:lt1>
        <a:srgbClr val="FFFFFF"/>
      </a:lt1>
      <a:dk2>
        <a:srgbClr val="595959"/>
      </a:dk2>
      <a:lt2>
        <a:srgbClr val="F0F4FA"/>
      </a:lt2>
      <a:accent1>
        <a:srgbClr val="FFAB40"/>
      </a:accent1>
      <a:accent2>
        <a:srgbClr val="1494D9"/>
      </a:accent2>
      <a:accent3>
        <a:srgbClr val="777777"/>
      </a:accent3>
      <a:accent4>
        <a:srgbClr val="0E6FA2"/>
      </a:accent4>
      <a:accent5>
        <a:srgbClr val="2C2C2C"/>
      </a:accent5>
      <a:accent6>
        <a:srgbClr val="F0F4FA"/>
      </a:accent6>
      <a:hlink>
        <a:srgbClr val="1494D9"/>
      </a:hlink>
      <a:folHlink>
        <a:srgbClr val="FFAB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Custom 11">
      <a:dk1>
        <a:srgbClr val="000000"/>
      </a:dk1>
      <a:lt1>
        <a:srgbClr val="FFFFFF"/>
      </a:lt1>
      <a:dk2>
        <a:srgbClr val="595959"/>
      </a:dk2>
      <a:lt2>
        <a:srgbClr val="F0F4FA"/>
      </a:lt2>
      <a:accent1>
        <a:srgbClr val="FFAB40"/>
      </a:accent1>
      <a:accent2>
        <a:srgbClr val="1494D9"/>
      </a:accent2>
      <a:accent3>
        <a:srgbClr val="777777"/>
      </a:accent3>
      <a:accent4>
        <a:srgbClr val="0E6FA2"/>
      </a:accent4>
      <a:accent5>
        <a:srgbClr val="2C2C2C"/>
      </a:accent5>
      <a:accent6>
        <a:srgbClr val="F0F4FA"/>
      </a:accent6>
      <a:hlink>
        <a:srgbClr val="1494D9"/>
      </a:hlink>
      <a:folHlink>
        <a:srgbClr val="FFAB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