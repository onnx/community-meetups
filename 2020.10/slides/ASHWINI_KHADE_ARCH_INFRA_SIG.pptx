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3" r:id="rId1"/>
  </p:sldMasterIdLst>
  <p:sldIdLst>
    <p:sldId id="260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3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126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0F1F2-B448-4D56-AA53-33C384971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56FDCA-97C3-4507-9486-BDC7894691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B394E-8539-469B-B041-D75755304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32C58-9DD1-4554-A6C8-FA96E25DE6CC}" type="datetimeFigureOut">
              <a:rPr lang="en-US" smtClean="0"/>
              <a:t>10/11/2020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64DA79-8382-4C83-AC08-F4F4FD97E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5B93E1-3127-4457-B3B0-382B1EA28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720B6-04BD-416C-B0C2-14B99A9AC6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5252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8542B-AF52-4BE1-82E9-626A2A609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9C90A8-4CD9-426A-8B96-D704181574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476781-B620-4851-84C4-F05D52FDD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32C58-9DD1-4554-A6C8-FA96E25DE6CC}" type="datetimeFigureOut">
              <a:rPr lang="en-US" smtClean="0"/>
              <a:t>10/11/2020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49B8EC-4E65-419C-88CB-981D04DB3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4E281F-D2F5-4165-80AA-6FCAFACDD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720B6-04BD-416C-B0C2-14B99A9AC6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269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D2861-E09C-492D-994C-842F24B90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C86D73-A696-49C3-B2F0-30F01D7DC4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2E4825-96A0-4172-8A87-E2FF500EC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32C58-9DD1-4554-A6C8-FA96E25DE6CC}" type="datetimeFigureOut">
              <a:rPr lang="en-US" smtClean="0"/>
              <a:t>10/11/2020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AC308B-4323-440D-8C49-30F6B4216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84C892-32C2-48D3-9932-BE3A87DCC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720B6-04BD-416C-B0C2-14B99A9AC6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5842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32DE9-9E3E-4BF7-8D16-88E6ED578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2C8DE-7F6B-4655-981D-AA20E9893A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B216E9-EF7D-4364-BA1B-D3B1746EA9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39D1F3-17B0-40F4-8D82-C62632599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32C58-9DD1-4554-A6C8-FA96E25DE6CC}" type="datetimeFigureOut">
              <a:rPr lang="en-US" smtClean="0"/>
              <a:t>10/11/2020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66D379-CB22-4748-A080-7A9C861E8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2865AB-7DD7-48C3-9A29-F8EC897E7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720B6-04BD-416C-B0C2-14B99A9AC6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287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A3326-DE24-4B51-AD12-6EC0BEBDF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B5C735-C77F-446E-BBB3-498EC2812A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E8F264-7ED2-4BFF-91E9-D8A089A3A2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5EA8CC-4AE5-4DA7-9E8D-F99C60D036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D190A0-F660-4910-BAA6-B86465FD74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49530D-ECCA-4598-A27B-1A40431AD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32C58-9DD1-4554-A6C8-FA96E25DE6CC}" type="datetimeFigureOut">
              <a:rPr lang="en-US" smtClean="0"/>
              <a:t>10/11/2020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D0A0CF-2426-4854-BAAC-304EEA08A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F69ED9-7986-4BA4-A68C-F7D43094F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720B6-04BD-416C-B0C2-14B99A9AC6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806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4CC9E-143C-40E6-9E32-3353B9177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CA4259-C698-4CB7-8210-4A947195B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32C58-9DD1-4554-A6C8-FA96E25DE6CC}" type="datetimeFigureOut">
              <a:rPr lang="en-US" smtClean="0"/>
              <a:t>10/11/2020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B9D654-3D1C-4CC2-9E1F-385B27CEC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ABF994-5DC6-437A-AF67-27E2C9451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720B6-04BD-416C-B0C2-14B99A9AC6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945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EF78E2-A2AD-41D6-916F-6E0DA7064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32C58-9DD1-4554-A6C8-FA96E25DE6CC}" type="datetimeFigureOut">
              <a:rPr lang="en-US" smtClean="0"/>
              <a:t>10/11/2020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384664-B635-427E-A0E0-F7FDCC63E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96E8BC-F01E-46B1-93EA-6548988B6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720B6-04BD-416C-B0C2-14B99A9AC6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9009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B01A2-BB5E-4253-8D9C-B734E3A34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A02D7D-FA44-42FC-B770-F4B2DE867C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AA1172-0E27-4210-9AF8-A15D0C6CB8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AD8EA6-0436-4B7F-82CA-9EF0D7DFE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32C58-9DD1-4554-A6C8-FA96E25DE6CC}" type="datetimeFigureOut">
              <a:rPr lang="en-US" smtClean="0"/>
              <a:t>10/11/2020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C681DB-C92C-4E3E-A46A-D4978719F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3D9687-ACEE-40C3-972B-C597C0428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720B6-04BD-416C-B0C2-14B99A9AC6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0821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6EB37-815E-452E-A68C-DC8A16440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39DA48-2050-42BC-9CEB-354FBFBE8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337BA4-1EB3-451E-ADC5-4FF0086C6F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B2BC41-382F-416F-8429-C13463295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32C58-9DD1-4554-A6C8-FA96E25DE6CC}" type="datetimeFigureOut">
              <a:rPr lang="en-US" smtClean="0"/>
              <a:t>10/11/2020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4B320F-E7A7-4F62-8838-D01F78909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838C73-D031-434C-B1A8-1ACEBC20F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720B6-04BD-416C-B0C2-14B99A9AC6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522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A3155-61CE-406A-A232-4FCC3EA16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C24ED8-E84D-49F4-8DC1-7BC95AFC84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3FA2E-1D0F-4422-B386-0041A6F35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32C58-9DD1-4554-A6C8-FA96E25DE6CC}" type="datetimeFigureOut">
              <a:rPr lang="en-US" smtClean="0"/>
              <a:t>10/11/2020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8345FB-C5C7-442F-91F2-5508B6EC8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E2913-7F88-4DDB-8412-1A860303A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720B6-04BD-416C-B0C2-14B99A9AC6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0049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2BACC0-4CA6-40D4-8304-B1CC39F314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19964D-535D-4ABA-A84E-3A7BF44326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FCF99-2346-4048-8DF6-EC2A48472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32C58-9DD1-4554-A6C8-FA96E25DE6CC}" type="datetimeFigureOut">
              <a:rPr lang="en-US" smtClean="0"/>
              <a:t>10/11/2020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730AF9-A010-4744-9B91-335DA01B2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95D4C9-BF50-4333-806F-619202D9B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720B6-04BD-416C-B0C2-14B99A9AC6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6020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F8AD55-A369-4FD1-AD17-8A0DA5B69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411361-E972-431F-9AAB-67838F36FD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CFE332-BA79-4240-910D-88FFB6D4EC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432C58-9DD1-4554-A6C8-FA96E25DE6CC}" type="datetimeFigureOut">
              <a:rPr lang="en-US" smtClean="0"/>
              <a:t>10/11/2020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2A4AF2-2264-4018-9307-6B0017CA1A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3AF803-4001-4331-858C-1ACA57FCAA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9720B6-04BD-416C-B0C2-14B99A9AC6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12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nnx/optimizer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lack.lfai.foundation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B854194-185D-494D-905C-7C7CB2E3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08211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4F5FA0D-0104-4987-8241-EFF7C85B8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8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897127E-6CEF-446C-BE87-93B7C46E4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45372D1-FFD9-4342-91EE-B2419D133E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79" y="2053641"/>
            <a:ext cx="3669161" cy="276009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Architecture &amp; Infra SIG Update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AC048122-FD48-40C7-A84D-851487E900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0574" y="801866"/>
            <a:ext cx="5306084" cy="523063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ONNX Workshop October 2020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</a:endParaRPr>
          </a:p>
          <a:p>
            <a:r>
              <a:rPr lang="en-US" sz="1600" dirty="0">
                <a:solidFill>
                  <a:srgbClr val="000000"/>
                </a:solidFill>
              </a:rPr>
              <a:t>Ashwini Khade, Microsoft</a:t>
            </a:r>
          </a:p>
          <a:p>
            <a:r>
              <a:rPr lang="en-US" sz="1600" dirty="0">
                <a:solidFill>
                  <a:srgbClr val="000000"/>
                </a:solidFill>
              </a:rPr>
              <a:t>Ke Zhang, Alibaba</a:t>
            </a:r>
          </a:p>
        </p:txBody>
      </p:sp>
    </p:spTree>
    <p:extLst>
      <p:ext uri="{BB962C8B-B14F-4D97-AF65-F5344CB8AC3E}">
        <p14:creationId xmlns:p14="http://schemas.microsoft.com/office/powerpoint/2010/main" val="37980848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351DFE5-F63D-4BE0-BDA9-E3EB88F01A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5601" y="0"/>
            <a:ext cx="11480494" cy="2753936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AA16612-ACD2-4A16-8F2B-4514FD6BF2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2B2902-1F69-4F6E-8152-72C593438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826680"/>
            <a:ext cx="9833548" cy="1183095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FFFF"/>
                </a:solidFill>
              </a:rPr>
              <a:t>Updates and Announcements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8CB8E62-4311-4DF1-B283-E372C518B5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2753936"/>
            <a:ext cx="9833548" cy="3418264"/>
          </a:xfrm>
        </p:spPr>
        <p:txBody>
          <a:bodyPr>
            <a:normAutofit lnSpcReduction="10000"/>
          </a:bodyPr>
          <a:lstStyle/>
          <a:p>
            <a:r>
              <a:rPr lang="en-US" sz="1400" dirty="0">
                <a:solidFill>
                  <a:srgbClr val="000000"/>
                </a:solidFill>
              </a:rPr>
              <a:t>ONNX optimizers moved to separate repo : </a:t>
            </a:r>
            <a:r>
              <a:rPr lang="en-US" sz="1400" dirty="0">
                <a:solidFill>
                  <a:srgbClr val="000000"/>
                </a:solidFill>
                <a:hlinkClick r:id="rId3"/>
              </a:rPr>
              <a:t>https://github.com/onnx/optimizer</a:t>
            </a:r>
            <a:endParaRPr lang="en-US" sz="1400" dirty="0">
              <a:solidFill>
                <a:srgbClr val="000000"/>
              </a:solidFill>
            </a:endParaRPr>
          </a:p>
          <a:p>
            <a:r>
              <a:rPr lang="en-US" sz="1400" dirty="0">
                <a:solidFill>
                  <a:srgbClr val="000000"/>
                </a:solidFill>
              </a:rPr>
              <a:t>CI Updates</a:t>
            </a:r>
          </a:p>
          <a:p>
            <a:pPr lvl="1"/>
            <a:r>
              <a:rPr lang="en-US" sz="1000" dirty="0">
                <a:solidFill>
                  <a:srgbClr val="000000"/>
                </a:solidFill>
              </a:rPr>
              <a:t>CI improvements for improved reliability</a:t>
            </a:r>
          </a:p>
          <a:p>
            <a:pPr lvl="1"/>
            <a:r>
              <a:rPr lang="en-US" sz="1000" dirty="0">
                <a:solidFill>
                  <a:srgbClr val="000000"/>
                </a:solidFill>
              </a:rPr>
              <a:t>Moved to </a:t>
            </a:r>
            <a:r>
              <a:rPr lang="en-US" sz="1000" dirty="0" err="1">
                <a:solidFill>
                  <a:srgbClr val="000000"/>
                </a:solidFill>
              </a:rPr>
              <a:t>AzurePipelines</a:t>
            </a:r>
            <a:r>
              <a:rPr lang="en-US" sz="1000" dirty="0">
                <a:solidFill>
                  <a:srgbClr val="000000"/>
                </a:solidFill>
              </a:rPr>
              <a:t> to speed up the runs</a:t>
            </a:r>
          </a:p>
          <a:p>
            <a:r>
              <a:rPr lang="en-US" sz="1400" dirty="0">
                <a:solidFill>
                  <a:srgbClr val="000000"/>
                </a:solidFill>
              </a:rPr>
              <a:t>Shape Inference</a:t>
            </a:r>
          </a:p>
          <a:p>
            <a:pPr lvl="1"/>
            <a:r>
              <a:rPr lang="en-US" sz="1000" dirty="0">
                <a:solidFill>
                  <a:srgbClr val="000000"/>
                </a:solidFill>
              </a:rPr>
              <a:t>Numerous improvements and bug fixes to node level shape inference</a:t>
            </a:r>
          </a:p>
          <a:p>
            <a:pPr lvl="1"/>
            <a:r>
              <a:rPr lang="en-US" sz="1000" dirty="0">
                <a:solidFill>
                  <a:srgbClr val="000000"/>
                </a:solidFill>
              </a:rPr>
              <a:t>Updates to graph level shape inference (to path IR gap introduced since IR version3)</a:t>
            </a:r>
          </a:p>
          <a:p>
            <a:r>
              <a:rPr lang="en-US" sz="1200" dirty="0">
                <a:solidFill>
                  <a:srgbClr val="000000"/>
                </a:solidFill>
              </a:rPr>
              <a:t>ONNX Checker</a:t>
            </a:r>
          </a:p>
          <a:p>
            <a:pPr lvl="1"/>
            <a:r>
              <a:rPr lang="en-US" sz="100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Updates to improve model validation coverage</a:t>
            </a:r>
          </a:p>
          <a:p>
            <a:pPr lvl="1"/>
            <a:r>
              <a:rPr lang="en-US" sz="1000" dirty="0">
                <a:solidFill>
                  <a:srgbClr val="000000"/>
                </a:solidFill>
              </a:rPr>
              <a:t>Limited support for large models</a:t>
            </a:r>
          </a:p>
          <a:p>
            <a:r>
              <a:rPr lang="en-US" sz="1400" dirty="0">
                <a:solidFill>
                  <a:srgbClr val="000000"/>
                </a:solidFill>
              </a:rPr>
              <a:t>ONNX Package Updates</a:t>
            </a:r>
          </a:p>
          <a:p>
            <a:pPr lvl="1"/>
            <a:r>
              <a:rPr lang="en-US" sz="1000" dirty="0">
                <a:solidFill>
                  <a:srgbClr val="000000"/>
                </a:solidFill>
              </a:rPr>
              <a:t>Windows </a:t>
            </a:r>
            <a:r>
              <a:rPr lang="en-US" sz="1000" dirty="0" err="1">
                <a:solidFill>
                  <a:srgbClr val="000000"/>
                </a:solidFill>
              </a:rPr>
              <a:t>Conda</a:t>
            </a:r>
            <a:r>
              <a:rPr lang="en-US" sz="1000" dirty="0">
                <a:solidFill>
                  <a:srgbClr val="000000"/>
                </a:solidFill>
              </a:rPr>
              <a:t> package fixed (was broken since version 1.1)</a:t>
            </a:r>
          </a:p>
          <a:p>
            <a:pPr lvl="1"/>
            <a:r>
              <a:rPr lang="en-US" sz="1000" dirty="0">
                <a:solidFill>
                  <a:srgbClr val="000000"/>
                </a:solidFill>
              </a:rPr>
              <a:t>Linux </a:t>
            </a:r>
            <a:r>
              <a:rPr lang="en-US" sz="1000" dirty="0" err="1">
                <a:solidFill>
                  <a:srgbClr val="000000"/>
                </a:solidFill>
              </a:rPr>
              <a:t>Manylinux</a:t>
            </a:r>
            <a:r>
              <a:rPr lang="en-US" sz="1000" dirty="0">
                <a:solidFill>
                  <a:srgbClr val="000000"/>
                </a:solidFill>
              </a:rPr>
              <a:t> image updated to 2014</a:t>
            </a:r>
          </a:p>
          <a:p>
            <a:r>
              <a:rPr lang="en-US" sz="1400" dirty="0">
                <a:solidFill>
                  <a:srgbClr val="000000"/>
                </a:solidFill>
              </a:rPr>
              <a:t>Version Converters updates</a:t>
            </a:r>
          </a:p>
          <a:p>
            <a:pPr lvl="1"/>
            <a:endParaRPr lang="en-US" sz="700" dirty="0">
              <a:solidFill>
                <a:srgbClr val="000000"/>
              </a:solidFill>
            </a:endParaRPr>
          </a:p>
          <a:p>
            <a:endParaRPr lang="en-US" sz="700" dirty="0">
              <a:solidFill>
                <a:srgbClr val="000000"/>
              </a:solidFill>
            </a:endParaRPr>
          </a:p>
          <a:p>
            <a:pPr lvl="1"/>
            <a:endParaRPr lang="en-US" sz="700" dirty="0">
              <a:solidFill>
                <a:srgbClr val="000000"/>
              </a:solidFill>
            </a:endParaRPr>
          </a:p>
          <a:p>
            <a:endParaRPr lang="en-US" sz="700" dirty="0">
              <a:solidFill>
                <a:srgbClr val="000000"/>
              </a:solidFill>
            </a:endParaRPr>
          </a:p>
          <a:p>
            <a:pPr lvl="1"/>
            <a:endParaRPr lang="en-US" sz="7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36295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351DFE5-F63D-4BE0-BDA9-E3EB88F01A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5601" y="0"/>
            <a:ext cx="11480494" cy="2753936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AA16612-ACD2-4A16-8F2B-4514FD6BF2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A953C2F-9683-44AC-B33C-95E4B689E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826680"/>
            <a:ext cx="9833548" cy="1325563"/>
          </a:xfrm>
        </p:spPr>
        <p:txBody>
          <a:bodyPr>
            <a:normAutofit/>
          </a:bodyPr>
          <a:lstStyle/>
          <a:p>
            <a:pPr algn="ctr"/>
            <a:r>
              <a:rPr lang="en-US" sz="4000">
                <a:solidFill>
                  <a:srgbClr val="FFFFFF"/>
                </a:solidFill>
              </a:rPr>
              <a:t>Upcoming Investments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B2D423-A7C0-4D3F-919C-12DEFDDA21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3092970"/>
            <a:ext cx="9833548" cy="269397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rgbClr val="000000"/>
                </a:solidFill>
              </a:rPr>
              <a:t>Reduce ONNX package size</a:t>
            </a:r>
          </a:p>
          <a:p>
            <a:r>
              <a:rPr lang="en-US" sz="2000" dirty="0">
                <a:solidFill>
                  <a:srgbClr val="000000"/>
                </a:solidFill>
              </a:rPr>
              <a:t>Remove Optimizes from </a:t>
            </a:r>
            <a:r>
              <a:rPr lang="en-US" sz="2000" dirty="0" err="1">
                <a:solidFill>
                  <a:srgbClr val="000000"/>
                </a:solidFill>
              </a:rPr>
              <a:t>onnx</a:t>
            </a:r>
            <a:r>
              <a:rPr lang="en-US" sz="2000" dirty="0">
                <a:solidFill>
                  <a:srgbClr val="000000"/>
                </a:solidFill>
              </a:rPr>
              <a:t> package</a:t>
            </a:r>
          </a:p>
          <a:p>
            <a:r>
              <a:rPr lang="en-US" sz="2000" dirty="0">
                <a:solidFill>
                  <a:srgbClr val="000000"/>
                </a:solidFill>
              </a:rPr>
              <a:t>Infra support for reference implementation (explore plugging reference implementation as </a:t>
            </a:r>
            <a:r>
              <a:rPr lang="en-US" sz="2000" dirty="0" err="1">
                <a:solidFill>
                  <a:srgbClr val="000000"/>
                </a:solidFill>
              </a:rPr>
              <a:t>pyOp</a:t>
            </a:r>
            <a:r>
              <a:rPr lang="en-US" sz="2000" dirty="0">
                <a:solidFill>
                  <a:srgbClr val="000000"/>
                </a:solidFill>
              </a:rPr>
              <a:t> for </a:t>
            </a:r>
            <a:r>
              <a:rPr lang="en-US" sz="2000" dirty="0" err="1">
                <a:solidFill>
                  <a:srgbClr val="000000"/>
                </a:solidFill>
              </a:rPr>
              <a:t>onnxruntime</a:t>
            </a:r>
            <a:r>
              <a:rPr lang="en-US" sz="2000" dirty="0">
                <a:solidFill>
                  <a:srgbClr val="000000"/>
                </a:solidFill>
              </a:rPr>
              <a:t>)</a:t>
            </a:r>
          </a:p>
          <a:p>
            <a:r>
              <a:rPr lang="en-US" sz="2000" dirty="0">
                <a:solidFill>
                  <a:srgbClr val="000000"/>
                </a:solidFill>
              </a:rPr>
              <a:t>Continue investments in shape inference, </a:t>
            </a:r>
            <a:r>
              <a:rPr lang="en-US" sz="2000" dirty="0" err="1">
                <a:solidFill>
                  <a:srgbClr val="000000"/>
                </a:solidFill>
              </a:rPr>
              <a:t>onnx</a:t>
            </a:r>
            <a:r>
              <a:rPr lang="en-US" sz="2000" dirty="0">
                <a:solidFill>
                  <a:srgbClr val="000000"/>
                </a:solidFill>
              </a:rPr>
              <a:t> checker and CIs</a:t>
            </a:r>
          </a:p>
          <a:p>
            <a:r>
              <a:rPr lang="en-US" sz="2000" dirty="0">
                <a:solidFill>
                  <a:srgbClr val="000000"/>
                </a:solidFill>
              </a:rPr>
              <a:t>onnx.ai/impact</a:t>
            </a:r>
          </a:p>
        </p:txBody>
      </p:sp>
    </p:spTree>
    <p:extLst>
      <p:ext uri="{BB962C8B-B14F-4D97-AF65-F5344CB8AC3E}">
        <p14:creationId xmlns:p14="http://schemas.microsoft.com/office/powerpoint/2010/main" val="9794437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351DFE5-F63D-4BE0-BDA9-E3EB88F01A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5601" y="0"/>
            <a:ext cx="11480494" cy="2753936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AA16612-ACD2-4A16-8F2B-4514FD6BF2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8BC06BD-B486-49A9-8B8F-A4C8F93C2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826680"/>
            <a:ext cx="9833548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FFFF"/>
                </a:solidFill>
              </a:rPr>
              <a:t>Get Involved!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4C1F0E-A543-429D-8832-3F43C00583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3092970"/>
            <a:ext cx="9833548" cy="269397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rgbClr val="000000"/>
                </a:solidFill>
              </a:rPr>
              <a:t>Slack Channel: </a:t>
            </a:r>
            <a:r>
              <a:rPr lang="en-US" sz="2000" dirty="0">
                <a:solidFill>
                  <a:srgbClr val="000000"/>
                </a:solidFill>
                <a:hlinkClick r:id="rId3"/>
              </a:rPr>
              <a:t>https://slack.lfai.foundation</a:t>
            </a:r>
            <a:r>
              <a:rPr lang="en-US" sz="2000" dirty="0">
                <a:solidFill>
                  <a:srgbClr val="000000"/>
                </a:solidFill>
              </a:rPr>
              <a:t> and join </a:t>
            </a:r>
            <a:r>
              <a:rPr lang="en-US" sz="2000" dirty="0" err="1">
                <a:solidFill>
                  <a:srgbClr val="000000"/>
                </a:solidFill>
              </a:rPr>
              <a:t>onnx-archinfra</a:t>
            </a:r>
            <a:endParaRPr lang="en-US" sz="2000" dirty="0">
              <a:solidFill>
                <a:srgbClr val="000000"/>
              </a:solidFill>
            </a:endParaRPr>
          </a:p>
          <a:p>
            <a:r>
              <a:rPr lang="en-US" sz="2000" dirty="0">
                <a:solidFill>
                  <a:srgbClr val="000000"/>
                </a:solidFill>
              </a:rPr>
              <a:t>Meetings and announcements are on slack channel</a:t>
            </a:r>
          </a:p>
          <a:p>
            <a:r>
              <a:rPr lang="en-US" sz="2000" dirty="0">
                <a:solidFill>
                  <a:srgbClr val="000000"/>
                </a:solidFill>
              </a:rPr>
              <a:t>Arch Infra SIG meeting will be bimonthly here onwards (announcement on slack channel)</a:t>
            </a:r>
          </a:p>
          <a:p>
            <a:r>
              <a:rPr lang="en-US" sz="2000" dirty="0">
                <a:solidFill>
                  <a:srgbClr val="000000"/>
                </a:solidFill>
              </a:rPr>
              <a:t>Submit and review PRs</a:t>
            </a:r>
          </a:p>
          <a:p>
            <a:r>
              <a:rPr lang="en-US" sz="2000" dirty="0">
                <a:solidFill>
                  <a:srgbClr val="000000"/>
                </a:solidFill>
              </a:rPr>
              <a:t>Participate in discussions on slack and on </a:t>
            </a:r>
            <a:r>
              <a:rPr lang="en-US" sz="2000" dirty="0" err="1">
                <a:solidFill>
                  <a:srgbClr val="000000"/>
                </a:solidFill>
              </a:rPr>
              <a:t>github</a:t>
            </a:r>
            <a:endParaRPr lang="en-US" sz="2000" dirty="0">
              <a:solidFill>
                <a:srgbClr val="000000"/>
              </a:solidFill>
            </a:endParaRPr>
          </a:p>
          <a:p>
            <a:endParaRPr lang="en-US" sz="20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13211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206</Words>
  <Application>Microsoft Office PowerPoint</Application>
  <PresentationFormat>Widescreen</PresentationFormat>
  <Paragraphs>35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Segoe UI</vt:lpstr>
      <vt:lpstr>Office Theme</vt:lpstr>
      <vt:lpstr>Architecture &amp; Infra SIG Update</vt:lpstr>
      <vt:lpstr>Updates and Announcements</vt:lpstr>
      <vt:lpstr>Upcoming Investments</vt:lpstr>
      <vt:lpstr>Get Involved!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Architecture &amp; Infra SIG Update</dc:title>
  <dc:creator>Ashwini Khade</dc:creator>
  <cp:lastModifiedBy>Ashwini Khade</cp:lastModifiedBy>
  <cp:revision>2</cp:revision>
  <dcterms:created xsi:type="dcterms:W3CDTF">2020-10-12T04:25:14Z</dcterms:created>
  <dcterms:modified xsi:type="dcterms:W3CDTF">2020-10-12T04:33:21Z</dcterms:modified>
</cp:coreProperties>
</file>