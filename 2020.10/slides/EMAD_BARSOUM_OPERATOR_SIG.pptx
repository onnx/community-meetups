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6"/>
  </p:notesMasterIdLst>
  <p:sldIdLst>
    <p:sldId id="256" r:id="rId2"/>
    <p:sldId id="269" r:id="rId3"/>
    <p:sldId id="257" r:id="rId4"/>
    <p:sldId id="259" r:id="rId5"/>
    <p:sldId id="263" r:id="rId6"/>
    <p:sldId id="292" r:id="rId7"/>
    <p:sldId id="293" r:id="rId8"/>
    <p:sldId id="290" r:id="rId9"/>
    <p:sldId id="285" r:id="rId10"/>
    <p:sldId id="271" r:id="rId11"/>
    <p:sldId id="272" r:id="rId12"/>
    <p:sldId id="294" r:id="rId13"/>
    <p:sldId id="282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32" autoAdjust="0"/>
    <p:restoredTop sz="94830"/>
  </p:normalViewPr>
  <p:slideViewPr>
    <p:cSldViewPr snapToGrid="0">
      <p:cViewPr varScale="1">
        <p:scale>
          <a:sx n="156" d="100"/>
          <a:sy n="156" d="100"/>
        </p:scale>
        <p:origin x="11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52FDF3-018C-4590-8DD0-53D48EF9635F}" type="doc">
      <dgm:prSet loTypeId="urn:microsoft.com/office/officeart/2016/7/layout/HorizontalAction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DF3B88-F897-42B7-9590-1AD67F5884E3}">
      <dgm:prSet/>
      <dgm:spPr/>
      <dgm:t>
        <a:bodyPr/>
        <a:lstStyle/>
        <a:p>
          <a:r>
            <a:rPr lang="en-US" dirty="0"/>
            <a:t>Keep Up</a:t>
          </a:r>
        </a:p>
      </dgm:t>
    </dgm:pt>
    <dgm:pt modelId="{937C4F1E-7B47-4566-9B19-89E81DF633B1}" type="parTrans" cxnId="{2251429D-AD5A-46F0-97E9-AAF7279D678C}">
      <dgm:prSet/>
      <dgm:spPr/>
      <dgm:t>
        <a:bodyPr/>
        <a:lstStyle/>
        <a:p>
          <a:endParaRPr lang="en-US"/>
        </a:p>
      </dgm:t>
    </dgm:pt>
    <dgm:pt modelId="{2130A242-0BA7-4714-826E-5328A137D6BE}" type="sibTrans" cxnId="{2251429D-AD5A-46F0-97E9-AAF7279D678C}">
      <dgm:prSet/>
      <dgm:spPr/>
      <dgm:t>
        <a:bodyPr/>
        <a:lstStyle/>
        <a:p>
          <a:endParaRPr lang="en-US"/>
        </a:p>
      </dgm:t>
    </dgm:pt>
    <dgm:pt modelId="{A8521E89-7265-40A0-9DEF-500878AB42EE}">
      <dgm:prSet/>
      <dgm:spPr/>
      <dgm:t>
        <a:bodyPr/>
        <a:lstStyle/>
        <a:p>
          <a:r>
            <a:rPr lang="en-US"/>
            <a:t>Keep up with the latest progress in AI</a:t>
          </a:r>
        </a:p>
      </dgm:t>
    </dgm:pt>
    <dgm:pt modelId="{A944BD38-7D2A-4135-ACED-D9EF4D38ABBC}" type="parTrans" cxnId="{9E30B24E-60B4-4A12-A6CE-EA97D123421B}">
      <dgm:prSet/>
      <dgm:spPr/>
      <dgm:t>
        <a:bodyPr/>
        <a:lstStyle/>
        <a:p>
          <a:endParaRPr lang="en-US"/>
        </a:p>
      </dgm:t>
    </dgm:pt>
    <dgm:pt modelId="{4299FF8A-2CBD-446B-9362-4340E5782C48}" type="sibTrans" cxnId="{9E30B24E-60B4-4A12-A6CE-EA97D123421B}">
      <dgm:prSet/>
      <dgm:spPr/>
      <dgm:t>
        <a:bodyPr/>
        <a:lstStyle/>
        <a:p>
          <a:endParaRPr lang="en-US"/>
        </a:p>
      </dgm:t>
    </dgm:pt>
    <dgm:pt modelId="{57D243A0-A17D-48CB-8CCE-E80A681537CD}">
      <dgm:prSet/>
      <dgm:spPr/>
      <dgm:t>
        <a:bodyPr/>
        <a:lstStyle/>
        <a:p>
          <a:r>
            <a:rPr lang="en-US" dirty="0"/>
            <a:t>Quality</a:t>
          </a:r>
        </a:p>
      </dgm:t>
    </dgm:pt>
    <dgm:pt modelId="{1C941A13-73C9-4EEA-81C0-7F5C76E1711D}" type="parTrans" cxnId="{3D30361D-530E-4B61-9EB0-41EF50B90A65}">
      <dgm:prSet/>
      <dgm:spPr/>
      <dgm:t>
        <a:bodyPr/>
        <a:lstStyle/>
        <a:p>
          <a:endParaRPr lang="en-US"/>
        </a:p>
      </dgm:t>
    </dgm:pt>
    <dgm:pt modelId="{24E53EA7-8A4E-47B2-B382-9EDA60C4E2A1}" type="sibTrans" cxnId="{3D30361D-530E-4B61-9EB0-41EF50B90A65}">
      <dgm:prSet/>
      <dgm:spPr/>
      <dgm:t>
        <a:bodyPr/>
        <a:lstStyle/>
        <a:p>
          <a:endParaRPr lang="en-US"/>
        </a:p>
      </dgm:t>
    </dgm:pt>
    <dgm:pt modelId="{312F2126-CB79-4E42-BC94-6C6C4894B5F9}">
      <dgm:prSet/>
      <dgm:spPr/>
      <dgm:t>
        <a:bodyPr/>
        <a:lstStyle/>
        <a:p>
          <a:r>
            <a:rPr lang="en-US"/>
            <a:t>Improve the quality of ONNX Operators</a:t>
          </a:r>
        </a:p>
      </dgm:t>
    </dgm:pt>
    <dgm:pt modelId="{E8E0D52E-7A5D-4F8F-A36C-4E8ED6FF905F}" type="parTrans" cxnId="{880029FE-5050-475B-867A-4A057B20792C}">
      <dgm:prSet/>
      <dgm:spPr/>
      <dgm:t>
        <a:bodyPr/>
        <a:lstStyle/>
        <a:p>
          <a:endParaRPr lang="en-US"/>
        </a:p>
      </dgm:t>
    </dgm:pt>
    <dgm:pt modelId="{CB20A160-CCB2-4E2B-B93F-02A5800CD638}" type="sibTrans" cxnId="{880029FE-5050-475B-867A-4A057B20792C}">
      <dgm:prSet/>
      <dgm:spPr/>
      <dgm:t>
        <a:bodyPr/>
        <a:lstStyle/>
        <a:p>
          <a:endParaRPr lang="en-US"/>
        </a:p>
      </dgm:t>
    </dgm:pt>
    <dgm:pt modelId="{26DF2F7F-0075-4FDE-B639-D7EFA6A139AA}">
      <dgm:prSet/>
      <dgm:spPr/>
      <dgm:t>
        <a:bodyPr/>
        <a:lstStyle/>
        <a:p>
          <a:r>
            <a:rPr lang="en-US" dirty="0"/>
            <a:t>Clarity</a:t>
          </a:r>
        </a:p>
      </dgm:t>
    </dgm:pt>
    <dgm:pt modelId="{594AA786-883F-490D-ACBE-F01A34F9444D}" type="parTrans" cxnId="{190680DE-EBB5-4FCA-AEE1-A45B4D643A21}">
      <dgm:prSet/>
      <dgm:spPr/>
      <dgm:t>
        <a:bodyPr/>
        <a:lstStyle/>
        <a:p>
          <a:endParaRPr lang="en-US"/>
        </a:p>
      </dgm:t>
    </dgm:pt>
    <dgm:pt modelId="{61161EAA-73A9-4522-949E-CFEC9FAC1869}" type="sibTrans" cxnId="{190680DE-EBB5-4FCA-AEE1-A45B4D643A21}">
      <dgm:prSet/>
      <dgm:spPr/>
      <dgm:t>
        <a:bodyPr/>
        <a:lstStyle/>
        <a:p>
          <a:endParaRPr lang="en-US"/>
        </a:p>
      </dgm:t>
    </dgm:pt>
    <dgm:pt modelId="{C8D80E3B-7F21-4AFC-9664-F283970B82AB}">
      <dgm:prSet/>
      <dgm:spPr/>
      <dgm:t>
        <a:bodyPr/>
        <a:lstStyle/>
        <a:p>
          <a:r>
            <a:rPr lang="en-US"/>
            <a:t>Reduce ambiguity</a:t>
          </a:r>
        </a:p>
      </dgm:t>
    </dgm:pt>
    <dgm:pt modelId="{7E1641A9-75FB-4B15-A097-15BAD9529D20}" type="parTrans" cxnId="{D3239767-4537-464A-9370-9044414E9D70}">
      <dgm:prSet/>
      <dgm:spPr/>
      <dgm:t>
        <a:bodyPr/>
        <a:lstStyle/>
        <a:p>
          <a:endParaRPr lang="en-US"/>
        </a:p>
      </dgm:t>
    </dgm:pt>
    <dgm:pt modelId="{AF681F5A-F6D1-454A-A79E-EDCE3E2AEEF2}" type="sibTrans" cxnId="{D3239767-4537-464A-9370-9044414E9D70}">
      <dgm:prSet/>
      <dgm:spPr/>
      <dgm:t>
        <a:bodyPr/>
        <a:lstStyle/>
        <a:p>
          <a:endParaRPr lang="en-US"/>
        </a:p>
      </dgm:t>
    </dgm:pt>
    <dgm:pt modelId="{041F5F33-3FFE-45F4-AA49-0753B5A5551D}">
      <dgm:prSet/>
      <dgm:spPr/>
      <dgm:t>
        <a:bodyPr/>
        <a:lstStyle/>
        <a:p>
          <a:r>
            <a:rPr lang="en-US" dirty="0"/>
            <a:t>Size</a:t>
          </a:r>
        </a:p>
      </dgm:t>
    </dgm:pt>
    <dgm:pt modelId="{317A087E-0ECB-46AA-B3E4-AC3EA374D7B7}" type="parTrans" cxnId="{B7F25183-2860-455F-BAE2-D1CF5C2F8753}">
      <dgm:prSet/>
      <dgm:spPr/>
      <dgm:t>
        <a:bodyPr/>
        <a:lstStyle/>
        <a:p>
          <a:endParaRPr lang="en-US"/>
        </a:p>
      </dgm:t>
    </dgm:pt>
    <dgm:pt modelId="{7AA6E4F4-FDAC-4668-9C73-D4E520826297}" type="sibTrans" cxnId="{B7F25183-2860-455F-BAE2-D1CF5C2F8753}">
      <dgm:prSet/>
      <dgm:spPr/>
      <dgm:t>
        <a:bodyPr/>
        <a:lstStyle/>
        <a:p>
          <a:endParaRPr lang="en-US"/>
        </a:p>
      </dgm:t>
    </dgm:pt>
    <dgm:pt modelId="{551D9014-1AB9-41B3-B850-2E6BA240ABD0}">
      <dgm:prSet/>
      <dgm:spPr/>
      <dgm:t>
        <a:bodyPr/>
        <a:lstStyle/>
        <a:p>
          <a:r>
            <a:rPr lang="en-US"/>
            <a:t>Avoid bloating ONNX spec</a:t>
          </a:r>
        </a:p>
      </dgm:t>
    </dgm:pt>
    <dgm:pt modelId="{94F77476-5D17-4298-9D9B-0FB439C68C72}" type="parTrans" cxnId="{9F12EAC7-9F47-4F8B-83A7-5B4B5FEEAD6E}">
      <dgm:prSet/>
      <dgm:spPr/>
      <dgm:t>
        <a:bodyPr/>
        <a:lstStyle/>
        <a:p>
          <a:endParaRPr lang="en-US"/>
        </a:p>
      </dgm:t>
    </dgm:pt>
    <dgm:pt modelId="{6D019866-2AC2-4999-834D-021ADE9FAB47}" type="sibTrans" cxnId="{9F12EAC7-9F47-4F8B-83A7-5B4B5FEEAD6E}">
      <dgm:prSet/>
      <dgm:spPr/>
      <dgm:t>
        <a:bodyPr/>
        <a:lstStyle/>
        <a:p>
          <a:endParaRPr lang="en-US"/>
        </a:p>
      </dgm:t>
    </dgm:pt>
    <dgm:pt modelId="{A3380956-4953-40A5-94B2-DD2B8B8CDC21}">
      <dgm:prSet/>
      <dgm:spPr/>
      <dgm:t>
        <a:bodyPr/>
        <a:lstStyle/>
        <a:p>
          <a:r>
            <a:rPr lang="en-US" dirty="0"/>
            <a:t>PRs and Issues</a:t>
          </a:r>
        </a:p>
      </dgm:t>
    </dgm:pt>
    <dgm:pt modelId="{2ACC6F80-1193-46BB-829C-8FFC29281571}" type="parTrans" cxnId="{5753C01A-245C-4658-896D-BEF5DAE2C198}">
      <dgm:prSet/>
      <dgm:spPr/>
      <dgm:t>
        <a:bodyPr/>
        <a:lstStyle/>
        <a:p>
          <a:endParaRPr lang="en-US"/>
        </a:p>
      </dgm:t>
    </dgm:pt>
    <dgm:pt modelId="{33E8278E-3657-4C1B-8CE6-2CD4A9A9C3A9}" type="sibTrans" cxnId="{5753C01A-245C-4658-896D-BEF5DAE2C198}">
      <dgm:prSet/>
      <dgm:spPr/>
      <dgm:t>
        <a:bodyPr/>
        <a:lstStyle/>
        <a:p>
          <a:endParaRPr lang="en-US"/>
        </a:p>
      </dgm:t>
    </dgm:pt>
    <dgm:pt modelId="{E79D2227-DDCD-456E-B164-134580AFF906}">
      <dgm:prSet/>
      <dgm:spPr/>
      <dgm:t>
        <a:bodyPr/>
        <a:lstStyle/>
        <a:p>
          <a:r>
            <a:rPr lang="en-US"/>
            <a:t>Keep up with PRs and operator issues</a:t>
          </a:r>
        </a:p>
      </dgm:t>
    </dgm:pt>
    <dgm:pt modelId="{71122494-818C-425A-916B-6EFEA59FA430}" type="parTrans" cxnId="{F851233A-D2E5-4D13-AFFA-A21BDE1FB5CC}">
      <dgm:prSet/>
      <dgm:spPr/>
      <dgm:t>
        <a:bodyPr/>
        <a:lstStyle/>
        <a:p>
          <a:endParaRPr lang="en-US"/>
        </a:p>
      </dgm:t>
    </dgm:pt>
    <dgm:pt modelId="{13D7A44B-98C4-4515-A3B2-6200AE119FF7}" type="sibTrans" cxnId="{F851233A-D2E5-4D13-AFFA-A21BDE1FB5CC}">
      <dgm:prSet/>
      <dgm:spPr/>
      <dgm:t>
        <a:bodyPr/>
        <a:lstStyle/>
        <a:p>
          <a:endParaRPr lang="en-US"/>
        </a:p>
      </dgm:t>
    </dgm:pt>
    <dgm:pt modelId="{2DECCD48-F049-4E1D-8B07-FD66613B2C72}" type="pres">
      <dgm:prSet presAssocID="{B952FDF3-018C-4590-8DD0-53D48EF9635F}" presName="Name0" presStyleCnt="0">
        <dgm:presLayoutVars>
          <dgm:dir/>
          <dgm:animLvl val="lvl"/>
          <dgm:resizeHandles val="exact"/>
        </dgm:presLayoutVars>
      </dgm:prSet>
      <dgm:spPr/>
    </dgm:pt>
    <dgm:pt modelId="{DCA3577D-AB4A-4947-8827-5FC264E701DC}" type="pres">
      <dgm:prSet presAssocID="{0EDF3B88-F897-42B7-9590-1AD67F5884E3}" presName="composite" presStyleCnt="0"/>
      <dgm:spPr/>
    </dgm:pt>
    <dgm:pt modelId="{FA90E6EF-F389-4590-A5B9-43D8BE28460F}" type="pres">
      <dgm:prSet presAssocID="{0EDF3B88-F897-42B7-9590-1AD67F5884E3}" presName="parTx" presStyleLbl="alignNode1" presStyleIdx="0" presStyleCnt="5">
        <dgm:presLayoutVars>
          <dgm:chMax val="0"/>
          <dgm:chPref val="0"/>
        </dgm:presLayoutVars>
      </dgm:prSet>
      <dgm:spPr/>
    </dgm:pt>
    <dgm:pt modelId="{834D29E9-0D76-4813-A4F5-2C8854F57255}" type="pres">
      <dgm:prSet presAssocID="{0EDF3B88-F897-42B7-9590-1AD67F5884E3}" presName="desTx" presStyleLbl="alignAccFollowNode1" presStyleIdx="0" presStyleCnt="5">
        <dgm:presLayoutVars/>
      </dgm:prSet>
      <dgm:spPr/>
    </dgm:pt>
    <dgm:pt modelId="{42DA47A4-9E86-4961-A6AF-31AE7285BDD5}" type="pres">
      <dgm:prSet presAssocID="{2130A242-0BA7-4714-826E-5328A137D6BE}" presName="space" presStyleCnt="0"/>
      <dgm:spPr/>
    </dgm:pt>
    <dgm:pt modelId="{CB767548-D9F2-42BA-9B54-E481198AE470}" type="pres">
      <dgm:prSet presAssocID="{57D243A0-A17D-48CB-8CCE-E80A681537CD}" presName="composite" presStyleCnt="0"/>
      <dgm:spPr/>
    </dgm:pt>
    <dgm:pt modelId="{9379C0D3-0FA4-451F-A3CB-881E089808BE}" type="pres">
      <dgm:prSet presAssocID="{57D243A0-A17D-48CB-8CCE-E80A681537CD}" presName="parTx" presStyleLbl="alignNode1" presStyleIdx="1" presStyleCnt="5">
        <dgm:presLayoutVars>
          <dgm:chMax val="0"/>
          <dgm:chPref val="0"/>
        </dgm:presLayoutVars>
      </dgm:prSet>
      <dgm:spPr/>
    </dgm:pt>
    <dgm:pt modelId="{B53F97CB-DEFC-4158-AC2B-C64B9237A5F2}" type="pres">
      <dgm:prSet presAssocID="{57D243A0-A17D-48CB-8CCE-E80A681537CD}" presName="desTx" presStyleLbl="alignAccFollowNode1" presStyleIdx="1" presStyleCnt="5">
        <dgm:presLayoutVars/>
      </dgm:prSet>
      <dgm:spPr/>
    </dgm:pt>
    <dgm:pt modelId="{075AF5CF-1BBD-410D-B678-E8226ED58939}" type="pres">
      <dgm:prSet presAssocID="{24E53EA7-8A4E-47B2-B382-9EDA60C4E2A1}" presName="space" presStyleCnt="0"/>
      <dgm:spPr/>
    </dgm:pt>
    <dgm:pt modelId="{F6246132-1499-40FD-9E2B-D2526186D822}" type="pres">
      <dgm:prSet presAssocID="{26DF2F7F-0075-4FDE-B639-D7EFA6A139AA}" presName="composite" presStyleCnt="0"/>
      <dgm:spPr/>
    </dgm:pt>
    <dgm:pt modelId="{1361713E-1CDB-4923-8D63-432CAB9D853A}" type="pres">
      <dgm:prSet presAssocID="{26DF2F7F-0075-4FDE-B639-D7EFA6A139AA}" presName="parTx" presStyleLbl="alignNode1" presStyleIdx="2" presStyleCnt="5">
        <dgm:presLayoutVars>
          <dgm:chMax val="0"/>
          <dgm:chPref val="0"/>
        </dgm:presLayoutVars>
      </dgm:prSet>
      <dgm:spPr/>
    </dgm:pt>
    <dgm:pt modelId="{C72688BC-3813-44FD-97BC-43EF0D62566B}" type="pres">
      <dgm:prSet presAssocID="{26DF2F7F-0075-4FDE-B639-D7EFA6A139AA}" presName="desTx" presStyleLbl="alignAccFollowNode1" presStyleIdx="2" presStyleCnt="5">
        <dgm:presLayoutVars/>
      </dgm:prSet>
      <dgm:spPr/>
    </dgm:pt>
    <dgm:pt modelId="{E35D02D5-1979-4972-A2FA-895B54F5A901}" type="pres">
      <dgm:prSet presAssocID="{61161EAA-73A9-4522-949E-CFEC9FAC1869}" presName="space" presStyleCnt="0"/>
      <dgm:spPr/>
    </dgm:pt>
    <dgm:pt modelId="{FF19ACAA-5709-403C-8DE0-19E14A9058E6}" type="pres">
      <dgm:prSet presAssocID="{041F5F33-3FFE-45F4-AA49-0753B5A5551D}" presName="composite" presStyleCnt="0"/>
      <dgm:spPr/>
    </dgm:pt>
    <dgm:pt modelId="{578296D7-40F9-4C70-B076-A10B7517A2B8}" type="pres">
      <dgm:prSet presAssocID="{041F5F33-3FFE-45F4-AA49-0753B5A5551D}" presName="parTx" presStyleLbl="alignNode1" presStyleIdx="3" presStyleCnt="5">
        <dgm:presLayoutVars>
          <dgm:chMax val="0"/>
          <dgm:chPref val="0"/>
        </dgm:presLayoutVars>
      </dgm:prSet>
      <dgm:spPr/>
    </dgm:pt>
    <dgm:pt modelId="{207A50ED-B975-4052-9D9E-823903825CB9}" type="pres">
      <dgm:prSet presAssocID="{041F5F33-3FFE-45F4-AA49-0753B5A5551D}" presName="desTx" presStyleLbl="alignAccFollowNode1" presStyleIdx="3" presStyleCnt="5">
        <dgm:presLayoutVars/>
      </dgm:prSet>
      <dgm:spPr/>
    </dgm:pt>
    <dgm:pt modelId="{15DDF311-30BD-4D39-A134-81906616F2E4}" type="pres">
      <dgm:prSet presAssocID="{7AA6E4F4-FDAC-4668-9C73-D4E520826297}" presName="space" presStyleCnt="0"/>
      <dgm:spPr/>
    </dgm:pt>
    <dgm:pt modelId="{E6B8F656-8848-4AC2-9FF7-7DC9EEF2D775}" type="pres">
      <dgm:prSet presAssocID="{A3380956-4953-40A5-94B2-DD2B8B8CDC21}" presName="composite" presStyleCnt="0"/>
      <dgm:spPr/>
    </dgm:pt>
    <dgm:pt modelId="{A494CE43-BC3F-4D7C-B9F8-1403A8E03070}" type="pres">
      <dgm:prSet presAssocID="{A3380956-4953-40A5-94B2-DD2B8B8CDC21}" presName="parTx" presStyleLbl="alignNode1" presStyleIdx="4" presStyleCnt="5">
        <dgm:presLayoutVars>
          <dgm:chMax val="0"/>
          <dgm:chPref val="0"/>
        </dgm:presLayoutVars>
      </dgm:prSet>
      <dgm:spPr/>
    </dgm:pt>
    <dgm:pt modelId="{BE45AAAF-8186-4ADD-970F-BCD4544E9ECC}" type="pres">
      <dgm:prSet presAssocID="{A3380956-4953-40A5-94B2-DD2B8B8CDC21}" presName="desTx" presStyleLbl="alignAccFollowNode1" presStyleIdx="4" presStyleCnt="5">
        <dgm:presLayoutVars/>
      </dgm:prSet>
      <dgm:spPr/>
    </dgm:pt>
  </dgm:ptLst>
  <dgm:cxnLst>
    <dgm:cxn modelId="{5753C01A-245C-4658-896D-BEF5DAE2C198}" srcId="{B952FDF3-018C-4590-8DD0-53D48EF9635F}" destId="{A3380956-4953-40A5-94B2-DD2B8B8CDC21}" srcOrd="4" destOrd="0" parTransId="{2ACC6F80-1193-46BB-829C-8FFC29281571}" sibTransId="{33E8278E-3657-4C1B-8CE6-2CD4A9A9C3A9}"/>
    <dgm:cxn modelId="{3D30361D-530E-4B61-9EB0-41EF50B90A65}" srcId="{B952FDF3-018C-4590-8DD0-53D48EF9635F}" destId="{57D243A0-A17D-48CB-8CCE-E80A681537CD}" srcOrd="1" destOrd="0" parTransId="{1C941A13-73C9-4EEA-81C0-7F5C76E1711D}" sibTransId="{24E53EA7-8A4E-47B2-B382-9EDA60C4E2A1}"/>
    <dgm:cxn modelId="{3BD2771F-E5D9-49E2-8563-42D5631EF76B}" type="presOf" srcId="{041F5F33-3FFE-45F4-AA49-0753B5A5551D}" destId="{578296D7-40F9-4C70-B076-A10B7517A2B8}" srcOrd="0" destOrd="0" presId="urn:microsoft.com/office/officeart/2016/7/layout/HorizontalActionList"/>
    <dgm:cxn modelId="{F851233A-D2E5-4D13-AFFA-A21BDE1FB5CC}" srcId="{A3380956-4953-40A5-94B2-DD2B8B8CDC21}" destId="{E79D2227-DDCD-456E-B164-134580AFF906}" srcOrd="0" destOrd="0" parTransId="{71122494-818C-425A-916B-6EFEA59FA430}" sibTransId="{13D7A44B-98C4-4515-A3B2-6200AE119FF7}"/>
    <dgm:cxn modelId="{D29CEF40-2407-4714-A138-55FA42176A90}" type="presOf" srcId="{0EDF3B88-F897-42B7-9590-1AD67F5884E3}" destId="{FA90E6EF-F389-4590-A5B9-43D8BE28460F}" srcOrd="0" destOrd="0" presId="urn:microsoft.com/office/officeart/2016/7/layout/HorizontalActionList"/>
    <dgm:cxn modelId="{8434FA45-5E12-422F-87E8-1E6C22433A38}" type="presOf" srcId="{551D9014-1AB9-41B3-B850-2E6BA240ABD0}" destId="{207A50ED-B975-4052-9D9E-823903825CB9}" srcOrd="0" destOrd="0" presId="urn:microsoft.com/office/officeart/2016/7/layout/HorizontalActionList"/>
    <dgm:cxn modelId="{D3239767-4537-464A-9370-9044414E9D70}" srcId="{26DF2F7F-0075-4FDE-B639-D7EFA6A139AA}" destId="{C8D80E3B-7F21-4AFC-9664-F283970B82AB}" srcOrd="0" destOrd="0" parTransId="{7E1641A9-75FB-4B15-A097-15BAD9529D20}" sibTransId="{AF681F5A-F6D1-454A-A79E-EDCE3E2AEEF2}"/>
    <dgm:cxn modelId="{9E30B24E-60B4-4A12-A6CE-EA97D123421B}" srcId="{0EDF3B88-F897-42B7-9590-1AD67F5884E3}" destId="{A8521E89-7265-40A0-9DEF-500878AB42EE}" srcOrd="0" destOrd="0" parTransId="{A944BD38-7D2A-4135-ACED-D9EF4D38ABBC}" sibTransId="{4299FF8A-2CBD-446B-9362-4340E5782C48}"/>
    <dgm:cxn modelId="{D9233C79-A74D-4D46-BF5D-3E9A5B1D648D}" type="presOf" srcId="{B952FDF3-018C-4590-8DD0-53D48EF9635F}" destId="{2DECCD48-F049-4E1D-8B07-FD66613B2C72}" srcOrd="0" destOrd="0" presId="urn:microsoft.com/office/officeart/2016/7/layout/HorizontalActionList"/>
    <dgm:cxn modelId="{B7F25183-2860-455F-BAE2-D1CF5C2F8753}" srcId="{B952FDF3-018C-4590-8DD0-53D48EF9635F}" destId="{041F5F33-3FFE-45F4-AA49-0753B5A5551D}" srcOrd="3" destOrd="0" parTransId="{317A087E-0ECB-46AA-B3E4-AC3EA374D7B7}" sibTransId="{7AA6E4F4-FDAC-4668-9C73-D4E520826297}"/>
    <dgm:cxn modelId="{C3918B84-42BD-4227-A85A-A9665C605573}" type="presOf" srcId="{A8521E89-7265-40A0-9DEF-500878AB42EE}" destId="{834D29E9-0D76-4813-A4F5-2C8854F57255}" srcOrd="0" destOrd="0" presId="urn:microsoft.com/office/officeart/2016/7/layout/HorizontalActionList"/>
    <dgm:cxn modelId="{8A231890-02F2-434A-A8D8-324CB7D808E5}" type="presOf" srcId="{A3380956-4953-40A5-94B2-DD2B8B8CDC21}" destId="{A494CE43-BC3F-4D7C-B9F8-1403A8E03070}" srcOrd="0" destOrd="0" presId="urn:microsoft.com/office/officeart/2016/7/layout/HorizontalActionList"/>
    <dgm:cxn modelId="{2251429D-AD5A-46F0-97E9-AAF7279D678C}" srcId="{B952FDF3-018C-4590-8DD0-53D48EF9635F}" destId="{0EDF3B88-F897-42B7-9590-1AD67F5884E3}" srcOrd="0" destOrd="0" parTransId="{937C4F1E-7B47-4566-9B19-89E81DF633B1}" sibTransId="{2130A242-0BA7-4714-826E-5328A137D6BE}"/>
    <dgm:cxn modelId="{A7D366B7-B60E-48E7-BC1E-1AE651ED2F83}" type="presOf" srcId="{57D243A0-A17D-48CB-8CCE-E80A681537CD}" destId="{9379C0D3-0FA4-451F-A3CB-881E089808BE}" srcOrd="0" destOrd="0" presId="urn:microsoft.com/office/officeart/2016/7/layout/HorizontalActionList"/>
    <dgm:cxn modelId="{A0FF90C1-EB93-434C-A60A-F32319BAFE67}" type="presOf" srcId="{26DF2F7F-0075-4FDE-B639-D7EFA6A139AA}" destId="{1361713E-1CDB-4923-8D63-432CAB9D853A}" srcOrd="0" destOrd="0" presId="urn:microsoft.com/office/officeart/2016/7/layout/HorizontalActionList"/>
    <dgm:cxn modelId="{0F36D7C2-7891-4398-80EC-A7B0978CB215}" type="presOf" srcId="{C8D80E3B-7F21-4AFC-9664-F283970B82AB}" destId="{C72688BC-3813-44FD-97BC-43EF0D62566B}" srcOrd="0" destOrd="0" presId="urn:microsoft.com/office/officeart/2016/7/layout/HorizontalActionList"/>
    <dgm:cxn modelId="{9F12EAC7-9F47-4F8B-83A7-5B4B5FEEAD6E}" srcId="{041F5F33-3FFE-45F4-AA49-0753B5A5551D}" destId="{551D9014-1AB9-41B3-B850-2E6BA240ABD0}" srcOrd="0" destOrd="0" parTransId="{94F77476-5D17-4298-9D9B-0FB439C68C72}" sibTransId="{6D019866-2AC2-4999-834D-021ADE9FAB47}"/>
    <dgm:cxn modelId="{E176F0C8-B0AA-426D-93F4-B62ADE10F23F}" type="presOf" srcId="{E79D2227-DDCD-456E-B164-134580AFF906}" destId="{BE45AAAF-8186-4ADD-970F-BCD4544E9ECC}" srcOrd="0" destOrd="0" presId="urn:microsoft.com/office/officeart/2016/7/layout/HorizontalActionList"/>
    <dgm:cxn modelId="{200EC3D0-90B8-4120-81AF-C05543257063}" type="presOf" srcId="{312F2126-CB79-4E42-BC94-6C6C4894B5F9}" destId="{B53F97CB-DEFC-4158-AC2B-C64B9237A5F2}" srcOrd="0" destOrd="0" presId="urn:microsoft.com/office/officeart/2016/7/layout/HorizontalActionList"/>
    <dgm:cxn modelId="{190680DE-EBB5-4FCA-AEE1-A45B4D643A21}" srcId="{B952FDF3-018C-4590-8DD0-53D48EF9635F}" destId="{26DF2F7F-0075-4FDE-B639-D7EFA6A139AA}" srcOrd="2" destOrd="0" parTransId="{594AA786-883F-490D-ACBE-F01A34F9444D}" sibTransId="{61161EAA-73A9-4522-949E-CFEC9FAC1869}"/>
    <dgm:cxn modelId="{880029FE-5050-475B-867A-4A057B20792C}" srcId="{57D243A0-A17D-48CB-8CCE-E80A681537CD}" destId="{312F2126-CB79-4E42-BC94-6C6C4894B5F9}" srcOrd="0" destOrd="0" parTransId="{E8E0D52E-7A5D-4F8F-A36C-4E8ED6FF905F}" sibTransId="{CB20A160-CCB2-4E2B-B93F-02A5800CD638}"/>
    <dgm:cxn modelId="{DFAAAA6D-F2C3-4616-A3A2-211A7493E70B}" type="presParOf" srcId="{2DECCD48-F049-4E1D-8B07-FD66613B2C72}" destId="{DCA3577D-AB4A-4947-8827-5FC264E701DC}" srcOrd="0" destOrd="0" presId="urn:microsoft.com/office/officeart/2016/7/layout/HorizontalActionList"/>
    <dgm:cxn modelId="{E9E0E881-A895-4016-8083-4B4B97943024}" type="presParOf" srcId="{DCA3577D-AB4A-4947-8827-5FC264E701DC}" destId="{FA90E6EF-F389-4590-A5B9-43D8BE28460F}" srcOrd="0" destOrd="0" presId="urn:microsoft.com/office/officeart/2016/7/layout/HorizontalActionList"/>
    <dgm:cxn modelId="{34D38A0F-D19A-4016-86DA-FED673570C42}" type="presParOf" srcId="{DCA3577D-AB4A-4947-8827-5FC264E701DC}" destId="{834D29E9-0D76-4813-A4F5-2C8854F57255}" srcOrd="1" destOrd="0" presId="urn:microsoft.com/office/officeart/2016/7/layout/HorizontalActionList"/>
    <dgm:cxn modelId="{621F0B88-11C3-4531-8B15-58BFB73CAFF4}" type="presParOf" srcId="{2DECCD48-F049-4E1D-8B07-FD66613B2C72}" destId="{42DA47A4-9E86-4961-A6AF-31AE7285BDD5}" srcOrd="1" destOrd="0" presId="urn:microsoft.com/office/officeart/2016/7/layout/HorizontalActionList"/>
    <dgm:cxn modelId="{53420D96-C46E-41F5-BD67-E2394C344CCE}" type="presParOf" srcId="{2DECCD48-F049-4E1D-8B07-FD66613B2C72}" destId="{CB767548-D9F2-42BA-9B54-E481198AE470}" srcOrd="2" destOrd="0" presId="urn:microsoft.com/office/officeart/2016/7/layout/HorizontalActionList"/>
    <dgm:cxn modelId="{0F32F1C8-DB06-401A-BD5C-ECD39C2D93C1}" type="presParOf" srcId="{CB767548-D9F2-42BA-9B54-E481198AE470}" destId="{9379C0D3-0FA4-451F-A3CB-881E089808BE}" srcOrd="0" destOrd="0" presId="urn:microsoft.com/office/officeart/2016/7/layout/HorizontalActionList"/>
    <dgm:cxn modelId="{166E11B5-FC19-47DE-98ED-0286CE2D8634}" type="presParOf" srcId="{CB767548-D9F2-42BA-9B54-E481198AE470}" destId="{B53F97CB-DEFC-4158-AC2B-C64B9237A5F2}" srcOrd="1" destOrd="0" presId="urn:microsoft.com/office/officeart/2016/7/layout/HorizontalActionList"/>
    <dgm:cxn modelId="{E6D02C1A-93D8-4DB7-976B-15EC55E1ABD3}" type="presParOf" srcId="{2DECCD48-F049-4E1D-8B07-FD66613B2C72}" destId="{075AF5CF-1BBD-410D-B678-E8226ED58939}" srcOrd="3" destOrd="0" presId="urn:microsoft.com/office/officeart/2016/7/layout/HorizontalActionList"/>
    <dgm:cxn modelId="{43DE3098-CEA6-47F4-80AF-84DC96806DDA}" type="presParOf" srcId="{2DECCD48-F049-4E1D-8B07-FD66613B2C72}" destId="{F6246132-1499-40FD-9E2B-D2526186D822}" srcOrd="4" destOrd="0" presId="urn:microsoft.com/office/officeart/2016/7/layout/HorizontalActionList"/>
    <dgm:cxn modelId="{CCDF430D-A35B-4C9B-A052-C3030081197B}" type="presParOf" srcId="{F6246132-1499-40FD-9E2B-D2526186D822}" destId="{1361713E-1CDB-4923-8D63-432CAB9D853A}" srcOrd="0" destOrd="0" presId="urn:microsoft.com/office/officeart/2016/7/layout/HorizontalActionList"/>
    <dgm:cxn modelId="{B2A63CE8-E218-40EA-90A3-58F4B495ED87}" type="presParOf" srcId="{F6246132-1499-40FD-9E2B-D2526186D822}" destId="{C72688BC-3813-44FD-97BC-43EF0D62566B}" srcOrd="1" destOrd="0" presId="urn:microsoft.com/office/officeart/2016/7/layout/HorizontalActionList"/>
    <dgm:cxn modelId="{1F549F3B-BE48-4C88-8FA9-98B112568970}" type="presParOf" srcId="{2DECCD48-F049-4E1D-8B07-FD66613B2C72}" destId="{E35D02D5-1979-4972-A2FA-895B54F5A901}" srcOrd="5" destOrd="0" presId="urn:microsoft.com/office/officeart/2016/7/layout/HorizontalActionList"/>
    <dgm:cxn modelId="{9239CB3D-F099-43E6-9F21-AD5187B48C44}" type="presParOf" srcId="{2DECCD48-F049-4E1D-8B07-FD66613B2C72}" destId="{FF19ACAA-5709-403C-8DE0-19E14A9058E6}" srcOrd="6" destOrd="0" presId="urn:microsoft.com/office/officeart/2016/7/layout/HorizontalActionList"/>
    <dgm:cxn modelId="{114539B4-E36D-4089-91F8-07FAC065333C}" type="presParOf" srcId="{FF19ACAA-5709-403C-8DE0-19E14A9058E6}" destId="{578296D7-40F9-4C70-B076-A10B7517A2B8}" srcOrd="0" destOrd="0" presId="urn:microsoft.com/office/officeart/2016/7/layout/HorizontalActionList"/>
    <dgm:cxn modelId="{EA98F765-2D25-4A65-8499-C272F88430BF}" type="presParOf" srcId="{FF19ACAA-5709-403C-8DE0-19E14A9058E6}" destId="{207A50ED-B975-4052-9D9E-823903825CB9}" srcOrd="1" destOrd="0" presId="urn:microsoft.com/office/officeart/2016/7/layout/HorizontalActionList"/>
    <dgm:cxn modelId="{7461084D-9143-4524-A2CF-25D5DCD9B194}" type="presParOf" srcId="{2DECCD48-F049-4E1D-8B07-FD66613B2C72}" destId="{15DDF311-30BD-4D39-A134-81906616F2E4}" srcOrd="7" destOrd="0" presId="urn:microsoft.com/office/officeart/2016/7/layout/HorizontalActionList"/>
    <dgm:cxn modelId="{1AF93883-0B76-473D-8E2A-D452EC4A9DEE}" type="presParOf" srcId="{2DECCD48-F049-4E1D-8B07-FD66613B2C72}" destId="{E6B8F656-8848-4AC2-9FF7-7DC9EEF2D775}" srcOrd="8" destOrd="0" presId="urn:microsoft.com/office/officeart/2016/7/layout/HorizontalActionList"/>
    <dgm:cxn modelId="{FA8C743E-74CE-4DFF-A626-F07EBED15A01}" type="presParOf" srcId="{E6B8F656-8848-4AC2-9FF7-7DC9EEF2D775}" destId="{A494CE43-BC3F-4D7C-B9F8-1403A8E03070}" srcOrd="0" destOrd="0" presId="urn:microsoft.com/office/officeart/2016/7/layout/HorizontalActionList"/>
    <dgm:cxn modelId="{395E245E-7A55-4821-9239-2F33501CA5EF}" type="presParOf" srcId="{E6B8F656-8848-4AC2-9FF7-7DC9EEF2D775}" destId="{BE45AAAF-8186-4ADD-970F-BCD4544E9ECC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0E6EF-F389-4590-A5B9-43D8BE28460F}">
      <dsp:nvSpPr>
        <dsp:cNvPr id="0" name=""/>
        <dsp:cNvSpPr/>
      </dsp:nvSpPr>
      <dsp:spPr>
        <a:xfrm>
          <a:off x="9470" y="735660"/>
          <a:ext cx="1962216" cy="58866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059" tIns="155059" rIns="155059" bIns="1550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Keep Up</a:t>
          </a:r>
        </a:p>
      </dsp:txBody>
      <dsp:txXfrm>
        <a:off x="9470" y="735660"/>
        <a:ext cx="1962216" cy="588664"/>
      </dsp:txXfrm>
    </dsp:sp>
    <dsp:sp modelId="{834D29E9-0D76-4813-A4F5-2C8854F57255}">
      <dsp:nvSpPr>
        <dsp:cNvPr id="0" name=""/>
        <dsp:cNvSpPr/>
      </dsp:nvSpPr>
      <dsp:spPr>
        <a:xfrm>
          <a:off x="9470" y="1324325"/>
          <a:ext cx="1962216" cy="16183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23" tIns="193823" rIns="193823" bIns="193823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Keep up with the latest progress in AI</a:t>
          </a:r>
        </a:p>
      </dsp:txBody>
      <dsp:txXfrm>
        <a:off x="9470" y="1324325"/>
        <a:ext cx="1962216" cy="1618316"/>
      </dsp:txXfrm>
    </dsp:sp>
    <dsp:sp modelId="{9379C0D3-0FA4-451F-A3CB-881E089808BE}">
      <dsp:nvSpPr>
        <dsp:cNvPr id="0" name=""/>
        <dsp:cNvSpPr/>
      </dsp:nvSpPr>
      <dsp:spPr>
        <a:xfrm>
          <a:off x="2079581" y="735660"/>
          <a:ext cx="1962216" cy="58866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059" tIns="155059" rIns="155059" bIns="1550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Quality</a:t>
          </a:r>
        </a:p>
      </dsp:txBody>
      <dsp:txXfrm>
        <a:off x="2079581" y="735660"/>
        <a:ext cx="1962216" cy="588664"/>
      </dsp:txXfrm>
    </dsp:sp>
    <dsp:sp modelId="{B53F97CB-DEFC-4158-AC2B-C64B9237A5F2}">
      <dsp:nvSpPr>
        <dsp:cNvPr id="0" name=""/>
        <dsp:cNvSpPr/>
      </dsp:nvSpPr>
      <dsp:spPr>
        <a:xfrm>
          <a:off x="2079581" y="1324325"/>
          <a:ext cx="1962216" cy="16183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23" tIns="193823" rIns="193823" bIns="193823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the quality of ONNX Operators</a:t>
          </a:r>
        </a:p>
      </dsp:txBody>
      <dsp:txXfrm>
        <a:off x="2079581" y="1324325"/>
        <a:ext cx="1962216" cy="1618316"/>
      </dsp:txXfrm>
    </dsp:sp>
    <dsp:sp modelId="{1361713E-1CDB-4923-8D63-432CAB9D853A}">
      <dsp:nvSpPr>
        <dsp:cNvPr id="0" name=""/>
        <dsp:cNvSpPr/>
      </dsp:nvSpPr>
      <dsp:spPr>
        <a:xfrm>
          <a:off x="4149692" y="735660"/>
          <a:ext cx="1962216" cy="58866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059" tIns="155059" rIns="155059" bIns="1550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Clarity</a:t>
          </a:r>
        </a:p>
      </dsp:txBody>
      <dsp:txXfrm>
        <a:off x="4149692" y="735660"/>
        <a:ext cx="1962216" cy="588664"/>
      </dsp:txXfrm>
    </dsp:sp>
    <dsp:sp modelId="{C72688BC-3813-44FD-97BC-43EF0D62566B}">
      <dsp:nvSpPr>
        <dsp:cNvPr id="0" name=""/>
        <dsp:cNvSpPr/>
      </dsp:nvSpPr>
      <dsp:spPr>
        <a:xfrm>
          <a:off x="4149692" y="1324325"/>
          <a:ext cx="1962216" cy="161831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23" tIns="193823" rIns="193823" bIns="193823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 ambiguity</a:t>
          </a:r>
        </a:p>
      </dsp:txBody>
      <dsp:txXfrm>
        <a:off x="4149692" y="1324325"/>
        <a:ext cx="1962216" cy="1618316"/>
      </dsp:txXfrm>
    </dsp:sp>
    <dsp:sp modelId="{578296D7-40F9-4C70-B076-A10B7517A2B8}">
      <dsp:nvSpPr>
        <dsp:cNvPr id="0" name=""/>
        <dsp:cNvSpPr/>
      </dsp:nvSpPr>
      <dsp:spPr>
        <a:xfrm>
          <a:off x="6219803" y="735660"/>
          <a:ext cx="1962216" cy="58866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059" tIns="155059" rIns="155059" bIns="1550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Size</a:t>
          </a:r>
        </a:p>
      </dsp:txBody>
      <dsp:txXfrm>
        <a:off x="6219803" y="735660"/>
        <a:ext cx="1962216" cy="588664"/>
      </dsp:txXfrm>
    </dsp:sp>
    <dsp:sp modelId="{207A50ED-B975-4052-9D9E-823903825CB9}">
      <dsp:nvSpPr>
        <dsp:cNvPr id="0" name=""/>
        <dsp:cNvSpPr/>
      </dsp:nvSpPr>
      <dsp:spPr>
        <a:xfrm>
          <a:off x="6219803" y="1324325"/>
          <a:ext cx="1962216" cy="16183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23" tIns="193823" rIns="193823" bIns="193823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Avoid bloating ONNX spec</a:t>
          </a:r>
        </a:p>
      </dsp:txBody>
      <dsp:txXfrm>
        <a:off x="6219803" y="1324325"/>
        <a:ext cx="1962216" cy="1618316"/>
      </dsp:txXfrm>
    </dsp:sp>
    <dsp:sp modelId="{A494CE43-BC3F-4D7C-B9F8-1403A8E03070}">
      <dsp:nvSpPr>
        <dsp:cNvPr id="0" name=""/>
        <dsp:cNvSpPr/>
      </dsp:nvSpPr>
      <dsp:spPr>
        <a:xfrm>
          <a:off x="8289915" y="735660"/>
          <a:ext cx="1962216" cy="58866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6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059" tIns="155059" rIns="155059" bIns="15505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PRs and Issues</a:t>
          </a:r>
        </a:p>
      </dsp:txBody>
      <dsp:txXfrm>
        <a:off x="8289915" y="735660"/>
        <a:ext cx="1962216" cy="588664"/>
      </dsp:txXfrm>
    </dsp:sp>
    <dsp:sp modelId="{BE45AAAF-8186-4ADD-970F-BCD4544E9ECC}">
      <dsp:nvSpPr>
        <dsp:cNvPr id="0" name=""/>
        <dsp:cNvSpPr/>
      </dsp:nvSpPr>
      <dsp:spPr>
        <a:xfrm>
          <a:off x="8289915" y="1324325"/>
          <a:ext cx="1962216" cy="1618316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23" tIns="193823" rIns="193823" bIns="193823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Keep up with PRs and operator issues</a:t>
          </a:r>
        </a:p>
      </dsp:txBody>
      <dsp:txXfrm>
        <a:off x="8289915" y="1324325"/>
        <a:ext cx="1962216" cy="1618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5CB1B-255C-B041-A63D-890370A21587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0A18-EAA4-A543-962C-D6D48195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4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isn’t a strong typed language.</a:t>
            </a:r>
          </a:p>
          <a:p>
            <a:r>
              <a:rPr lang="en-US" dirty="0"/>
              <a:t>Who verify the reference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0A18-EAA4-A543-962C-D6D4819536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3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7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8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1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3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5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71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88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1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00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895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8" r:id="rId5"/>
    <p:sldLayoutId id="2147483692" r:id="rId6"/>
    <p:sldLayoutId id="2147483693" r:id="rId7"/>
    <p:sldLayoutId id="2147483694" r:id="rId8"/>
    <p:sldLayoutId id="2147483697" r:id="rId9"/>
    <p:sldLayoutId id="2147483695" r:id="rId10"/>
    <p:sldLayoutId id="2147483696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sigs/tree/master/operators" TargetMode="External"/><Relationship Id="rId2" Type="http://schemas.openxmlformats.org/officeDocument/2006/relationships/hyperlink" Target="https://slack.lfai.found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ter.im/onnx/operator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nx/onnx/pulls?q=is:pr+is:open+label:operator+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nx/onnx/issues?q=is%3Aissue+is%3Aopen+label%3Aoperato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nnx/pull/2922" TargetMode="External"/><Relationship Id="rId2" Type="http://schemas.openxmlformats.org/officeDocument/2006/relationships/hyperlink" Target="https://github.com/onnx/onnx/issues/215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nnx/onnx/pull/2284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lfai.foundation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nnx/sigs/tree/master/operat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B9A02-BAD8-4456-BE80-D031CA99C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-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601201"/>
            <a:ext cx="3702134" cy="5791132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5B6EC-C11D-4E3A-B6C8-E9844256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524001"/>
            <a:ext cx="3769686" cy="34783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Operators sig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DE3CC-BD08-467A-AE9A-3FF5504C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>
                    <a:alpha val="75000"/>
                  </a:srgbClr>
                </a:solidFill>
              </a:rPr>
              <a:t>Breakout session</a:t>
            </a:r>
          </a:p>
        </p:txBody>
      </p:sp>
      <p:pic>
        <p:nvPicPr>
          <p:cNvPr id="12" name="ONNX-logo-reverse@2x.png" descr="ONNX">
            <a:extLst>
              <a:ext uri="{FF2B5EF4-FFF2-40B4-BE49-F238E27FC236}">
                <a16:creationId xmlns:a16="http://schemas.microsoft.com/office/drawing/2014/main" id="{3AE171D9-1181-46F3-8629-9B16B3B86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914876"/>
            <a:ext cx="3022232" cy="75119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34CC7F-F7C4-4AAC-B754-CD2D90EE9D4F}"/>
              </a:ext>
            </a:extLst>
          </p:cNvPr>
          <p:cNvSpPr/>
          <p:nvPr/>
        </p:nvSpPr>
        <p:spPr>
          <a:xfrm>
            <a:off x="5124630" y="4504536"/>
            <a:ext cx="4429932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Emad Barsoum (Microsoft)</a:t>
            </a:r>
          </a:p>
          <a:p>
            <a:r>
              <a:rPr lang="en-US" sz="2400" dirty="0"/>
              <a:t>Michal Karzynski (Intel)</a:t>
            </a:r>
          </a:p>
        </p:txBody>
      </p:sp>
    </p:spTree>
    <p:extLst>
      <p:ext uri="{BB962C8B-B14F-4D97-AF65-F5344CB8AC3E}">
        <p14:creationId xmlns:p14="http://schemas.microsoft.com/office/powerpoint/2010/main" val="420205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A816-633D-B445-85E1-A1EA080B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80A83-E69F-2846-B4A2-568CCF84C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5E7F30-DD95-F042-8182-5A1363EDBCD0}"/>
              </a:ext>
            </a:extLst>
          </p:cNvPr>
          <p:cNvSpPr txBox="1">
            <a:spLocks/>
          </p:cNvSpPr>
          <p:nvPr/>
        </p:nvSpPr>
        <p:spPr>
          <a:xfrm>
            <a:off x="754613" y="1973989"/>
            <a:ext cx="9850325" cy="2993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Operators SIG</a:t>
            </a:r>
          </a:p>
          <a:p>
            <a:r>
              <a:rPr lang="en-US" sz="2000" dirty="0"/>
              <a:t>Add new operator update</a:t>
            </a:r>
          </a:p>
          <a:p>
            <a:r>
              <a:rPr lang="en-US" sz="2000" dirty="0"/>
              <a:t>Proposal / improvement</a:t>
            </a:r>
          </a:p>
          <a:p>
            <a:r>
              <a:rPr lang="en-US" sz="2000" dirty="0"/>
              <a:t>Discussion: Version converter</a:t>
            </a:r>
          </a:p>
          <a:p>
            <a:r>
              <a:rPr lang="en-US" sz="2000" dirty="0"/>
              <a:t>Discussion: PR and Issues</a:t>
            </a:r>
          </a:p>
        </p:txBody>
      </p:sp>
    </p:spTree>
    <p:extLst>
      <p:ext uri="{BB962C8B-B14F-4D97-AF65-F5344CB8AC3E}">
        <p14:creationId xmlns:p14="http://schemas.microsoft.com/office/powerpoint/2010/main" val="314975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8DD2392-397B-48BF-BEFA-EA1FB881C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858842C-4EA7-4390-85DD-5045F4662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F9D87E-FB65-4AD1-A106-BF689C46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235991"/>
            <a:ext cx="10144260" cy="1013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goal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ADC22C0-6FD5-462F-B428-09BE2E905F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824726"/>
              </p:ext>
            </p:extLst>
          </p:nvPr>
        </p:nvGraphicFramePr>
        <p:xfrm>
          <a:off x="965199" y="1803979"/>
          <a:ext cx="10261602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3032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C1B344-29E2-460B-A9E3-BFFC2AD7C3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821" y="601200"/>
            <a:ext cx="5009388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AF268-FE02-433A-BEDA-EF291B2C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04" y="601200"/>
            <a:ext cx="4597758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0C57C-020F-450D-ABD4-BB085B606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04" y="1914717"/>
            <a:ext cx="4753490" cy="3153364"/>
          </a:xfrm>
        </p:spPr>
        <p:txBody>
          <a:bodyPr numCol="2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Akinlawon</a:t>
            </a:r>
            <a:r>
              <a:rPr lang="en-US" sz="1400" dirty="0">
                <a:solidFill>
                  <a:srgbClr val="FFFFFF"/>
                </a:solidFill>
              </a:rPr>
              <a:t> Solomon (Qualcomm)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Darren Crews (Intel)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Dilip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Sequeira</a:t>
            </a:r>
            <a:r>
              <a:rPr lang="en-US" sz="1400" dirty="0">
                <a:solidFill>
                  <a:srgbClr val="FFFFFF"/>
                </a:solidFill>
              </a:rPr>
              <a:t> (NVidia)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Ganesan Ramalingam (Microsoft)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Itay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Hubara</a:t>
            </a:r>
            <a:r>
              <a:rPr lang="en-US" sz="1400" dirty="0">
                <a:solidFill>
                  <a:srgbClr val="FFFFFF"/>
                </a:solidFill>
              </a:rPr>
              <a:t> (Habana)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Jianhao</a:t>
            </a:r>
            <a:r>
              <a:rPr lang="en-US" sz="1400" dirty="0">
                <a:solidFill>
                  <a:srgbClr val="FFFFFF"/>
                </a:solidFill>
              </a:rPr>
              <a:t> Zhang (JD)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Ke Zhang (Alibaba)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Leonid </a:t>
            </a:r>
            <a:r>
              <a:rPr lang="en-US" sz="1400" dirty="0" err="1">
                <a:solidFill>
                  <a:srgbClr val="FFFFFF"/>
                </a:solidFill>
              </a:rPr>
              <a:t>Goldgeisser</a:t>
            </a:r>
            <a:r>
              <a:rPr lang="en-US" sz="1400" dirty="0">
                <a:solidFill>
                  <a:srgbClr val="FFFFFF"/>
                </a:solidFill>
              </a:rPr>
              <a:t> (Habana)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Milan </a:t>
            </a:r>
            <a:r>
              <a:rPr lang="en-US" sz="1400" dirty="0" err="1">
                <a:solidFill>
                  <a:srgbClr val="FFFFFF"/>
                </a:solidFill>
              </a:rPr>
              <a:t>Oljaca</a:t>
            </a:r>
            <a:r>
              <a:rPr lang="en-US" sz="1400" dirty="0">
                <a:solidFill>
                  <a:srgbClr val="FFFFFF"/>
                </a:solidFill>
              </a:rPr>
              <a:t> (Qualcomm)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Ofer</a:t>
            </a:r>
            <a:r>
              <a:rPr lang="en-US" sz="1400" dirty="0">
                <a:solidFill>
                  <a:srgbClr val="FFFFFF"/>
                </a:solidFill>
              </a:rPr>
              <a:t> Rosenberg (Qualcomm)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Rajeev K </a:t>
            </a:r>
            <a:r>
              <a:rPr lang="en-US" sz="1400" dirty="0" err="1">
                <a:solidFill>
                  <a:srgbClr val="FFFFFF"/>
                </a:solidFill>
              </a:rPr>
              <a:t>Nalawadi</a:t>
            </a:r>
            <a:r>
              <a:rPr lang="en-US" sz="1400" dirty="0">
                <a:solidFill>
                  <a:srgbClr val="FFFFFF"/>
                </a:solidFill>
              </a:rPr>
              <a:t> (Intel)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Scott Cyphers (Intel)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Shlomo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Raikin</a:t>
            </a:r>
            <a:r>
              <a:rPr lang="en-US" sz="1400" dirty="0">
                <a:solidFill>
                  <a:srgbClr val="FFFFFF"/>
                </a:solidFill>
              </a:rPr>
              <a:t> (Habana)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Simon Long (</a:t>
            </a:r>
            <a:r>
              <a:rPr lang="en-US" sz="1400" dirty="0" err="1">
                <a:solidFill>
                  <a:srgbClr val="FFFFFF"/>
                </a:solidFill>
              </a:rPr>
              <a:t>GraphCore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Spandan</a:t>
            </a:r>
            <a:r>
              <a:rPr lang="en-US" sz="1400" dirty="0">
                <a:solidFill>
                  <a:srgbClr val="FFFFFF"/>
                </a:solidFill>
              </a:rPr>
              <a:t> Tiwari (Microsoft)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Wei-Sheng Chin (Microsoft)</a:t>
            </a:r>
          </a:p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FFFFFF"/>
                </a:solidFill>
              </a:rPr>
              <a:t>Weiming</a:t>
            </a:r>
            <a:r>
              <a:rPr lang="en-US" sz="1400" dirty="0">
                <a:solidFill>
                  <a:srgbClr val="FFFFFF"/>
                </a:solidFill>
              </a:rPr>
              <a:t> Zhao (Alibaba)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Liqun Fu (Microsoft)</a:t>
            </a:r>
          </a:p>
        </p:txBody>
      </p:sp>
    </p:spTree>
    <p:extLst>
      <p:ext uri="{BB962C8B-B14F-4D97-AF65-F5344CB8AC3E}">
        <p14:creationId xmlns:p14="http://schemas.microsoft.com/office/powerpoint/2010/main" val="3779939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E8E8-A4E2-4FE9-A098-287F78C6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42587"/>
            <a:ext cx="11029616" cy="1188720"/>
          </a:xfrm>
        </p:spPr>
        <p:txBody>
          <a:bodyPr>
            <a:normAutofit/>
          </a:bodyPr>
          <a:lstStyle/>
          <a:p>
            <a:r>
              <a:rPr lang="en-US" sz="3600" dirty="0"/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CAC3F-34F5-4B6E-A3AC-3ADE1FDE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08" y="1933411"/>
            <a:ext cx="11029615" cy="3634486"/>
          </a:xfrm>
        </p:spPr>
        <p:txBody>
          <a:bodyPr>
            <a:normAutofit/>
          </a:bodyPr>
          <a:lstStyle/>
          <a:p>
            <a:r>
              <a:rPr lang="en-US" sz="2400" dirty="0"/>
              <a:t>Slack channel: </a:t>
            </a:r>
            <a:r>
              <a:rPr lang="en-US" sz="2400" dirty="0">
                <a:hlinkClick r:id="rId2"/>
              </a:rPr>
              <a:t>https://slack.lfai.foundation</a:t>
            </a:r>
            <a:r>
              <a:rPr lang="en-US" sz="2400" dirty="0"/>
              <a:t> and join </a:t>
            </a:r>
            <a:r>
              <a:rPr lang="en-US" sz="2400" dirty="0" err="1"/>
              <a:t>onnx</a:t>
            </a:r>
            <a:r>
              <a:rPr lang="en-US" sz="2400" dirty="0"/>
              <a:t>-operators</a:t>
            </a:r>
          </a:p>
          <a:p>
            <a:r>
              <a:rPr lang="en-US" sz="2400" dirty="0"/>
              <a:t>Discussions on GitHub PRs and issues</a:t>
            </a:r>
          </a:p>
          <a:p>
            <a:r>
              <a:rPr lang="en-US" sz="2400" dirty="0"/>
              <a:t>Meetings announcement are on Slack and </a:t>
            </a:r>
            <a:r>
              <a:rPr lang="en-US" sz="2400" dirty="0" err="1"/>
              <a:t>Gitter</a:t>
            </a:r>
            <a:endParaRPr lang="en-US" sz="2400" dirty="0"/>
          </a:p>
          <a:p>
            <a:r>
              <a:rPr lang="en-US" sz="2400" dirty="0"/>
              <a:t>Docs and meeting notes are in </a:t>
            </a:r>
            <a:r>
              <a:rPr lang="en-US" sz="2400" dirty="0" err="1"/>
              <a:t>onnx</a:t>
            </a:r>
            <a:r>
              <a:rPr lang="en-US" sz="2400" dirty="0"/>
              <a:t>/sigs </a:t>
            </a:r>
            <a:r>
              <a:rPr lang="pl-PL" sz="2400" dirty="0">
                <a:hlinkClick r:id="rId3"/>
              </a:rPr>
              <a:t>https://github.com/onnx/sigs/tree/master/operators</a:t>
            </a:r>
            <a:endParaRPr lang="en-US" sz="2400" dirty="0"/>
          </a:p>
          <a:p>
            <a:r>
              <a:rPr lang="en-US" sz="2400" dirty="0"/>
              <a:t>Deprecated: </a:t>
            </a:r>
            <a:r>
              <a:rPr lang="en-US" sz="2400" dirty="0" err="1"/>
              <a:t>Gitter</a:t>
            </a:r>
            <a:r>
              <a:rPr lang="en-US" sz="2400" dirty="0"/>
              <a:t> channel: </a:t>
            </a:r>
            <a:r>
              <a:rPr lang="en-US" sz="2400" dirty="0">
                <a:hlinkClick r:id="rId4"/>
              </a:rPr>
              <a:t>https://gitter.im/onnx/operators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510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E2AD-AB03-4AEE-AE9C-786CB944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new operator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2E2F-EA8D-43BE-989B-436BE0187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implementation in Python isn’t enough.</a:t>
            </a:r>
          </a:p>
          <a:p>
            <a:r>
              <a:rPr lang="en-US" dirty="0"/>
              <a:t>Runtime and framework writers, start implementing new operators close or after ONNX release.</a:t>
            </a:r>
          </a:p>
          <a:p>
            <a:pPr lvl="1"/>
            <a:r>
              <a:rPr lang="en-US" dirty="0"/>
              <a:t>Any issue cause delay to the release.</a:t>
            </a:r>
          </a:p>
          <a:p>
            <a:pPr lvl="1"/>
            <a:r>
              <a:rPr lang="en-US" dirty="0"/>
              <a:t>Or worse, cause a patch release.</a:t>
            </a:r>
          </a:p>
          <a:p>
            <a:r>
              <a:rPr lang="en-US" dirty="0"/>
              <a:t>Operator behavior might not match existing framework, especially in corner cases.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2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E2AD-AB03-4AEE-AE9C-786CB944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new operator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2E2F-EA8D-43BE-989B-436BE0187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tests need to have the same coverage as the original framework.</a:t>
            </a:r>
          </a:p>
          <a:p>
            <a:r>
              <a:rPr lang="en-US" dirty="0"/>
              <a:t>Test data need to be generated from the original framework to match behavior.</a:t>
            </a:r>
          </a:p>
          <a:p>
            <a:r>
              <a:rPr lang="en-US" dirty="0"/>
              <a:t>[Optional] verify the new operator/function in a runtime/framework that support ONNX.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1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B6C-F7C2-7D46-8E0E-D5F8456B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BD02-2E90-7C49-A6E4-8256601BD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39775"/>
            <a:ext cx="11029615" cy="2927350"/>
          </a:xfrm>
        </p:spPr>
        <p:txBody>
          <a:bodyPr/>
          <a:lstStyle/>
          <a:p>
            <a:r>
              <a:rPr lang="en-US" dirty="0"/>
              <a:t>Feel free to propose any improvements, such as:</a:t>
            </a:r>
          </a:p>
          <a:p>
            <a:pPr lvl="1"/>
            <a:r>
              <a:rPr lang="en-US" dirty="0"/>
              <a:t>Better testing, validation and coverage of ONNX operators.</a:t>
            </a:r>
          </a:p>
          <a:p>
            <a:pPr lvl="1"/>
            <a:r>
              <a:rPr lang="en-US" dirty="0"/>
              <a:t>Better documentation generation.</a:t>
            </a:r>
          </a:p>
          <a:p>
            <a:pPr lvl="1"/>
            <a:r>
              <a:rPr lang="en-US" dirty="0"/>
              <a:t>More operators.</a:t>
            </a:r>
          </a:p>
          <a:p>
            <a:pPr lvl="1"/>
            <a:r>
              <a:rPr lang="en-US" dirty="0"/>
              <a:t>A lot of existing manual steps need automation.</a:t>
            </a:r>
          </a:p>
          <a:p>
            <a:r>
              <a:rPr lang="en-US" dirty="0"/>
              <a:t>For any big proposal, you will be invited in the SIG meeting to present it.</a:t>
            </a:r>
          </a:p>
        </p:txBody>
      </p:sp>
    </p:spTree>
    <p:extLst>
      <p:ext uri="{BB962C8B-B14F-4D97-AF65-F5344CB8AC3E}">
        <p14:creationId xmlns:p14="http://schemas.microsoft.com/office/powerpoint/2010/main" val="20473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0DF3-AE76-CD4D-850D-D2D2EE2B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60532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get involved: </a:t>
            </a:r>
            <a:br>
              <a:rPr lang="en-US" sz="3600" dirty="0"/>
            </a:br>
            <a:r>
              <a:rPr lang="en-US" sz="3600" dirty="0"/>
              <a:t>submit and review PRs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5B3A6-5860-4A7E-956A-6FE6B95D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81" y="2507530"/>
            <a:ext cx="5962096" cy="2741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842F8-7FAD-441A-9B1E-2FE39063A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18" y="2507529"/>
            <a:ext cx="5430222" cy="26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7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8E0F-30D1-D740-A940-E674AC84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15962-7985-404E-B914-29E77E244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3"/>
            <a:ext cx="11029615" cy="2881585"/>
          </a:xfrm>
        </p:spPr>
        <p:txBody>
          <a:bodyPr/>
          <a:lstStyle/>
          <a:p>
            <a:r>
              <a:rPr lang="en-US" dirty="0"/>
              <a:t>PRs should be marked with the </a:t>
            </a:r>
            <a:r>
              <a:rPr lang="en-US" dirty="0">
                <a:solidFill>
                  <a:schemeClr val="accent1"/>
                </a:solidFill>
              </a:rPr>
              <a:t>Operator</a:t>
            </a:r>
            <a:r>
              <a:rPr lang="en-US" dirty="0"/>
              <a:t> label</a:t>
            </a:r>
          </a:p>
          <a:p>
            <a:pPr lvl="1"/>
            <a:r>
              <a:rPr lang="en-US" dirty="0">
                <a:hlinkClick r:id="rId2"/>
              </a:rPr>
              <a:t>https://github.com/onnx/onnx/pulls?q=is:pr+is:open+label:operator</a:t>
            </a:r>
            <a:endParaRPr lang="en-US" dirty="0"/>
          </a:p>
          <a:p>
            <a:r>
              <a:rPr lang="en-US" dirty="0"/>
              <a:t>Ops Contributors Group should review the PRs according to guidelines</a:t>
            </a:r>
          </a:p>
          <a:p>
            <a:r>
              <a:rPr lang="en-US" dirty="0"/>
              <a:t>Mature PRs can be discussed during bi-weekly sync</a:t>
            </a:r>
          </a:p>
          <a:p>
            <a:r>
              <a:rPr lang="en-US" dirty="0"/>
              <a:t>Final approval by member of </a:t>
            </a:r>
            <a:r>
              <a:rPr lang="en-US" dirty="0">
                <a:solidFill>
                  <a:schemeClr val="accent1"/>
                </a:solidFill>
              </a:rPr>
              <a:t>SIG-operators-approvers </a:t>
            </a:r>
            <a:r>
              <a:rPr lang="en-US" dirty="0"/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94157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B6C-F7C2-7D46-8E0E-D5F8456B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discussion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BD02-2E90-7C49-A6E4-8256601BD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30" y="2312276"/>
            <a:ext cx="11029615" cy="2354536"/>
          </a:xfrm>
        </p:spPr>
        <p:txBody>
          <a:bodyPr/>
          <a:lstStyle/>
          <a:p>
            <a:r>
              <a:rPr lang="en-US" dirty="0"/>
              <a:t>Many </a:t>
            </a:r>
            <a:r>
              <a:rPr lang="en-US" dirty="0">
                <a:hlinkClick r:id="rId2"/>
              </a:rPr>
              <a:t>open discussions</a:t>
            </a:r>
            <a:r>
              <a:rPr lang="en-US" dirty="0"/>
              <a:t> marked with </a:t>
            </a:r>
            <a:r>
              <a:rPr lang="en-US" dirty="0">
                <a:solidFill>
                  <a:schemeClr val="accent1"/>
                </a:solidFill>
              </a:rPr>
              <a:t>Operator</a:t>
            </a:r>
            <a:r>
              <a:rPr lang="en-US" dirty="0"/>
              <a:t> label</a:t>
            </a:r>
          </a:p>
          <a:p>
            <a:r>
              <a:rPr lang="en-US" dirty="0"/>
              <a:t>Ops Contributors Group should be active in discussions and encourage submission of PRs</a:t>
            </a:r>
          </a:p>
          <a:p>
            <a:r>
              <a:rPr lang="en-US" dirty="0"/>
              <a:t>We should decide which discussions can be closed</a:t>
            </a:r>
          </a:p>
          <a:p>
            <a:r>
              <a:rPr lang="en-US" dirty="0"/>
              <a:t>Still looking for best way to triage this large number of open issues</a:t>
            </a:r>
          </a:p>
        </p:txBody>
      </p:sp>
    </p:spTree>
    <p:extLst>
      <p:ext uri="{BB962C8B-B14F-4D97-AF65-F5344CB8AC3E}">
        <p14:creationId xmlns:p14="http://schemas.microsoft.com/office/powerpoint/2010/main" val="274349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4474-18E5-4329-9500-5B531B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FEFE-2F77-4A4F-AB3E-C465E03A7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convert from one </a:t>
            </a:r>
            <a:r>
              <a:rPr lang="en-US" dirty="0" err="1"/>
              <a:t>OPSet</a:t>
            </a:r>
            <a:r>
              <a:rPr lang="en-US" dirty="0"/>
              <a:t> to another or vice versa.</a:t>
            </a:r>
          </a:p>
          <a:p>
            <a:r>
              <a:rPr lang="en-US" dirty="0"/>
              <a:t>Currently, it is outdated.</a:t>
            </a:r>
          </a:p>
          <a:p>
            <a:r>
              <a:rPr lang="en-US" dirty="0"/>
              <a:t>Should we enforce every operator PR to update the version converter?</a:t>
            </a:r>
          </a:p>
        </p:txBody>
      </p:sp>
    </p:spTree>
    <p:extLst>
      <p:ext uri="{BB962C8B-B14F-4D97-AF65-F5344CB8AC3E}">
        <p14:creationId xmlns:p14="http://schemas.microsoft.com/office/powerpoint/2010/main" val="3772024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FF57-11ED-9543-BE64-8B3666BA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major flag for recurrent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2FA5D-0A9D-3844-828B-F9B5D648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 and PR:</a:t>
            </a:r>
          </a:p>
          <a:p>
            <a:pPr lvl="1"/>
            <a:r>
              <a:rPr lang="en-US" dirty="0">
                <a:hlinkClick r:id="rId2"/>
              </a:rPr>
              <a:t>https://github.com/onnx/onnx/issues/2159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https://github.com/onnx/onnx/pull/2922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4"/>
              </a:rPr>
              <a:t>https://github.com/onnx/onnx/pull/2284</a:t>
            </a:r>
            <a:r>
              <a:rPr lang="en-US" dirty="0"/>
              <a:t> </a:t>
            </a:r>
          </a:p>
          <a:p>
            <a:r>
              <a:rPr lang="en-US" dirty="0"/>
              <a:t>Current recurrent operator in ONNX, operate on: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seq_length</a:t>
            </a:r>
            <a:r>
              <a:rPr lang="en-US" dirty="0"/>
              <a:t>, 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input_size</a:t>
            </a:r>
            <a:r>
              <a:rPr lang="en-US" dirty="0"/>
              <a:t>]</a:t>
            </a:r>
          </a:p>
          <a:p>
            <a:r>
              <a:rPr lang="en-US" dirty="0"/>
              <a:t>Most framework support: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seq_length</a:t>
            </a:r>
            <a:r>
              <a:rPr lang="en-US" dirty="0"/>
              <a:t>, 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input_size</a:t>
            </a:r>
            <a:r>
              <a:rPr lang="en-US" dirty="0"/>
              <a:t>] and [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seq_length</a:t>
            </a:r>
            <a:r>
              <a:rPr lang="en-US" dirty="0"/>
              <a:t>, </a:t>
            </a:r>
            <a:r>
              <a:rPr lang="en-US" dirty="0" err="1"/>
              <a:t>input_size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Some framework hide the batch axis.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940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C19FBE-33E9-4938-AB1E-CB36F4A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2A2812-85D7-432E-819B-8CA70D1992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t="1000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6B031A-DFF2-4273-9F94-B34585B15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8" y="457200"/>
            <a:ext cx="11301984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7C4E3E-20C3-45C7-A1E9-79660C1A3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618067"/>
            <a:ext cx="11305200" cy="5774265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9DE9E-DF23-4178-9C7A-56CADE72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883" y="1009397"/>
            <a:ext cx="10653766" cy="136973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Thanks for coming!!!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B0E90-3A8F-43F0-AA32-83F0AD79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883" y="2574470"/>
            <a:ext cx="10650760" cy="316647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Operator SIG resources</a:t>
            </a:r>
          </a:p>
          <a:p>
            <a:r>
              <a:rPr lang="en-US" sz="2800" dirty="0"/>
              <a:t>Slack channel: </a:t>
            </a:r>
            <a:r>
              <a:rPr lang="en-US" sz="2800" dirty="0">
                <a:hlinkClick r:id="rId3"/>
              </a:rPr>
              <a:t>https://slack.lfai.foundation</a:t>
            </a:r>
            <a:r>
              <a:rPr lang="en-US" sz="2800" dirty="0"/>
              <a:t> and join </a:t>
            </a:r>
            <a:r>
              <a:rPr lang="en-US" sz="2800" dirty="0" err="1"/>
              <a:t>onnx</a:t>
            </a:r>
            <a:r>
              <a:rPr lang="en-US" sz="2800" dirty="0"/>
              <a:t>-operators</a:t>
            </a:r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Documents and artifacts: </a:t>
            </a:r>
            <a:r>
              <a:rPr lang="en-US" sz="2800" dirty="0">
                <a:solidFill>
                  <a:srgbClr val="FFFFFF"/>
                </a:solidFill>
                <a:hlinkClick r:id="rId4"/>
              </a:rPr>
              <a:t>https://github.com/onnx/sigs/tree/master/operators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608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2E3948"/>
      </a:dk2>
      <a:lt2>
        <a:srgbClr val="E7E6E6"/>
      </a:lt2>
      <a:accent1>
        <a:srgbClr val="5A82CB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A9718D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11739</TotalTime>
  <Words>689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Gill Sans MT</vt:lpstr>
      <vt:lpstr>Wingdings 2</vt:lpstr>
      <vt:lpstr>DividendVTI</vt:lpstr>
      <vt:lpstr>Operators sig</vt:lpstr>
      <vt:lpstr>Agenda</vt:lpstr>
      <vt:lpstr>goal</vt:lpstr>
      <vt:lpstr>Participants</vt:lpstr>
      <vt:lpstr>Communication</vt:lpstr>
      <vt:lpstr>Adding new operator issue</vt:lpstr>
      <vt:lpstr>Adding new operator Update</vt:lpstr>
      <vt:lpstr>Proposal</vt:lpstr>
      <vt:lpstr>get involved:  submit and review PRs</vt:lpstr>
      <vt:lpstr>PR review</vt:lpstr>
      <vt:lpstr>GitHub discussion issues</vt:lpstr>
      <vt:lpstr>Version Converter</vt:lpstr>
      <vt:lpstr>Time major flag for recurrent</vt:lpstr>
      <vt:lpstr>Thanks for coming!!!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</dc:title>
  <dc:creator>Emad Barsoum</dc:creator>
  <cp:lastModifiedBy>Emad Barsoum</cp:lastModifiedBy>
  <cp:revision>104</cp:revision>
  <dcterms:created xsi:type="dcterms:W3CDTF">2019-08-22T06:46:50Z</dcterms:created>
  <dcterms:modified xsi:type="dcterms:W3CDTF">2020-10-08T03:00:49Z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ebarsoum@microsoft.com</vt:lpwstr>
  </property>
  <property fmtid="{D5CDD505-2E9C-101B-9397-08002B2CF9AE}" pid="5" name="MSIP_Label_f42aa342-8706-4288-bd11-ebb85995028c_SetDate">
    <vt:lpwstr>2019-08-22T06:47:30.5607158Z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ed516b6f-2616-45a6-b6a9-b916ac987413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