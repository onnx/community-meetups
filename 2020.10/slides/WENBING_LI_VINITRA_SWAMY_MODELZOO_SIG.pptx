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4"/>
  </p:sldMasterIdLst>
  <p:sldIdLst>
    <p:sldId id="256" r:id="rId5"/>
    <p:sldId id="257" r:id="rId6"/>
    <p:sldId id="258" r:id="rId7"/>
    <p:sldId id="262" r:id="rId8"/>
    <p:sldId id="263" r:id="rId9"/>
    <p:sldId id="261" r:id="rId10"/>
    <p:sldId id="260"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p:scale>
          <a:sx n="63" d="100"/>
          <a:sy n="63" d="100"/>
        </p:scale>
        <p:origin x="5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hyperlink" Target="https://github.com/onnx/models/issues/271" TargetMode="External"/><Relationship Id="rId3" Type="http://schemas.openxmlformats.org/officeDocument/2006/relationships/hyperlink" Target="https://github.com/onnx/models/pull/322" TargetMode="External"/><Relationship Id="rId7" Type="http://schemas.openxmlformats.org/officeDocument/2006/relationships/hyperlink" Target="https://github.com/onnx/models/pull/250" TargetMode="External"/><Relationship Id="rId2" Type="http://schemas.openxmlformats.org/officeDocument/2006/relationships/hyperlink" Target="https://github.com/onnx/models/pull/324" TargetMode="External"/><Relationship Id="rId1" Type="http://schemas.openxmlformats.org/officeDocument/2006/relationships/hyperlink" Target="https://github.com/onnx/models/pull/307" TargetMode="External"/><Relationship Id="rId6" Type="http://schemas.openxmlformats.org/officeDocument/2006/relationships/hyperlink" Target="https://github.com/onnx/models/pull/308" TargetMode="External"/><Relationship Id="rId5" Type="http://schemas.openxmlformats.org/officeDocument/2006/relationships/hyperlink" Target="https://github.com/onnx/models/pull/328" TargetMode="External"/><Relationship Id="rId4" Type="http://schemas.openxmlformats.org/officeDocument/2006/relationships/hyperlink" Target="https://github.com/onnx/models/pull/338" TargetMode="External"/><Relationship Id="rId9" Type="http://schemas.openxmlformats.org/officeDocument/2006/relationships/hyperlink" Target="https://github.com/onnx/models/pull/357" TargetMode="External"/></Relationships>
</file>

<file path=ppt/diagrams/_rels/data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hyperlink" Target="https://github.com/onnx/models/pull/250" TargetMode="External"/><Relationship Id="rId3" Type="http://schemas.openxmlformats.org/officeDocument/2006/relationships/hyperlink" Target="https://github.com/onnx/models/pull/322" TargetMode="External"/><Relationship Id="rId7" Type="http://schemas.openxmlformats.org/officeDocument/2006/relationships/hyperlink" Target="https://github.com/onnx/models/pull/308" TargetMode="External"/><Relationship Id="rId2" Type="http://schemas.openxmlformats.org/officeDocument/2006/relationships/hyperlink" Target="https://github.com/onnx/models/pull/324" TargetMode="External"/><Relationship Id="rId1" Type="http://schemas.openxmlformats.org/officeDocument/2006/relationships/hyperlink" Target="https://github.com/onnx/models/pull/307" TargetMode="External"/><Relationship Id="rId6" Type="http://schemas.openxmlformats.org/officeDocument/2006/relationships/hyperlink" Target="https://github.com/onnx/models/pull/328" TargetMode="External"/><Relationship Id="rId5" Type="http://schemas.openxmlformats.org/officeDocument/2006/relationships/hyperlink" Target="https://github.com/onnx/models/pull/357" TargetMode="External"/><Relationship Id="rId4" Type="http://schemas.openxmlformats.org/officeDocument/2006/relationships/hyperlink" Target="https://github.com/onnx/models/pull/338" TargetMode="External"/><Relationship Id="rId9" Type="http://schemas.openxmlformats.org/officeDocument/2006/relationships/hyperlink" Target="https://github.com/onnx/models/issues/271" TargetMode="External"/></Relationships>
</file>

<file path=ppt/diagrams/_rels/drawing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svg"/><Relationship Id="rId1"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946528-C686-443B-B751-B2FB9BDFBCB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0B88BFF9-79A1-4782-8EF8-BA48FF47DAA1}">
      <dgm:prSet/>
      <dgm:spPr/>
      <dgm:t>
        <a:bodyPr/>
        <a:lstStyle/>
        <a:p>
          <a:r>
            <a:rPr lang="en-US" dirty="0"/>
            <a:t>Model Zoo CI is active! (</a:t>
          </a:r>
          <a:r>
            <a:rPr lang="en-US" dirty="0">
              <a:hlinkClick xmlns:r="http://schemas.openxmlformats.org/officeDocument/2006/relationships" r:id="rId1"/>
            </a:rPr>
            <a:t>onnx#307</a:t>
          </a:r>
          <a:r>
            <a:rPr lang="en-US" dirty="0"/>
            <a:t>)</a:t>
          </a:r>
        </a:p>
      </dgm:t>
    </dgm:pt>
    <dgm:pt modelId="{C56763EC-C4FC-4972-A871-EADEF2FF7173}" type="parTrans" cxnId="{95EEA38D-43B0-4F71-B0DD-3A845CC58BCF}">
      <dgm:prSet/>
      <dgm:spPr/>
      <dgm:t>
        <a:bodyPr/>
        <a:lstStyle/>
        <a:p>
          <a:endParaRPr lang="en-US"/>
        </a:p>
      </dgm:t>
    </dgm:pt>
    <dgm:pt modelId="{0B2D4E75-491D-4F30-88DF-40DBB9E4DE4F}" type="sibTrans" cxnId="{95EEA38D-43B0-4F71-B0DD-3A845CC58BCF}">
      <dgm:prSet/>
      <dgm:spPr/>
      <dgm:t>
        <a:bodyPr/>
        <a:lstStyle/>
        <a:p>
          <a:endParaRPr lang="en-US"/>
        </a:p>
      </dgm:t>
    </dgm:pt>
    <dgm:pt modelId="{301DA28F-DB87-42E8-8737-DDA8FF43A377}">
      <dgm:prSet/>
      <dgm:spPr/>
      <dgm:t>
        <a:bodyPr/>
        <a:lstStyle/>
        <a:p>
          <a:r>
            <a:rPr lang="en-US" dirty="0"/>
            <a:t>Running the ONNX Checker on each new model, working towards ONNX Runtime testing on model inputs / outputs</a:t>
          </a:r>
        </a:p>
      </dgm:t>
    </dgm:pt>
    <dgm:pt modelId="{0EDF7036-07F8-4D88-87F2-BE4C3BCACDC4}" type="parTrans" cxnId="{8622BE25-6AEF-4CB5-8E71-C6F9222F3A8A}">
      <dgm:prSet/>
      <dgm:spPr/>
      <dgm:t>
        <a:bodyPr/>
        <a:lstStyle/>
        <a:p>
          <a:endParaRPr lang="en-US"/>
        </a:p>
      </dgm:t>
    </dgm:pt>
    <dgm:pt modelId="{B5B17AC0-50C0-4930-92DF-20637FFBE99C}" type="sibTrans" cxnId="{8622BE25-6AEF-4CB5-8E71-C6F9222F3A8A}">
      <dgm:prSet/>
      <dgm:spPr/>
      <dgm:t>
        <a:bodyPr/>
        <a:lstStyle/>
        <a:p>
          <a:endParaRPr lang="en-US"/>
        </a:p>
      </dgm:t>
    </dgm:pt>
    <dgm:pt modelId="{86FC3D54-F7F6-48B4-AEFC-02BAB454FCEC}">
      <dgm:prSet/>
      <dgm:spPr/>
      <dgm:t>
        <a:bodyPr/>
        <a:lstStyle/>
        <a:p>
          <a:r>
            <a:rPr lang="en-US" dirty="0"/>
            <a:t>New and Updated Models</a:t>
          </a:r>
        </a:p>
      </dgm:t>
    </dgm:pt>
    <dgm:pt modelId="{24EA4CF5-0182-440B-A3D4-DA74DB5839C8}" type="parTrans" cxnId="{C073C446-1048-48AC-9D71-FC9A8D3FCE66}">
      <dgm:prSet/>
      <dgm:spPr/>
      <dgm:t>
        <a:bodyPr/>
        <a:lstStyle/>
        <a:p>
          <a:endParaRPr lang="en-US"/>
        </a:p>
      </dgm:t>
    </dgm:pt>
    <dgm:pt modelId="{FAE375BC-752D-4C33-8A06-BA8ADFE4F0E6}" type="sibTrans" cxnId="{C073C446-1048-48AC-9D71-FC9A8D3FCE66}">
      <dgm:prSet/>
      <dgm:spPr/>
      <dgm:t>
        <a:bodyPr/>
        <a:lstStyle/>
        <a:p>
          <a:endParaRPr lang="en-US"/>
        </a:p>
      </dgm:t>
    </dgm:pt>
    <dgm:pt modelId="{79BD621B-D3CE-4F77-9B60-625CF394BD06}">
      <dgm:prSet/>
      <dgm:spPr/>
      <dgm:t>
        <a:bodyPr/>
        <a:lstStyle/>
        <a:p>
          <a:r>
            <a:rPr lang="en-US" dirty="0" err="1"/>
            <a:t>EfficientNet</a:t>
          </a:r>
          <a:r>
            <a:rPr lang="en-US" dirty="0"/>
            <a:t>-Lite 4 (</a:t>
          </a:r>
          <a:r>
            <a:rPr lang="en-US" dirty="0">
              <a:hlinkClick xmlns:r="http://schemas.openxmlformats.org/officeDocument/2006/relationships" r:id="rId2"/>
            </a:rPr>
            <a:t>onnx#324</a:t>
          </a:r>
          <a:r>
            <a:rPr lang="en-US" dirty="0"/>
            <a:t>)</a:t>
          </a:r>
        </a:p>
      </dgm:t>
    </dgm:pt>
    <dgm:pt modelId="{15F31517-2BCD-46EB-9938-4846FBE5315D}" type="parTrans" cxnId="{97F47CB9-E613-4BBA-86B4-AD5E6B3E64C8}">
      <dgm:prSet/>
      <dgm:spPr/>
      <dgm:t>
        <a:bodyPr/>
        <a:lstStyle/>
        <a:p>
          <a:endParaRPr lang="en-US"/>
        </a:p>
      </dgm:t>
    </dgm:pt>
    <dgm:pt modelId="{E46577A1-A139-4E13-82EE-9192B156B420}" type="sibTrans" cxnId="{97F47CB9-E613-4BBA-86B4-AD5E6B3E64C8}">
      <dgm:prSet/>
      <dgm:spPr/>
      <dgm:t>
        <a:bodyPr/>
        <a:lstStyle/>
        <a:p>
          <a:endParaRPr lang="en-US"/>
        </a:p>
      </dgm:t>
    </dgm:pt>
    <dgm:pt modelId="{5DF29E59-1C74-4D56-8885-3D7B7858225F}">
      <dgm:prSet/>
      <dgm:spPr/>
      <dgm:t>
        <a:bodyPr/>
        <a:lstStyle/>
        <a:p>
          <a:r>
            <a:rPr lang="en-US" dirty="0"/>
            <a:t>YOLO V4 (</a:t>
          </a:r>
          <a:r>
            <a:rPr lang="en-US" dirty="0">
              <a:hlinkClick xmlns:r="http://schemas.openxmlformats.org/officeDocument/2006/relationships" r:id="rId3"/>
            </a:rPr>
            <a:t>onnx#322</a:t>
          </a:r>
          <a:r>
            <a:rPr lang="en-US" dirty="0"/>
            <a:t>)</a:t>
          </a:r>
        </a:p>
      </dgm:t>
    </dgm:pt>
    <dgm:pt modelId="{4375C7D8-B673-4DB0-BF2B-9243D5E1512F}" type="parTrans" cxnId="{271A67E4-EB24-4F57-B515-4CA4F61663DF}">
      <dgm:prSet/>
      <dgm:spPr/>
      <dgm:t>
        <a:bodyPr/>
        <a:lstStyle/>
        <a:p>
          <a:endParaRPr lang="en-US"/>
        </a:p>
      </dgm:t>
    </dgm:pt>
    <dgm:pt modelId="{D6F0A47A-043F-4EE0-A48D-0B14D9E442C9}" type="sibTrans" cxnId="{271A67E4-EB24-4F57-B515-4CA4F61663DF}">
      <dgm:prSet/>
      <dgm:spPr/>
      <dgm:t>
        <a:bodyPr/>
        <a:lstStyle/>
        <a:p>
          <a:endParaRPr lang="en-US"/>
        </a:p>
      </dgm:t>
    </dgm:pt>
    <dgm:pt modelId="{58ABBEC4-5777-4FD4-AD41-08A191B04FDD}">
      <dgm:prSet/>
      <dgm:spPr/>
      <dgm:t>
        <a:bodyPr/>
        <a:lstStyle/>
        <a:p>
          <a:r>
            <a:rPr lang="en-US" dirty="0" err="1"/>
            <a:t>roBERTa</a:t>
          </a:r>
          <a:r>
            <a:rPr lang="en-US" dirty="0"/>
            <a:t> (</a:t>
          </a:r>
          <a:r>
            <a:rPr lang="en-US" dirty="0">
              <a:hlinkClick xmlns:r="http://schemas.openxmlformats.org/officeDocument/2006/relationships" r:id="rId4"/>
            </a:rPr>
            <a:t>onnx#338</a:t>
          </a:r>
          <a:r>
            <a:rPr lang="en-US" dirty="0"/>
            <a:t>)</a:t>
          </a:r>
        </a:p>
      </dgm:t>
    </dgm:pt>
    <dgm:pt modelId="{E6BAEA31-26B6-4D5B-A059-263D9734D3C3}" type="parTrans" cxnId="{759B47E0-A1A7-45CE-AE5F-E475F6CDE6AC}">
      <dgm:prSet/>
      <dgm:spPr/>
      <dgm:t>
        <a:bodyPr/>
        <a:lstStyle/>
        <a:p>
          <a:endParaRPr lang="en-US"/>
        </a:p>
      </dgm:t>
    </dgm:pt>
    <dgm:pt modelId="{6CA4A57A-DE41-4A89-A0F2-3D9CAAA09D21}" type="sibTrans" cxnId="{759B47E0-A1A7-45CE-AE5F-E475F6CDE6AC}">
      <dgm:prSet/>
      <dgm:spPr/>
      <dgm:t>
        <a:bodyPr/>
        <a:lstStyle/>
        <a:p>
          <a:endParaRPr lang="en-US"/>
        </a:p>
      </dgm:t>
    </dgm:pt>
    <dgm:pt modelId="{EB90B72F-0E9A-433A-AD24-2D08366D5BF6}">
      <dgm:prSet/>
      <dgm:spPr/>
      <dgm:t>
        <a:bodyPr/>
        <a:lstStyle/>
        <a:p>
          <a:r>
            <a:rPr lang="en-US" dirty="0"/>
            <a:t>SSD </a:t>
          </a:r>
          <a:r>
            <a:rPr lang="en-US" dirty="0" err="1"/>
            <a:t>MobileNet</a:t>
          </a:r>
          <a:r>
            <a:rPr lang="en-US" dirty="0"/>
            <a:t> v1 (</a:t>
          </a:r>
          <a:r>
            <a:rPr lang="en-US" dirty="0">
              <a:hlinkClick xmlns:r="http://schemas.openxmlformats.org/officeDocument/2006/relationships" r:id="rId5"/>
            </a:rPr>
            <a:t>onnx#328</a:t>
          </a:r>
          <a:r>
            <a:rPr lang="en-US" dirty="0"/>
            <a:t>)</a:t>
          </a:r>
        </a:p>
      </dgm:t>
    </dgm:pt>
    <dgm:pt modelId="{01AF30B2-DB42-4772-9429-22F956213910}" type="parTrans" cxnId="{5FCA636B-0ED3-4D8F-A54C-A7EA550BFBC6}">
      <dgm:prSet/>
      <dgm:spPr/>
      <dgm:t>
        <a:bodyPr/>
        <a:lstStyle/>
        <a:p>
          <a:endParaRPr lang="en-US"/>
        </a:p>
      </dgm:t>
    </dgm:pt>
    <dgm:pt modelId="{4E921168-D503-4F57-8C40-554D6646DC45}" type="sibTrans" cxnId="{5FCA636B-0ED3-4D8F-A54C-A7EA550BFBC6}">
      <dgm:prSet/>
      <dgm:spPr/>
      <dgm:t>
        <a:bodyPr/>
        <a:lstStyle/>
        <a:p>
          <a:endParaRPr lang="en-US"/>
        </a:p>
      </dgm:t>
    </dgm:pt>
    <dgm:pt modelId="{E809B9EC-A105-40D4-9D9F-CC55E121392D}">
      <dgm:prSet/>
      <dgm:spPr/>
      <dgm:t>
        <a:bodyPr/>
        <a:lstStyle/>
        <a:p>
          <a:r>
            <a:rPr lang="en-US" dirty="0" err="1"/>
            <a:t>RetinaNet</a:t>
          </a:r>
          <a:r>
            <a:rPr lang="en-US" dirty="0"/>
            <a:t> (</a:t>
          </a:r>
          <a:r>
            <a:rPr lang="en-US" dirty="0">
              <a:hlinkClick xmlns:r="http://schemas.openxmlformats.org/officeDocument/2006/relationships" r:id="rId6"/>
            </a:rPr>
            <a:t>onnx#308</a:t>
          </a:r>
          <a:r>
            <a:rPr lang="en-US" dirty="0"/>
            <a:t>)</a:t>
          </a:r>
        </a:p>
      </dgm:t>
    </dgm:pt>
    <dgm:pt modelId="{2056F03F-BCF5-4C50-9118-0ED79C56CA95}" type="parTrans" cxnId="{FF29A9D5-843E-45DA-8BCB-0086D6F1576F}">
      <dgm:prSet/>
      <dgm:spPr/>
      <dgm:t>
        <a:bodyPr/>
        <a:lstStyle/>
        <a:p>
          <a:endParaRPr lang="en-US"/>
        </a:p>
      </dgm:t>
    </dgm:pt>
    <dgm:pt modelId="{56DB16FC-21B5-438D-952E-A7CE9CE200F0}" type="sibTrans" cxnId="{FF29A9D5-843E-45DA-8BCB-0086D6F1576F}">
      <dgm:prSet/>
      <dgm:spPr/>
      <dgm:t>
        <a:bodyPr/>
        <a:lstStyle/>
        <a:p>
          <a:endParaRPr lang="en-US"/>
        </a:p>
      </dgm:t>
    </dgm:pt>
    <dgm:pt modelId="{36EBDA5A-0E8F-4A8A-A6BC-CEAB63298F2D}">
      <dgm:prSet/>
      <dgm:spPr/>
      <dgm:t>
        <a:bodyPr/>
        <a:lstStyle/>
        <a:p>
          <a:r>
            <a:rPr lang="en-US" dirty="0"/>
            <a:t>Updates to </a:t>
          </a:r>
          <a:r>
            <a:rPr lang="en-US" dirty="0" err="1"/>
            <a:t>SuperResolution</a:t>
          </a:r>
          <a:r>
            <a:rPr lang="en-US" dirty="0"/>
            <a:t>, </a:t>
          </a:r>
          <a:r>
            <a:rPr lang="en-US" dirty="0" err="1"/>
            <a:t>GoogLeNet</a:t>
          </a:r>
          <a:r>
            <a:rPr lang="en-US" dirty="0"/>
            <a:t>, GPT-2, </a:t>
          </a:r>
          <a:r>
            <a:rPr lang="en-US" dirty="0" err="1"/>
            <a:t>SqueezeNet</a:t>
          </a:r>
          <a:r>
            <a:rPr lang="en-US" dirty="0"/>
            <a:t>, MNIST</a:t>
          </a:r>
        </a:p>
      </dgm:t>
    </dgm:pt>
    <dgm:pt modelId="{2907B7AB-85F9-4289-9774-0FA510A00056}" type="parTrans" cxnId="{4DBD3FA6-7C8A-40F6-A454-95DACC019B89}">
      <dgm:prSet/>
      <dgm:spPr/>
      <dgm:t>
        <a:bodyPr/>
        <a:lstStyle/>
        <a:p>
          <a:endParaRPr lang="en-US"/>
        </a:p>
      </dgm:t>
    </dgm:pt>
    <dgm:pt modelId="{DF9CC862-C178-4479-8F21-C986297643E6}" type="sibTrans" cxnId="{4DBD3FA6-7C8A-40F6-A454-95DACC019B89}">
      <dgm:prSet/>
      <dgm:spPr/>
      <dgm:t>
        <a:bodyPr/>
        <a:lstStyle/>
        <a:p>
          <a:endParaRPr lang="en-US"/>
        </a:p>
      </dgm:t>
    </dgm:pt>
    <dgm:pt modelId="{24414BF0-559D-4617-9517-DCB262EFB307}">
      <dgm:prSet/>
      <dgm:spPr/>
      <dgm:t>
        <a:bodyPr/>
        <a:lstStyle/>
        <a:p>
          <a:r>
            <a:rPr lang="en-US" dirty="0" err="1"/>
            <a:t>ShuffleNet</a:t>
          </a:r>
          <a:r>
            <a:rPr lang="en-US" dirty="0"/>
            <a:t> (</a:t>
          </a:r>
          <a:r>
            <a:rPr lang="en-US" dirty="0">
              <a:hlinkClick xmlns:r="http://schemas.openxmlformats.org/officeDocument/2006/relationships" r:id="rId7"/>
            </a:rPr>
            <a:t>onnx#250</a:t>
          </a:r>
          <a:r>
            <a:rPr lang="en-US" dirty="0"/>
            <a:t>)</a:t>
          </a:r>
        </a:p>
      </dgm:t>
    </dgm:pt>
    <dgm:pt modelId="{B94D2704-44B6-48D6-8F43-8965B01B3BFA}" type="parTrans" cxnId="{E883979A-5F5F-4D4D-8938-6AD6A12370E0}">
      <dgm:prSet/>
      <dgm:spPr/>
      <dgm:t>
        <a:bodyPr/>
        <a:lstStyle/>
        <a:p>
          <a:endParaRPr lang="en-US"/>
        </a:p>
      </dgm:t>
    </dgm:pt>
    <dgm:pt modelId="{D7545F4B-02DB-4539-8C69-3519C65D02C6}" type="sibTrans" cxnId="{E883979A-5F5F-4D4D-8938-6AD6A12370E0}">
      <dgm:prSet/>
      <dgm:spPr/>
      <dgm:t>
        <a:bodyPr/>
        <a:lstStyle/>
        <a:p>
          <a:endParaRPr lang="en-US"/>
        </a:p>
      </dgm:t>
    </dgm:pt>
    <dgm:pt modelId="{41CC15EC-3294-4BC8-B2C3-0873C850513D}">
      <dgm:prSet/>
      <dgm:spPr/>
      <dgm:t>
        <a:bodyPr/>
        <a:lstStyle/>
        <a:p>
          <a:r>
            <a:rPr lang="en-US" dirty="0"/>
            <a:t>Git LFS Migration complete! (</a:t>
          </a:r>
          <a:r>
            <a:rPr lang="en-US" dirty="0">
              <a:hlinkClick xmlns:r="http://schemas.openxmlformats.org/officeDocument/2006/relationships" r:id="rId8"/>
            </a:rPr>
            <a:t>onnx#271</a:t>
          </a:r>
          <a:r>
            <a:rPr lang="en-US" dirty="0"/>
            <a:t>)</a:t>
          </a:r>
        </a:p>
      </dgm:t>
    </dgm:pt>
    <dgm:pt modelId="{3E588F84-32F8-45E8-ABB9-19FF7E7C9F9C}" type="parTrans" cxnId="{8CA2BDA8-E63A-46C1-9E99-5595931CD56F}">
      <dgm:prSet/>
      <dgm:spPr/>
      <dgm:t>
        <a:bodyPr/>
        <a:lstStyle/>
        <a:p>
          <a:endParaRPr lang="en-US"/>
        </a:p>
      </dgm:t>
    </dgm:pt>
    <dgm:pt modelId="{83BB3891-CAEA-4C51-94BE-C096BF376167}" type="sibTrans" cxnId="{8CA2BDA8-E63A-46C1-9E99-5595931CD56F}">
      <dgm:prSet/>
      <dgm:spPr/>
      <dgm:t>
        <a:bodyPr/>
        <a:lstStyle/>
        <a:p>
          <a:endParaRPr lang="en-US"/>
        </a:p>
      </dgm:t>
    </dgm:pt>
    <dgm:pt modelId="{C26CE6FB-68F0-4657-B33B-37C7E6FD6E52}">
      <dgm:prSet/>
      <dgm:spPr/>
      <dgm:t>
        <a:bodyPr/>
        <a:lstStyle/>
        <a:p>
          <a:r>
            <a:rPr lang="en-US" dirty="0"/>
            <a:t>Download all models in the zoo with one command</a:t>
          </a:r>
        </a:p>
      </dgm:t>
    </dgm:pt>
    <dgm:pt modelId="{8FA93D00-6341-48EC-851D-F6D756372281}" type="sibTrans" cxnId="{1CF8475D-E6BC-452D-8811-CFDADA840048}">
      <dgm:prSet/>
      <dgm:spPr/>
      <dgm:t>
        <a:bodyPr/>
        <a:lstStyle/>
        <a:p>
          <a:endParaRPr lang="en-US"/>
        </a:p>
      </dgm:t>
    </dgm:pt>
    <dgm:pt modelId="{196394F3-0668-4638-8CEB-CDAFCAE9F42A}" type="parTrans" cxnId="{1CF8475D-E6BC-452D-8811-CFDADA840048}">
      <dgm:prSet/>
      <dgm:spPr/>
      <dgm:t>
        <a:bodyPr/>
        <a:lstStyle/>
        <a:p>
          <a:endParaRPr lang="en-US"/>
        </a:p>
      </dgm:t>
    </dgm:pt>
    <dgm:pt modelId="{A8332FC7-1CDA-4FAF-88C5-ADA5FF7349BA}">
      <dgm:prSet/>
      <dgm:spPr/>
      <dgm:t>
        <a:bodyPr/>
        <a:lstStyle/>
        <a:p>
          <a:r>
            <a:rPr lang="en-US" dirty="0"/>
            <a:t>All models are stored within the model zoo for long-term storage</a:t>
          </a:r>
        </a:p>
      </dgm:t>
    </dgm:pt>
    <dgm:pt modelId="{F1DB5B2E-B1DF-48A4-A3F8-80E7A8637D55}" type="sibTrans" cxnId="{6AFDD946-9B0B-4CF7-97A4-CF2BB779F0DF}">
      <dgm:prSet/>
      <dgm:spPr/>
      <dgm:t>
        <a:bodyPr/>
        <a:lstStyle/>
        <a:p>
          <a:endParaRPr lang="en-US"/>
        </a:p>
      </dgm:t>
    </dgm:pt>
    <dgm:pt modelId="{0647B6A0-A72E-4F68-B0FB-75E8282C0B6A}" type="parTrans" cxnId="{6AFDD946-9B0B-4CF7-97A4-CF2BB779F0DF}">
      <dgm:prSet/>
      <dgm:spPr/>
      <dgm:t>
        <a:bodyPr/>
        <a:lstStyle/>
        <a:p>
          <a:endParaRPr lang="en-US"/>
        </a:p>
      </dgm:t>
    </dgm:pt>
    <dgm:pt modelId="{35970D14-E021-400C-94E1-E5DF060176A8}">
      <dgm:prSet/>
      <dgm:spPr/>
      <dgm:t>
        <a:bodyPr/>
        <a:lstStyle/>
        <a:p>
          <a:r>
            <a:rPr lang="en-US" dirty="0"/>
            <a:t>T5 (</a:t>
          </a:r>
          <a:r>
            <a:rPr lang="en-US" dirty="0">
              <a:hlinkClick xmlns:r="http://schemas.openxmlformats.org/officeDocument/2006/relationships" r:id="rId9"/>
            </a:rPr>
            <a:t>onnx#357</a:t>
          </a:r>
          <a:r>
            <a:rPr lang="en-US" dirty="0"/>
            <a:t>)</a:t>
          </a:r>
        </a:p>
      </dgm:t>
    </dgm:pt>
    <dgm:pt modelId="{618FCFA3-3F41-4261-B750-CE22C60B62F8}" type="parTrans" cxnId="{69575739-304C-4FB8-8E6E-17944FDAE90C}">
      <dgm:prSet/>
      <dgm:spPr/>
      <dgm:t>
        <a:bodyPr/>
        <a:lstStyle/>
        <a:p>
          <a:endParaRPr lang="en-US"/>
        </a:p>
      </dgm:t>
    </dgm:pt>
    <dgm:pt modelId="{F04925A7-4ED6-4AA3-B690-D34299EB8D71}" type="sibTrans" cxnId="{69575739-304C-4FB8-8E6E-17944FDAE90C}">
      <dgm:prSet/>
      <dgm:spPr/>
      <dgm:t>
        <a:bodyPr/>
        <a:lstStyle/>
        <a:p>
          <a:endParaRPr lang="en-US"/>
        </a:p>
      </dgm:t>
    </dgm:pt>
    <dgm:pt modelId="{EADFBD19-5D11-4512-ABFD-12BF2527101A}">
      <dgm:prSet/>
      <dgm:spPr/>
      <dgm:t>
        <a:bodyPr/>
        <a:lstStyle/>
        <a:p>
          <a:r>
            <a:rPr lang="en-US" b="0" i="0" u="none" dirty="0"/>
            <a:t>git </a:t>
          </a:r>
          <a:r>
            <a:rPr lang="en-US" b="0" i="0" u="none" dirty="0" err="1"/>
            <a:t>lfs</a:t>
          </a:r>
          <a:r>
            <a:rPr lang="en-US" b="0" i="0" u="none" dirty="0"/>
            <a:t> pull --include="*" --exclude=""</a:t>
          </a:r>
          <a:endParaRPr lang="en-US" dirty="0"/>
        </a:p>
      </dgm:t>
    </dgm:pt>
    <dgm:pt modelId="{B2CADD77-0C5A-4602-92EE-168DCF5A9B78}" type="parTrans" cxnId="{167B8361-AFA4-447C-9532-9E7A3983B4BE}">
      <dgm:prSet/>
      <dgm:spPr/>
      <dgm:t>
        <a:bodyPr/>
        <a:lstStyle/>
        <a:p>
          <a:endParaRPr lang="en-US"/>
        </a:p>
      </dgm:t>
    </dgm:pt>
    <dgm:pt modelId="{0EDB5A7F-5AC9-4243-ABFD-9B8F4B02B6B5}" type="sibTrans" cxnId="{167B8361-AFA4-447C-9532-9E7A3983B4BE}">
      <dgm:prSet/>
      <dgm:spPr/>
      <dgm:t>
        <a:bodyPr/>
        <a:lstStyle/>
        <a:p>
          <a:endParaRPr lang="en-US"/>
        </a:p>
      </dgm:t>
    </dgm:pt>
    <dgm:pt modelId="{BD9E7E5D-8D32-4821-802D-8E0F4D4ED9DC}" type="pres">
      <dgm:prSet presAssocID="{3F946528-C686-443B-B751-B2FB9BDFBCBC}" presName="linear" presStyleCnt="0">
        <dgm:presLayoutVars>
          <dgm:dir/>
          <dgm:animLvl val="lvl"/>
          <dgm:resizeHandles val="exact"/>
        </dgm:presLayoutVars>
      </dgm:prSet>
      <dgm:spPr/>
    </dgm:pt>
    <dgm:pt modelId="{3C916DBF-8B0A-4447-8E4C-D004102907A5}" type="pres">
      <dgm:prSet presAssocID="{0B88BFF9-79A1-4782-8EF8-BA48FF47DAA1}" presName="parentLin" presStyleCnt="0"/>
      <dgm:spPr/>
    </dgm:pt>
    <dgm:pt modelId="{801F82D1-42ED-4B7C-8919-3414B223B538}" type="pres">
      <dgm:prSet presAssocID="{0B88BFF9-79A1-4782-8EF8-BA48FF47DAA1}" presName="parentLeftMargin" presStyleLbl="node1" presStyleIdx="0" presStyleCnt="3"/>
      <dgm:spPr/>
    </dgm:pt>
    <dgm:pt modelId="{C1CCB899-5495-41B6-8271-D54572340B64}" type="pres">
      <dgm:prSet presAssocID="{0B88BFF9-79A1-4782-8EF8-BA48FF47DAA1}" presName="parentText" presStyleLbl="node1" presStyleIdx="0" presStyleCnt="3">
        <dgm:presLayoutVars>
          <dgm:chMax val="0"/>
          <dgm:bulletEnabled val="1"/>
        </dgm:presLayoutVars>
      </dgm:prSet>
      <dgm:spPr/>
    </dgm:pt>
    <dgm:pt modelId="{55DAA92B-0645-40A1-A7C3-44A4CADF7141}" type="pres">
      <dgm:prSet presAssocID="{0B88BFF9-79A1-4782-8EF8-BA48FF47DAA1}" presName="negativeSpace" presStyleCnt="0"/>
      <dgm:spPr/>
    </dgm:pt>
    <dgm:pt modelId="{C7466FC9-8103-4690-BC5B-D260828341A7}" type="pres">
      <dgm:prSet presAssocID="{0B88BFF9-79A1-4782-8EF8-BA48FF47DAA1}" presName="childText" presStyleLbl="conFgAcc1" presStyleIdx="0" presStyleCnt="3">
        <dgm:presLayoutVars>
          <dgm:bulletEnabled val="1"/>
        </dgm:presLayoutVars>
      </dgm:prSet>
      <dgm:spPr/>
    </dgm:pt>
    <dgm:pt modelId="{B16A9DE5-9616-4D2C-A4A7-02493AA655CB}" type="pres">
      <dgm:prSet presAssocID="{0B2D4E75-491D-4F30-88DF-40DBB9E4DE4F}" presName="spaceBetweenRectangles" presStyleCnt="0"/>
      <dgm:spPr/>
    </dgm:pt>
    <dgm:pt modelId="{7E25F7D5-873A-46BD-96B8-F2B324AED875}" type="pres">
      <dgm:prSet presAssocID="{86FC3D54-F7F6-48B4-AEFC-02BAB454FCEC}" presName="parentLin" presStyleCnt="0"/>
      <dgm:spPr/>
    </dgm:pt>
    <dgm:pt modelId="{7903EC93-D68F-47F6-BE94-3F3DDEF963D9}" type="pres">
      <dgm:prSet presAssocID="{86FC3D54-F7F6-48B4-AEFC-02BAB454FCEC}" presName="parentLeftMargin" presStyleLbl="node1" presStyleIdx="0" presStyleCnt="3"/>
      <dgm:spPr/>
    </dgm:pt>
    <dgm:pt modelId="{60D9D98A-64F7-4B1B-A910-87084A583AAB}" type="pres">
      <dgm:prSet presAssocID="{86FC3D54-F7F6-48B4-AEFC-02BAB454FCEC}" presName="parentText" presStyleLbl="node1" presStyleIdx="1" presStyleCnt="3">
        <dgm:presLayoutVars>
          <dgm:chMax val="0"/>
          <dgm:bulletEnabled val="1"/>
        </dgm:presLayoutVars>
      </dgm:prSet>
      <dgm:spPr/>
    </dgm:pt>
    <dgm:pt modelId="{7628909C-5555-4760-9A4E-50B50841CC0B}" type="pres">
      <dgm:prSet presAssocID="{86FC3D54-F7F6-48B4-AEFC-02BAB454FCEC}" presName="negativeSpace" presStyleCnt="0"/>
      <dgm:spPr/>
    </dgm:pt>
    <dgm:pt modelId="{0D0B2FE8-58C3-4EF9-8BA6-64C2518C5F64}" type="pres">
      <dgm:prSet presAssocID="{86FC3D54-F7F6-48B4-AEFC-02BAB454FCEC}" presName="childText" presStyleLbl="conFgAcc1" presStyleIdx="1" presStyleCnt="3" custLinFactNeighborX="-21672" custLinFactNeighborY="-32174">
        <dgm:presLayoutVars>
          <dgm:bulletEnabled val="1"/>
        </dgm:presLayoutVars>
      </dgm:prSet>
      <dgm:spPr/>
    </dgm:pt>
    <dgm:pt modelId="{361811F8-B6AE-4F7D-AE69-257A8A87EE11}" type="pres">
      <dgm:prSet presAssocID="{FAE375BC-752D-4C33-8A06-BA8ADFE4F0E6}" presName="spaceBetweenRectangles" presStyleCnt="0"/>
      <dgm:spPr/>
    </dgm:pt>
    <dgm:pt modelId="{09E397E6-5201-4FA1-BCC8-670848E61E97}" type="pres">
      <dgm:prSet presAssocID="{41CC15EC-3294-4BC8-B2C3-0873C850513D}" presName="parentLin" presStyleCnt="0"/>
      <dgm:spPr/>
    </dgm:pt>
    <dgm:pt modelId="{23E3C933-A1B0-41E6-AE21-413877CFC796}" type="pres">
      <dgm:prSet presAssocID="{41CC15EC-3294-4BC8-B2C3-0873C850513D}" presName="parentLeftMargin" presStyleLbl="node1" presStyleIdx="1" presStyleCnt="3"/>
      <dgm:spPr/>
    </dgm:pt>
    <dgm:pt modelId="{32BE9AED-99BA-4723-B6F4-6F0B1691DB98}" type="pres">
      <dgm:prSet presAssocID="{41CC15EC-3294-4BC8-B2C3-0873C850513D}" presName="parentText" presStyleLbl="node1" presStyleIdx="2" presStyleCnt="3">
        <dgm:presLayoutVars>
          <dgm:chMax val="0"/>
          <dgm:bulletEnabled val="1"/>
        </dgm:presLayoutVars>
      </dgm:prSet>
      <dgm:spPr/>
    </dgm:pt>
    <dgm:pt modelId="{1087045A-3530-46F9-9655-B038A758DF23}" type="pres">
      <dgm:prSet presAssocID="{41CC15EC-3294-4BC8-B2C3-0873C850513D}" presName="negativeSpace" presStyleCnt="0"/>
      <dgm:spPr/>
    </dgm:pt>
    <dgm:pt modelId="{A678CA2A-7976-4CDD-85F1-B3984271FC53}" type="pres">
      <dgm:prSet presAssocID="{41CC15EC-3294-4BC8-B2C3-0873C850513D}" presName="childText" presStyleLbl="conFgAcc1" presStyleIdx="2" presStyleCnt="3">
        <dgm:presLayoutVars>
          <dgm:bulletEnabled val="1"/>
        </dgm:presLayoutVars>
      </dgm:prSet>
      <dgm:spPr/>
    </dgm:pt>
  </dgm:ptLst>
  <dgm:cxnLst>
    <dgm:cxn modelId="{ECAD7605-B6D7-40E1-80B5-1EEBB4BF2FFC}" type="presOf" srcId="{EB90B72F-0E9A-433A-AD24-2D08366D5BF6}" destId="{0D0B2FE8-58C3-4EF9-8BA6-64C2518C5F64}" srcOrd="0" destOrd="4" presId="urn:microsoft.com/office/officeart/2005/8/layout/list1"/>
    <dgm:cxn modelId="{87B40706-2A96-459F-8C04-1FBB113D3112}" type="presOf" srcId="{3F946528-C686-443B-B751-B2FB9BDFBCBC}" destId="{BD9E7E5D-8D32-4821-802D-8E0F4D4ED9DC}" srcOrd="0" destOrd="0" presId="urn:microsoft.com/office/officeart/2005/8/layout/list1"/>
    <dgm:cxn modelId="{3413FB12-F535-4234-8E9F-E5F6508438F6}" type="presOf" srcId="{36EBDA5A-0E8F-4A8A-A6BC-CEAB63298F2D}" destId="{0D0B2FE8-58C3-4EF9-8BA6-64C2518C5F64}" srcOrd="0" destOrd="7" presId="urn:microsoft.com/office/officeart/2005/8/layout/list1"/>
    <dgm:cxn modelId="{12724422-214D-418E-8732-A376BB5802F3}" type="presOf" srcId="{0B88BFF9-79A1-4782-8EF8-BA48FF47DAA1}" destId="{801F82D1-42ED-4B7C-8919-3414B223B538}" srcOrd="0" destOrd="0" presId="urn:microsoft.com/office/officeart/2005/8/layout/list1"/>
    <dgm:cxn modelId="{8622BE25-6AEF-4CB5-8E71-C6F9222F3A8A}" srcId="{0B88BFF9-79A1-4782-8EF8-BA48FF47DAA1}" destId="{301DA28F-DB87-42E8-8737-DDA8FF43A377}" srcOrd="0" destOrd="0" parTransId="{0EDF7036-07F8-4D88-87F2-BE4C3BCACDC4}" sibTransId="{B5B17AC0-50C0-4930-92DF-20637FFBE99C}"/>
    <dgm:cxn modelId="{A9214330-E041-4837-83E0-628D4DC1EB8B}" type="presOf" srcId="{79BD621B-D3CE-4F77-9B60-625CF394BD06}" destId="{0D0B2FE8-58C3-4EF9-8BA6-64C2518C5F64}" srcOrd="0" destOrd="0" presId="urn:microsoft.com/office/officeart/2005/8/layout/list1"/>
    <dgm:cxn modelId="{69575739-304C-4FB8-8E6E-17944FDAE90C}" srcId="{86FC3D54-F7F6-48B4-AEFC-02BAB454FCEC}" destId="{35970D14-E021-400C-94E1-E5DF060176A8}" srcOrd="3" destOrd="0" parTransId="{618FCFA3-3F41-4261-B750-CE22C60B62F8}" sibTransId="{F04925A7-4ED6-4AA3-B690-D34299EB8D71}"/>
    <dgm:cxn modelId="{1CF8475D-E6BC-452D-8811-CFDADA840048}" srcId="{41CC15EC-3294-4BC8-B2C3-0873C850513D}" destId="{C26CE6FB-68F0-4657-B33B-37C7E6FD6E52}" srcOrd="0" destOrd="0" parTransId="{196394F3-0668-4638-8CEB-CDAFCAE9F42A}" sibTransId="{8FA93D00-6341-48EC-851D-F6D756372281}"/>
    <dgm:cxn modelId="{167B8361-AFA4-447C-9532-9E7A3983B4BE}" srcId="{C26CE6FB-68F0-4657-B33B-37C7E6FD6E52}" destId="{EADFBD19-5D11-4512-ABFD-12BF2527101A}" srcOrd="0" destOrd="0" parTransId="{B2CADD77-0C5A-4602-92EE-168DCF5A9B78}" sibTransId="{0EDB5A7F-5AC9-4243-ABFD-9B8F4B02B6B5}"/>
    <dgm:cxn modelId="{C073C446-1048-48AC-9D71-FC9A8D3FCE66}" srcId="{3F946528-C686-443B-B751-B2FB9BDFBCBC}" destId="{86FC3D54-F7F6-48B4-AEFC-02BAB454FCEC}" srcOrd="1" destOrd="0" parTransId="{24EA4CF5-0182-440B-A3D4-DA74DB5839C8}" sibTransId="{FAE375BC-752D-4C33-8A06-BA8ADFE4F0E6}"/>
    <dgm:cxn modelId="{6AFDD946-9B0B-4CF7-97A4-CF2BB779F0DF}" srcId="{41CC15EC-3294-4BC8-B2C3-0873C850513D}" destId="{A8332FC7-1CDA-4FAF-88C5-ADA5FF7349BA}" srcOrd="1" destOrd="0" parTransId="{0647B6A0-A72E-4F68-B0FB-75E8282C0B6A}" sibTransId="{F1DB5B2E-B1DF-48A4-A3F8-80E7A8637D55}"/>
    <dgm:cxn modelId="{5FCA636B-0ED3-4D8F-A54C-A7EA550BFBC6}" srcId="{86FC3D54-F7F6-48B4-AEFC-02BAB454FCEC}" destId="{EB90B72F-0E9A-433A-AD24-2D08366D5BF6}" srcOrd="4" destOrd="0" parTransId="{01AF30B2-DB42-4772-9429-22F956213910}" sibTransId="{4E921168-D503-4F57-8C40-554D6646DC45}"/>
    <dgm:cxn modelId="{413E4E6F-96E2-48CF-85BC-478590771429}" type="presOf" srcId="{EADFBD19-5D11-4512-ABFD-12BF2527101A}" destId="{A678CA2A-7976-4CDD-85F1-B3984271FC53}" srcOrd="0" destOrd="1" presId="urn:microsoft.com/office/officeart/2005/8/layout/list1"/>
    <dgm:cxn modelId="{00474F51-CC0D-4D04-B556-2F564B60021B}" type="presOf" srcId="{5DF29E59-1C74-4D56-8885-3D7B7858225F}" destId="{0D0B2FE8-58C3-4EF9-8BA6-64C2518C5F64}" srcOrd="0" destOrd="1" presId="urn:microsoft.com/office/officeart/2005/8/layout/list1"/>
    <dgm:cxn modelId="{A195748A-E6BE-43A4-A680-7D18A399997E}" type="presOf" srcId="{24414BF0-559D-4617-9517-DCB262EFB307}" destId="{0D0B2FE8-58C3-4EF9-8BA6-64C2518C5F64}" srcOrd="0" destOrd="6" presId="urn:microsoft.com/office/officeart/2005/8/layout/list1"/>
    <dgm:cxn modelId="{95EEA38D-43B0-4F71-B0DD-3A845CC58BCF}" srcId="{3F946528-C686-443B-B751-B2FB9BDFBCBC}" destId="{0B88BFF9-79A1-4782-8EF8-BA48FF47DAA1}" srcOrd="0" destOrd="0" parTransId="{C56763EC-C4FC-4972-A871-EADEF2FF7173}" sibTransId="{0B2D4E75-491D-4F30-88DF-40DBB9E4DE4F}"/>
    <dgm:cxn modelId="{6E256192-1F75-4140-ABFB-C40154B3D3F1}" type="presOf" srcId="{41CC15EC-3294-4BC8-B2C3-0873C850513D}" destId="{32BE9AED-99BA-4723-B6F4-6F0B1691DB98}" srcOrd="1" destOrd="0" presId="urn:microsoft.com/office/officeart/2005/8/layout/list1"/>
    <dgm:cxn modelId="{EE41E895-5B88-4493-A4BD-143825CAD975}" type="presOf" srcId="{58ABBEC4-5777-4FD4-AD41-08A191B04FDD}" destId="{0D0B2FE8-58C3-4EF9-8BA6-64C2518C5F64}" srcOrd="0" destOrd="2" presId="urn:microsoft.com/office/officeart/2005/8/layout/list1"/>
    <dgm:cxn modelId="{E883979A-5F5F-4D4D-8938-6AD6A12370E0}" srcId="{86FC3D54-F7F6-48B4-AEFC-02BAB454FCEC}" destId="{24414BF0-559D-4617-9517-DCB262EFB307}" srcOrd="6" destOrd="0" parTransId="{B94D2704-44B6-48D6-8F43-8965B01B3BFA}" sibTransId="{D7545F4B-02DB-4539-8C69-3519C65D02C6}"/>
    <dgm:cxn modelId="{C5C2639B-0B7B-4B05-86BC-7967B4881B0F}" type="presOf" srcId="{E809B9EC-A105-40D4-9D9F-CC55E121392D}" destId="{0D0B2FE8-58C3-4EF9-8BA6-64C2518C5F64}" srcOrd="0" destOrd="5" presId="urn:microsoft.com/office/officeart/2005/8/layout/list1"/>
    <dgm:cxn modelId="{4DBD3FA6-7C8A-40F6-A454-95DACC019B89}" srcId="{86FC3D54-F7F6-48B4-AEFC-02BAB454FCEC}" destId="{36EBDA5A-0E8F-4A8A-A6BC-CEAB63298F2D}" srcOrd="7" destOrd="0" parTransId="{2907B7AB-85F9-4289-9774-0FA510A00056}" sibTransId="{DF9CC862-C178-4479-8F21-C986297643E6}"/>
    <dgm:cxn modelId="{0DAABDA6-FFAC-404F-8C40-F923A0E535CC}" type="presOf" srcId="{41CC15EC-3294-4BC8-B2C3-0873C850513D}" destId="{23E3C933-A1B0-41E6-AE21-413877CFC796}" srcOrd="0" destOrd="0" presId="urn:microsoft.com/office/officeart/2005/8/layout/list1"/>
    <dgm:cxn modelId="{8CA2BDA8-E63A-46C1-9E99-5595931CD56F}" srcId="{3F946528-C686-443B-B751-B2FB9BDFBCBC}" destId="{41CC15EC-3294-4BC8-B2C3-0873C850513D}" srcOrd="2" destOrd="0" parTransId="{3E588F84-32F8-45E8-ABB9-19FF7E7C9F9C}" sibTransId="{83BB3891-CAEA-4C51-94BE-C096BF376167}"/>
    <dgm:cxn modelId="{97F47CB9-E613-4BBA-86B4-AD5E6B3E64C8}" srcId="{86FC3D54-F7F6-48B4-AEFC-02BAB454FCEC}" destId="{79BD621B-D3CE-4F77-9B60-625CF394BD06}" srcOrd="0" destOrd="0" parTransId="{15F31517-2BCD-46EB-9938-4846FBE5315D}" sibTransId="{E46577A1-A139-4E13-82EE-9192B156B420}"/>
    <dgm:cxn modelId="{941BBFBE-BFAF-423C-9911-A97CFAA2B551}" type="presOf" srcId="{301DA28F-DB87-42E8-8737-DDA8FF43A377}" destId="{C7466FC9-8103-4690-BC5B-D260828341A7}" srcOrd="0" destOrd="0" presId="urn:microsoft.com/office/officeart/2005/8/layout/list1"/>
    <dgm:cxn modelId="{5796EEBF-53A4-4DF1-94EC-63FEBFF436B8}" type="presOf" srcId="{35970D14-E021-400C-94E1-E5DF060176A8}" destId="{0D0B2FE8-58C3-4EF9-8BA6-64C2518C5F64}" srcOrd="0" destOrd="3" presId="urn:microsoft.com/office/officeart/2005/8/layout/list1"/>
    <dgm:cxn modelId="{3608FFBF-BB31-4A60-8F05-C266E86D5D5C}" type="presOf" srcId="{0B88BFF9-79A1-4782-8EF8-BA48FF47DAA1}" destId="{C1CCB899-5495-41B6-8271-D54572340B64}" srcOrd="1" destOrd="0" presId="urn:microsoft.com/office/officeart/2005/8/layout/list1"/>
    <dgm:cxn modelId="{FF29A9D5-843E-45DA-8BCB-0086D6F1576F}" srcId="{86FC3D54-F7F6-48B4-AEFC-02BAB454FCEC}" destId="{E809B9EC-A105-40D4-9D9F-CC55E121392D}" srcOrd="5" destOrd="0" parTransId="{2056F03F-BCF5-4C50-9118-0ED79C56CA95}" sibTransId="{56DB16FC-21B5-438D-952E-A7CE9CE200F0}"/>
    <dgm:cxn modelId="{46C05CDB-46DA-4428-8C11-8A6E8C9E8E35}" type="presOf" srcId="{C26CE6FB-68F0-4657-B33B-37C7E6FD6E52}" destId="{A678CA2A-7976-4CDD-85F1-B3984271FC53}" srcOrd="0" destOrd="0" presId="urn:microsoft.com/office/officeart/2005/8/layout/list1"/>
    <dgm:cxn modelId="{759B47E0-A1A7-45CE-AE5F-E475F6CDE6AC}" srcId="{86FC3D54-F7F6-48B4-AEFC-02BAB454FCEC}" destId="{58ABBEC4-5777-4FD4-AD41-08A191B04FDD}" srcOrd="2" destOrd="0" parTransId="{E6BAEA31-26B6-4D5B-A059-263D9734D3C3}" sibTransId="{6CA4A57A-DE41-4A89-A0F2-3D9CAAA09D21}"/>
    <dgm:cxn modelId="{1BD926E2-2D78-4333-BE52-15CABFE85E1D}" type="presOf" srcId="{A8332FC7-1CDA-4FAF-88C5-ADA5FF7349BA}" destId="{A678CA2A-7976-4CDD-85F1-B3984271FC53}" srcOrd="0" destOrd="2" presId="urn:microsoft.com/office/officeart/2005/8/layout/list1"/>
    <dgm:cxn modelId="{01FB56E2-D1B7-4DBA-9F79-CD1E0315A64F}" type="presOf" srcId="{86FC3D54-F7F6-48B4-AEFC-02BAB454FCEC}" destId="{60D9D98A-64F7-4B1B-A910-87084A583AAB}" srcOrd="1" destOrd="0" presId="urn:microsoft.com/office/officeart/2005/8/layout/list1"/>
    <dgm:cxn modelId="{271A67E4-EB24-4F57-B515-4CA4F61663DF}" srcId="{86FC3D54-F7F6-48B4-AEFC-02BAB454FCEC}" destId="{5DF29E59-1C74-4D56-8885-3D7B7858225F}" srcOrd="1" destOrd="0" parTransId="{4375C7D8-B673-4DB0-BF2B-9243D5E1512F}" sibTransId="{D6F0A47A-043F-4EE0-A48D-0B14D9E442C9}"/>
    <dgm:cxn modelId="{6B2910F5-51E8-4C6E-BF88-C0EE77813391}" type="presOf" srcId="{86FC3D54-F7F6-48B4-AEFC-02BAB454FCEC}" destId="{7903EC93-D68F-47F6-BE94-3F3DDEF963D9}" srcOrd="0" destOrd="0" presId="urn:microsoft.com/office/officeart/2005/8/layout/list1"/>
    <dgm:cxn modelId="{46823E51-F25F-4B44-8F72-F98A9FF0C7C6}" type="presParOf" srcId="{BD9E7E5D-8D32-4821-802D-8E0F4D4ED9DC}" destId="{3C916DBF-8B0A-4447-8E4C-D004102907A5}" srcOrd="0" destOrd="0" presId="urn:microsoft.com/office/officeart/2005/8/layout/list1"/>
    <dgm:cxn modelId="{0861131C-8D29-4C4D-B318-2D519A1916D1}" type="presParOf" srcId="{3C916DBF-8B0A-4447-8E4C-D004102907A5}" destId="{801F82D1-42ED-4B7C-8919-3414B223B538}" srcOrd="0" destOrd="0" presId="urn:microsoft.com/office/officeart/2005/8/layout/list1"/>
    <dgm:cxn modelId="{63755EFC-0EA4-4F27-9972-B3D218DACF2E}" type="presParOf" srcId="{3C916DBF-8B0A-4447-8E4C-D004102907A5}" destId="{C1CCB899-5495-41B6-8271-D54572340B64}" srcOrd="1" destOrd="0" presId="urn:microsoft.com/office/officeart/2005/8/layout/list1"/>
    <dgm:cxn modelId="{71147B21-BA81-4928-BBA8-ED8A11B70508}" type="presParOf" srcId="{BD9E7E5D-8D32-4821-802D-8E0F4D4ED9DC}" destId="{55DAA92B-0645-40A1-A7C3-44A4CADF7141}" srcOrd="1" destOrd="0" presId="urn:microsoft.com/office/officeart/2005/8/layout/list1"/>
    <dgm:cxn modelId="{44633D23-75BE-4087-9E0E-73A2D3FF25A3}" type="presParOf" srcId="{BD9E7E5D-8D32-4821-802D-8E0F4D4ED9DC}" destId="{C7466FC9-8103-4690-BC5B-D260828341A7}" srcOrd="2" destOrd="0" presId="urn:microsoft.com/office/officeart/2005/8/layout/list1"/>
    <dgm:cxn modelId="{10A495E2-4FBF-4C45-BD5D-AFE9709FE724}" type="presParOf" srcId="{BD9E7E5D-8D32-4821-802D-8E0F4D4ED9DC}" destId="{B16A9DE5-9616-4D2C-A4A7-02493AA655CB}" srcOrd="3" destOrd="0" presId="urn:microsoft.com/office/officeart/2005/8/layout/list1"/>
    <dgm:cxn modelId="{78EC8D49-6F2F-4853-845D-ABBC8F238FA3}" type="presParOf" srcId="{BD9E7E5D-8D32-4821-802D-8E0F4D4ED9DC}" destId="{7E25F7D5-873A-46BD-96B8-F2B324AED875}" srcOrd="4" destOrd="0" presId="urn:microsoft.com/office/officeart/2005/8/layout/list1"/>
    <dgm:cxn modelId="{DEF95875-B7E9-4730-84F7-D3AD4717AB31}" type="presParOf" srcId="{7E25F7D5-873A-46BD-96B8-F2B324AED875}" destId="{7903EC93-D68F-47F6-BE94-3F3DDEF963D9}" srcOrd="0" destOrd="0" presId="urn:microsoft.com/office/officeart/2005/8/layout/list1"/>
    <dgm:cxn modelId="{E09639D6-FC03-44B7-A73D-38EED535F570}" type="presParOf" srcId="{7E25F7D5-873A-46BD-96B8-F2B324AED875}" destId="{60D9D98A-64F7-4B1B-A910-87084A583AAB}" srcOrd="1" destOrd="0" presId="urn:microsoft.com/office/officeart/2005/8/layout/list1"/>
    <dgm:cxn modelId="{33D96CF5-0B60-4088-BA73-07441885A6AF}" type="presParOf" srcId="{BD9E7E5D-8D32-4821-802D-8E0F4D4ED9DC}" destId="{7628909C-5555-4760-9A4E-50B50841CC0B}" srcOrd="5" destOrd="0" presId="urn:microsoft.com/office/officeart/2005/8/layout/list1"/>
    <dgm:cxn modelId="{6712BD92-1EA1-450E-928A-F3D3451923D3}" type="presParOf" srcId="{BD9E7E5D-8D32-4821-802D-8E0F4D4ED9DC}" destId="{0D0B2FE8-58C3-4EF9-8BA6-64C2518C5F64}" srcOrd="6" destOrd="0" presId="urn:microsoft.com/office/officeart/2005/8/layout/list1"/>
    <dgm:cxn modelId="{D5FAF278-3A42-4FA0-8A63-A7DADFC7CC3A}" type="presParOf" srcId="{BD9E7E5D-8D32-4821-802D-8E0F4D4ED9DC}" destId="{361811F8-B6AE-4F7D-AE69-257A8A87EE11}" srcOrd="7" destOrd="0" presId="urn:microsoft.com/office/officeart/2005/8/layout/list1"/>
    <dgm:cxn modelId="{A213AF9E-3710-4FC9-A1D6-C750AFD00617}" type="presParOf" srcId="{BD9E7E5D-8D32-4821-802D-8E0F4D4ED9DC}" destId="{09E397E6-5201-4FA1-BCC8-670848E61E97}" srcOrd="8" destOrd="0" presId="urn:microsoft.com/office/officeart/2005/8/layout/list1"/>
    <dgm:cxn modelId="{3D6D35B1-4B1B-4ACB-AC26-8638226A5E58}" type="presParOf" srcId="{09E397E6-5201-4FA1-BCC8-670848E61E97}" destId="{23E3C933-A1B0-41E6-AE21-413877CFC796}" srcOrd="0" destOrd="0" presId="urn:microsoft.com/office/officeart/2005/8/layout/list1"/>
    <dgm:cxn modelId="{37FFB746-F7F2-4303-9902-7E2561F262EF}" type="presParOf" srcId="{09E397E6-5201-4FA1-BCC8-670848E61E97}" destId="{32BE9AED-99BA-4723-B6F4-6F0B1691DB98}" srcOrd="1" destOrd="0" presId="urn:microsoft.com/office/officeart/2005/8/layout/list1"/>
    <dgm:cxn modelId="{965B9C4D-02E5-4ACB-A937-FC82DD7F043B}" type="presParOf" srcId="{BD9E7E5D-8D32-4821-802D-8E0F4D4ED9DC}" destId="{1087045A-3530-46F9-9655-B038A758DF23}" srcOrd="9" destOrd="0" presId="urn:microsoft.com/office/officeart/2005/8/layout/list1"/>
    <dgm:cxn modelId="{5F3A996A-93BC-4956-8910-B733AE59A5DE}" type="presParOf" srcId="{BD9E7E5D-8D32-4821-802D-8E0F4D4ED9DC}" destId="{A678CA2A-7976-4CDD-85F1-B3984271FC53}" srcOrd="10"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402CF7-6A03-47AA-94EC-83237F9AC690}"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1377FED6-ECFF-4C68-840F-2A1AA99D18C2}">
      <dgm:prSet/>
      <dgm:spPr/>
      <dgm:t>
        <a:bodyPr/>
        <a:lstStyle/>
        <a:p>
          <a:r>
            <a:rPr lang="en-US"/>
            <a:t>More than 50+ models</a:t>
          </a:r>
        </a:p>
      </dgm:t>
    </dgm:pt>
    <dgm:pt modelId="{EEA252DC-E842-4AAC-BB6B-F9F68407D63A}" type="parTrans" cxnId="{27DC9100-9707-4257-8923-CB724F6D09C6}">
      <dgm:prSet/>
      <dgm:spPr/>
      <dgm:t>
        <a:bodyPr/>
        <a:lstStyle/>
        <a:p>
          <a:endParaRPr lang="en-US"/>
        </a:p>
      </dgm:t>
    </dgm:pt>
    <dgm:pt modelId="{85A7AA85-DE75-4880-91C7-8F62D344A38B}" type="sibTrans" cxnId="{27DC9100-9707-4257-8923-CB724F6D09C6}">
      <dgm:prSet phldrT="1" phldr="0"/>
      <dgm:spPr/>
      <dgm:t>
        <a:bodyPr/>
        <a:lstStyle/>
        <a:p>
          <a:r>
            <a:rPr lang="en-US"/>
            <a:t>1</a:t>
          </a:r>
        </a:p>
      </dgm:t>
    </dgm:pt>
    <dgm:pt modelId="{A5BBB931-6725-4563-939F-C9FC1624A62D}">
      <dgm:prSet/>
      <dgm:spPr/>
      <dgm:t>
        <a:bodyPr/>
        <a:lstStyle/>
        <a:p>
          <a:r>
            <a:rPr lang="en-US"/>
            <a:t>Contributed by 40+ community members</a:t>
          </a:r>
        </a:p>
      </dgm:t>
    </dgm:pt>
    <dgm:pt modelId="{57DFF726-6E27-4DB6-8366-831E4949EB19}" type="parTrans" cxnId="{FB1516B2-36BE-44D6-A3A3-B3889E679E69}">
      <dgm:prSet/>
      <dgm:spPr/>
      <dgm:t>
        <a:bodyPr/>
        <a:lstStyle/>
        <a:p>
          <a:endParaRPr lang="en-US"/>
        </a:p>
      </dgm:t>
    </dgm:pt>
    <dgm:pt modelId="{C998E0E1-5288-4946-8F88-B2FA36E43DB1}" type="sibTrans" cxnId="{FB1516B2-36BE-44D6-A3A3-B3889E679E69}">
      <dgm:prSet phldrT="2" phldr="0"/>
      <dgm:spPr/>
      <dgm:t>
        <a:bodyPr/>
        <a:lstStyle/>
        <a:p>
          <a:r>
            <a:rPr lang="en-US"/>
            <a:t>2</a:t>
          </a:r>
        </a:p>
      </dgm:t>
    </dgm:pt>
    <dgm:pt modelId="{4C0C7C35-01C6-4A03-BB5E-794C908DA341}">
      <dgm:prSet/>
      <dgm:spPr/>
      <dgm:t>
        <a:bodyPr/>
        <a:lstStyle/>
        <a:p>
          <a:r>
            <a:rPr lang="en-US"/>
            <a:t>10+ categories (like Image classification, object detection, LM etc.)</a:t>
          </a:r>
        </a:p>
      </dgm:t>
    </dgm:pt>
    <dgm:pt modelId="{A1D45839-7BA8-4111-939D-1C2F10F4E6B6}" type="parTrans" cxnId="{B90F4D9F-E4FA-4F68-888F-961634B58A64}">
      <dgm:prSet/>
      <dgm:spPr/>
      <dgm:t>
        <a:bodyPr/>
        <a:lstStyle/>
        <a:p>
          <a:endParaRPr lang="en-US"/>
        </a:p>
      </dgm:t>
    </dgm:pt>
    <dgm:pt modelId="{1E4C1F99-F708-4E9C-B2BE-6BF5B98E4659}" type="sibTrans" cxnId="{B90F4D9F-E4FA-4F68-888F-961634B58A64}">
      <dgm:prSet phldrT="3" phldr="0"/>
      <dgm:spPr/>
      <dgm:t>
        <a:bodyPr/>
        <a:lstStyle/>
        <a:p>
          <a:r>
            <a:rPr lang="en-US"/>
            <a:t>3</a:t>
          </a:r>
        </a:p>
      </dgm:t>
    </dgm:pt>
    <dgm:pt modelId="{699C8D52-002B-4146-BFCB-8117F959228F}">
      <dgm:prSet/>
      <dgm:spPr/>
      <dgm:t>
        <a:bodyPr/>
        <a:lstStyle/>
        <a:p>
          <a:r>
            <a:rPr lang="en-US"/>
            <a:t>2.7K Stargazers</a:t>
          </a:r>
        </a:p>
      </dgm:t>
    </dgm:pt>
    <dgm:pt modelId="{6B48BAA3-3F59-446D-A68D-F9A7FB1A2E1F}" type="parTrans" cxnId="{A5348C6F-AEB0-4372-AC61-F805A87A9341}">
      <dgm:prSet/>
      <dgm:spPr/>
      <dgm:t>
        <a:bodyPr/>
        <a:lstStyle/>
        <a:p>
          <a:endParaRPr lang="en-US"/>
        </a:p>
      </dgm:t>
    </dgm:pt>
    <dgm:pt modelId="{B4CBFDBE-0BFA-4E93-AF26-1B516CC32790}" type="sibTrans" cxnId="{A5348C6F-AEB0-4372-AC61-F805A87A9341}">
      <dgm:prSet phldrT="4" phldr="0"/>
      <dgm:spPr/>
      <dgm:t>
        <a:bodyPr/>
        <a:lstStyle/>
        <a:p>
          <a:r>
            <a:rPr lang="en-US"/>
            <a:t>4</a:t>
          </a:r>
        </a:p>
      </dgm:t>
    </dgm:pt>
    <dgm:pt modelId="{24732CD1-270A-4B4E-8E8F-053CEA91600F}" type="pres">
      <dgm:prSet presAssocID="{98402CF7-6A03-47AA-94EC-83237F9AC690}" presName="Name0" presStyleCnt="0">
        <dgm:presLayoutVars>
          <dgm:animLvl val="lvl"/>
          <dgm:resizeHandles val="exact"/>
        </dgm:presLayoutVars>
      </dgm:prSet>
      <dgm:spPr/>
    </dgm:pt>
    <dgm:pt modelId="{1802A341-9B17-427B-B93F-E04D5B5AFB10}" type="pres">
      <dgm:prSet presAssocID="{1377FED6-ECFF-4C68-840F-2A1AA99D18C2}" presName="compositeNode" presStyleCnt="0">
        <dgm:presLayoutVars>
          <dgm:bulletEnabled val="1"/>
        </dgm:presLayoutVars>
      </dgm:prSet>
      <dgm:spPr/>
    </dgm:pt>
    <dgm:pt modelId="{66F8E3C2-B2B3-497B-853E-E6B6F59598FB}" type="pres">
      <dgm:prSet presAssocID="{1377FED6-ECFF-4C68-840F-2A1AA99D18C2}" presName="bgRect" presStyleLbl="bgAccFollowNode1" presStyleIdx="0" presStyleCnt="4"/>
      <dgm:spPr/>
    </dgm:pt>
    <dgm:pt modelId="{E4E22336-B272-4F7A-B3FE-60FD02C167CC}" type="pres">
      <dgm:prSet presAssocID="{85A7AA85-DE75-4880-91C7-8F62D344A38B}" presName="sibTransNodeCircle" presStyleLbl="alignNode1" presStyleIdx="0" presStyleCnt="8">
        <dgm:presLayoutVars>
          <dgm:chMax val="0"/>
          <dgm:bulletEnabled/>
        </dgm:presLayoutVars>
      </dgm:prSet>
      <dgm:spPr/>
    </dgm:pt>
    <dgm:pt modelId="{0D1103BE-1E86-49FF-B250-F5DD5D3C99FE}" type="pres">
      <dgm:prSet presAssocID="{1377FED6-ECFF-4C68-840F-2A1AA99D18C2}" presName="bottomLine" presStyleLbl="alignNode1" presStyleIdx="1" presStyleCnt="8">
        <dgm:presLayoutVars/>
      </dgm:prSet>
      <dgm:spPr/>
    </dgm:pt>
    <dgm:pt modelId="{784B3D42-8C61-4F5F-93F9-BE6DD9D41657}" type="pres">
      <dgm:prSet presAssocID="{1377FED6-ECFF-4C68-840F-2A1AA99D18C2}" presName="nodeText" presStyleLbl="bgAccFollowNode1" presStyleIdx="0" presStyleCnt="4">
        <dgm:presLayoutVars>
          <dgm:bulletEnabled val="1"/>
        </dgm:presLayoutVars>
      </dgm:prSet>
      <dgm:spPr/>
    </dgm:pt>
    <dgm:pt modelId="{C7857DCB-E3A4-45A1-A3E9-5F4BCA194FE3}" type="pres">
      <dgm:prSet presAssocID="{85A7AA85-DE75-4880-91C7-8F62D344A38B}" presName="sibTrans" presStyleCnt="0"/>
      <dgm:spPr/>
    </dgm:pt>
    <dgm:pt modelId="{CE7E5317-0B68-4DF2-A2F3-D633F06577BD}" type="pres">
      <dgm:prSet presAssocID="{A5BBB931-6725-4563-939F-C9FC1624A62D}" presName="compositeNode" presStyleCnt="0">
        <dgm:presLayoutVars>
          <dgm:bulletEnabled val="1"/>
        </dgm:presLayoutVars>
      </dgm:prSet>
      <dgm:spPr/>
    </dgm:pt>
    <dgm:pt modelId="{9ABAD84E-FFF8-4256-A313-CCA896A88EF1}" type="pres">
      <dgm:prSet presAssocID="{A5BBB931-6725-4563-939F-C9FC1624A62D}" presName="bgRect" presStyleLbl="bgAccFollowNode1" presStyleIdx="1" presStyleCnt="4"/>
      <dgm:spPr/>
    </dgm:pt>
    <dgm:pt modelId="{1E29D522-0977-4DD1-B350-ADA29C715645}" type="pres">
      <dgm:prSet presAssocID="{C998E0E1-5288-4946-8F88-B2FA36E43DB1}" presName="sibTransNodeCircle" presStyleLbl="alignNode1" presStyleIdx="2" presStyleCnt="8">
        <dgm:presLayoutVars>
          <dgm:chMax val="0"/>
          <dgm:bulletEnabled/>
        </dgm:presLayoutVars>
      </dgm:prSet>
      <dgm:spPr/>
    </dgm:pt>
    <dgm:pt modelId="{B40C43E9-C0BD-474D-8B3F-26DEBF9BB957}" type="pres">
      <dgm:prSet presAssocID="{A5BBB931-6725-4563-939F-C9FC1624A62D}" presName="bottomLine" presStyleLbl="alignNode1" presStyleIdx="3" presStyleCnt="8">
        <dgm:presLayoutVars/>
      </dgm:prSet>
      <dgm:spPr/>
    </dgm:pt>
    <dgm:pt modelId="{73877D56-F0EF-4029-AA6E-8526904AB456}" type="pres">
      <dgm:prSet presAssocID="{A5BBB931-6725-4563-939F-C9FC1624A62D}" presName="nodeText" presStyleLbl="bgAccFollowNode1" presStyleIdx="1" presStyleCnt="4">
        <dgm:presLayoutVars>
          <dgm:bulletEnabled val="1"/>
        </dgm:presLayoutVars>
      </dgm:prSet>
      <dgm:spPr/>
    </dgm:pt>
    <dgm:pt modelId="{EC22B652-1369-4663-957C-ADEAFB340D24}" type="pres">
      <dgm:prSet presAssocID="{C998E0E1-5288-4946-8F88-B2FA36E43DB1}" presName="sibTrans" presStyleCnt="0"/>
      <dgm:spPr/>
    </dgm:pt>
    <dgm:pt modelId="{D6736625-6C69-4473-BAE9-91F28AD2061D}" type="pres">
      <dgm:prSet presAssocID="{4C0C7C35-01C6-4A03-BB5E-794C908DA341}" presName="compositeNode" presStyleCnt="0">
        <dgm:presLayoutVars>
          <dgm:bulletEnabled val="1"/>
        </dgm:presLayoutVars>
      </dgm:prSet>
      <dgm:spPr/>
    </dgm:pt>
    <dgm:pt modelId="{A4A755CC-C9DD-4302-9055-A387AFDBCBF7}" type="pres">
      <dgm:prSet presAssocID="{4C0C7C35-01C6-4A03-BB5E-794C908DA341}" presName="bgRect" presStyleLbl="bgAccFollowNode1" presStyleIdx="2" presStyleCnt="4"/>
      <dgm:spPr/>
    </dgm:pt>
    <dgm:pt modelId="{D7F7277B-BD2F-4429-9149-8DAFB0711595}" type="pres">
      <dgm:prSet presAssocID="{1E4C1F99-F708-4E9C-B2BE-6BF5B98E4659}" presName="sibTransNodeCircle" presStyleLbl="alignNode1" presStyleIdx="4" presStyleCnt="8">
        <dgm:presLayoutVars>
          <dgm:chMax val="0"/>
          <dgm:bulletEnabled/>
        </dgm:presLayoutVars>
      </dgm:prSet>
      <dgm:spPr/>
    </dgm:pt>
    <dgm:pt modelId="{83AE6102-51E3-42C5-9D33-463DEF07E305}" type="pres">
      <dgm:prSet presAssocID="{4C0C7C35-01C6-4A03-BB5E-794C908DA341}" presName="bottomLine" presStyleLbl="alignNode1" presStyleIdx="5" presStyleCnt="8">
        <dgm:presLayoutVars/>
      </dgm:prSet>
      <dgm:spPr/>
    </dgm:pt>
    <dgm:pt modelId="{CB22A081-A36F-454E-91CB-14F394015249}" type="pres">
      <dgm:prSet presAssocID="{4C0C7C35-01C6-4A03-BB5E-794C908DA341}" presName="nodeText" presStyleLbl="bgAccFollowNode1" presStyleIdx="2" presStyleCnt="4">
        <dgm:presLayoutVars>
          <dgm:bulletEnabled val="1"/>
        </dgm:presLayoutVars>
      </dgm:prSet>
      <dgm:spPr/>
    </dgm:pt>
    <dgm:pt modelId="{775BA3DC-240D-4B39-B608-8BF31659898B}" type="pres">
      <dgm:prSet presAssocID="{1E4C1F99-F708-4E9C-B2BE-6BF5B98E4659}" presName="sibTrans" presStyleCnt="0"/>
      <dgm:spPr/>
    </dgm:pt>
    <dgm:pt modelId="{C7855C0F-56A2-43A8-BF1C-38EC244B9942}" type="pres">
      <dgm:prSet presAssocID="{699C8D52-002B-4146-BFCB-8117F959228F}" presName="compositeNode" presStyleCnt="0">
        <dgm:presLayoutVars>
          <dgm:bulletEnabled val="1"/>
        </dgm:presLayoutVars>
      </dgm:prSet>
      <dgm:spPr/>
    </dgm:pt>
    <dgm:pt modelId="{EE7B0587-0EEA-43E5-AECF-D2A252CEB315}" type="pres">
      <dgm:prSet presAssocID="{699C8D52-002B-4146-BFCB-8117F959228F}" presName="bgRect" presStyleLbl="bgAccFollowNode1" presStyleIdx="3" presStyleCnt="4"/>
      <dgm:spPr/>
    </dgm:pt>
    <dgm:pt modelId="{5FC14C72-F681-4B71-A00A-34154F17ABF9}" type="pres">
      <dgm:prSet presAssocID="{B4CBFDBE-0BFA-4E93-AF26-1B516CC32790}" presName="sibTransNodeCircle" presStyleLbl="alignNode1" presStyleIdx="6" presStyleCnt="8">
        <dgm:presLayoutVars>
          <dgm:chMax val="0"/>
          <dgm:bulletEnabled/>
        </dgm:presLayoutVars>
      </dgm:prSet>
      <dgm:spPr/>
    </dgm:pt>
    <dgm:pt modelId="{D55A1143-6DA8-4070-9489-2CEFA9181B27}" type="pres">
      <dgm:prSet presAssocID="{699C8D52-002B-4146-BFCB-8117F959228F}" presName="bottomLine" presStyleLbl="alignNode1" presStyleIdx="7" presStyleCnt="8">
        <dgm:presLayoutVars/>
      </dgm:prSet>
      <dgm:spPr/>
    </dgm:pt>
    <dgm:pt modelId="{B726E761-1F7E-469A-8D1F-E837F8B87198}" type="pres">
      <dgm:prSet presAssocID="{699C8D52-002B-4146-BFCB-8117F959228F}" presName="nodeText" presStyleLbl="bgAccFollowNode1" presStyleIdx="3" presStyleCnt="4">
        <dgm:presLayoutVars>
          <dgm:bulletEnabled val="1"/>
        </dgm:presLayoutVars>
      </dgm:prSet>
      <dgm:spPr/>
    </dgm:pt>
  </dgm:ptLst>
  <dgm:cxnLst>
    <dgm:cxn modelId="{27DC9100-9707-4257-8923-CB724F6D09C6}" srcId="{98402CF7-6A03-47AA-94EC-83237F9AC690}" destId="{1377FED6-ECFF-4C68-840F-2A1AA99D18C2}" srcOrd="0" destOrd="0" parTransId="{EEA252DC-E842-4AAC-BB6B-F9F68407D63A}" sibTransId="{85A7AA85-DE75-4880-91C7-8F62D344A38B}"/>
    <dgm:cxn modelId="{4A06713C-F3C0-4076-ABB9-DF166751F6C0}" type="presOf" srcId="{B4CBFDBE-0BFA-4E93-AF26-1B516CC32790}" destId="{5FC14C72-F681-4B71-A00A-34154F17ABF9}" srcOrd="0" destOrd="0" presId="urn:microsoft.com/office/officeart/2016/7/layout/BasicLinearProcessNumbered"/>
    <dgm:cxn modelId="{A83EE442-446A-42D9-B57D-E5F5B4BE8529}" type="presOf" srcId="{1377FED6-ECFF-4C68-840F-2A1AA99D18C2}" destId="{784B3D42-8C61-4F5F-93F9-BE6DD9D41657}" srcOrd="1" destOrd="0" presId="urn:microsoft.com/office/officeart/2016/7/layout/BasicLinearProcessNumbered"/>
    <dgm:cxn modelId="{9B5F4664-6906-4C97-B8C9-BAABCAFD6308}" type="presOf" srcId="{4C0C7C35-01C6-4A03-BB5E-794C908DA341}" destId="{CB22A081-A36F-454E-91CB-14F394015249}" srcOrd="1" destOrd="0" presId="urn:microsoft.com/office/officeart/2016/7/layout/BasicLinearProcessNumbered"/>
    <dgm:cxn modelId="{00FE2F65-F4E8-427F-8F0E-7188A45A7D15}" type="presOf" srcId="{4C0C7C35-01C6-4A03-BB5E-794C908DA341}" destId="{A4A755CC-C9DD-4302-9055-A387AFDBCBF7}" srcOrd="0" destOrd="0" presId="urn:microsoft.com/office/officeart/2016/7/layout/BasicLinearProcessNumbered"/>
    <dgm:cxn modelId="{A5348C6F-AEB0-4372-AC61-F805A87A9341}" srcId="{98402CF7-6A03-47AA-94EC-83237F9AC690}" destId="{699C8D52-002B-4146-BFCB-8117F959228F}" srcOrd="3" destOrd="0" parTransId="{6B48BAA3-3F59-446D-A68D-F9A7FB1A2E1F}" sibTransId="{B4CBFDBE-0BFA-4E93-AF26-1B516CC32790}"/>
    <dgm:cxn modelId="{22DF748D-CA26-4A5F-96AF-A6916CAD13FA}" type="presOf" srcId="{1E4C1F99-F708-4E9C-B2BE-6BF5B98E4659}" destId="{D7F7277B-BD2F-4429-9149-8DAFB0711595}" srcOrd="0" destOrd="0" presId="urn:microsoft.com/office/officeart/2016/7/layout/BasicLinearProcessNumbered"/>
    <dgm:cxn modelId="{7B36F18E-0116-4951-B1F9-1C9ED45A16F7}" type="presOf" srcId="{98402CF7-6A03-47AA-94EC-83237F9AC690}" destId="{24732CD1-270A-4B4E-8E8F-053CEA91600F}" srcOrd="0" destOrd="0" presId="urn:microsoft.com/office/officeart/2016/7/layout/BasicLinearProcessNumbered"/>
    <dgm:cxn modelId="{FFC70691-29B3-437D-A54B-EE03BAB3090F}" type="presOf" srcId="{C998E0E1-5288-4946-8F88-B2FA36E43DB1}" destId="{1E29D522-0977-4DD1-B350-ADA29C715645}" srcOrd="0" destOrd="0" presId="urn:microsoft.com/office/officeart/2016/7/layout/BasicLinearProcessNumbered"/>
    <dgm:cxn modelId="{C7D8549C-0D97-4C38-802F-E4833482610A}" type="presOf" srcId="{A5BBB931-6725-4563-939F-C9FC1624A62D}" destId="{73877D56-F0EF-4029-AA6E-8526904AB456}" srcOrd="1" destOrd="0" presId="urn:microsoft.com/office/officeart/2016/7/layout/BasicLinearProcessNumbered"/>
    <dgm:cxn modelId="{B90F4D9F-E4FA-4F68-888F-961634B58A64}" srcId="{98402CF7-6A03-47AA-94EC-83237F9AC690}" destId="{4C0C7C35-01C6-4A03-BB5E-794C908DA341}" srcOrd="2" destOrd="0" parTransId="{A1D45839-7BA8-4111-939D-1C2F10F4E6B6}" sibTransId="{1E4C1F99-F708-4E9C-B2BE-6BF5B98E4659}"/>
    <dgm:cxn modelId="{5D3B76B0-3076-4F14-8D0B-E7B3E1EE4D9F}" type="presOf" srcId="{699C8D52-002B-4146-BFCB-8117F959228F}" destId="{EE7B0587-0EEA-43E5-AECF-D2A252CEB315}" srcOrd="0" destOrd="0" presId="urn:microsoft.com/office/officeart/2016/7/layout/BasicLinearProcessNumbered"/>
    <dgm:cxn modelId="{FB1516B2-36BE-44D6-A3A3-B3889E679E69}" srcId="{98402CF7-6A03-47AA-94EC-83237F9AC690}" destId="{A5BBB931-6725-4563-939F-C9FC1624A62D}" srcOrd="1" destOrd="0" parTransId="{57DFF726-6E27-4DB6-8366-831E4949EB19}" sibTransId="{C998E0E1-5288-4946-8F88-B2FA36E43DB1}"/>
    <dgm:cxn modelId="{7DF3A3B2-AE41-4ECE-9042-2F3CD597CA5E}" type="presOf" srcId="{A5BBB931-6725-4563-939F-C9FC1624A62D}" destId="{9ABAD84E-FFF8-4256-A313-CCA896A88EF1}" srcOrd="0" destOrd="0" presId="urn:microsoft.com/office/officeart/2016/7/layout/BasicLinearProcessNumbered"/>
    <dgm:cxn modelId="{EFE2C1BF-6183-4FE5-B2DE-111895D7A340}" type="presOf" srcId="{1377FED6-ECFF-4C68-840F-2A1AA99D18C2}" destId="{66F8E3C2-B2B3-497B-853E-E6B6F59598FB}" srcOrd="0" destOrd="0" presId="urn:microsoft.com/office/officeart/2016/7/layout/BasicLinearProcessNumbered"/>
    <dgm:cxn modelId="{3CD3C8C0-F9C9-4B91-8A4D-A19B55A7A482}" type="presOf" srcId="{699C8D52-002B-4146-BFCB-8117F959228F}" destId="{B726E761-1F7E-469A-8D1F-E837F8B87198}" srcOrd="1" destOrd="0" presId="urn:microsoft.com/office/officeart/2016/7/layout/BasicLinearProcessNumbered"/>
    <dgm:cxn modelId="{9EC093C9-837D-4893-A9F1-A00ACB6A7706}" type="presOf" srcId="{85A7AA85-DE75-4880-91C7-8F62D344A38B}" destId="{E4E22336-B272-4F7A-B3FE-60FD02C167CC}" srcOrd="0" destOrd="0" presId="urn:microsoft.com/office/officeart/2016/7/layout/BasicLinearProcessNumbered"/>
    <dgm:cxn modelId="{D8F74462-8A6E-4551-A33C-9ECF8EFBCD6F}" type="presParOf" srcId="{24732CD1-270A-4B4E-8E8F-053CEA91600F}" destId="{1802A341-9B17-427B-B93F-E04D5B5AFB10}" srcOrd="0" destOrd="0" presId="urn:microsoft.com/office/officeart/2016/7/layout/BasicLinearProcessNumbered"/>
    <dgm:cxn modelId="{41B92AA5-5DEE-4211-9362-7CFF08A3AA69}" type="presParOf" srcId="{1802A341-9B17-427B-B93F-E04D5B5AFB10}" destId="{66F8E3C2-B2B3-497B-853E-E6B6F59598FB}" srcOrd="0" destOrd="0" presId="urn:microsoft.com/office/officeart/2016/7/layout/BasicLinearProcessNumbered"/>
    <dgm:cxn modelId="{A2BF8D49-BE17-475D-8A7F-F33C1A86DDF3}" type="presParOf" srcId="{1802A341-9B17-427B-B93F-E04D5B5AFB10}" destId="{E4E22336-B272-4F7A-B3FE-60FD02C167CC}" srcOrd="1" destOrd="0" presId="urn:microsoft.com/office/officeart/2016/7/layout/BasicLinearProcessNumbered"/>
    <dgm:cxn modelId="{0F7B890D-F1F6-4984-A06C-E8CBB980106E}" type="presParOf" srcId="{1802A341-9B17-427B-B93F-E04D5B5AFB10}" destId="{0D1103BE-1E86-49FF-B250-F5DD5D3C99FE}" srcOrd="2" destOrd="0" presId="urn:microsoft.com/office/officeart/2016/7/layout/BasicLinearProcessNumbered"/>
    <dgm:cxn modelId="{DF705063-70E8-4697-A2EB-4B9D707DE9F8}" type="presParOf" srcId="{1802A341-9B17-427B-B93F-E04D5B5AFB10}" destId="{784B3D42-8C61-4F5F-93F9-BE6DD9D41657}" srcOrd="3" destOrd="0" presId="urn:microsoft.com/office/officeart/2016/7/layout/BasicLinearProcessNumbered"/>
    <dgm:cxn modelId="{8477E37F-B5AB-401F-A809-BF4B07609CEC}" type="presParOf" srcId="{24732CD1-270A-4B4E-8E8F-053CEA91600F}" destId="{C7857DCB-E3A4-45A1-A3E9-5F4BCA194FE3}" srcOrd="1" destOrd="0" presId="urn:microsoft.com/office/officeart/2016/7/layout/BasicLinearProcessNumbered"/>
    <dgm:cxn modelId="{3C9E61D8-BEC2-466B-8E16-BDC6BB238AB7}" type="presParOf" srcId="{24732CD1-270A-4B4E-8E8F-053CEA91600F}" destId="{CE7E5317-0B68-4DF2-A2F3-D633F06577BD}" srcOrd="2" destOrd="0" presId="urn:microsoft.com/office/officeart/2016/7/layout/BasicLinearProcessNumbered"/>
    <dgm:cxn modelId="{F930E1C6-E8B3-43C6-A9C4-B2970AD7C833}" type="presParOf" srcId="{CE7E5317-0B68-4DF2-A2F3-D633F06577BD}" destId="{9ABAD84E-FFF8-4256-A313-CCA896A88EF1}" srcOrd="0" destOrd="0" presId="urn:microsoft.com/office/officeart/2016/7/layout/BasicLinearProcessNumbered"/>
    <dgm:cxn modelId="{F8B61DD4-D584-4A95-9684-B795ED7FAA9B}" type="presParOf" srcId="{CE7E5317-0B68-4DF2-A2F3-D633F06577BD}" destId="{1E29D522-0977-4DD1-B350-ADA29C715645}" srcOrd="1" destOrd="0" presId="urn:microsoft.com/office/officeart/2016/7/layout/BasicLinearProcessNumbered"/>
    <dgm:cxn modelId="{163706B2-9AC5-4A02-9FA7-49E97B880BE5}" type="presParOf" srcId="{CE7E5317-0B68-4DF2-A2F3-D633F06577BD}" destId="{B40C43E9-C0BD-474D-8B3F-26DEBF9BB957}" srcOrd="2" destOrd="0" presId="urn:microsoft.com/office/officeart/2016/7/layout/BasicLinearProcessNumbered"/>
    <dgm:cxn modelId="{12E139D4-11B5-499A-90E2-CBEE2F0574EF}" type="presParOf" srcId="{CE7E5317-0B68-4DF2-A2F3-D633F06577BD}" destId="{73877D56-F0EF-4029-AA6E-8526904AB456}" srcOrd="3" destOrd="0" presId="urn:microsoft.com/office/officeart/2016/7/layout/BasicLinearProcessNumbered"/>
    <dgm:cxn modelId="{54FB3293-E7EA-49B0-8C52-01B33BA787D8}" type="presParOf" srcId="{24732CD1-270A-4B4E-8E8F-053CEA91600F}" destId="{EC22B652-1369-4663-957C-ADEAFB340D24}" srcOrd="3" destOrd="0" presId="urn:microsoft.com/office/officeart/2016/7/layout/BasicLinearProcessNumbered"/>
    <dgm:cxn modelId="{7DB8D59A-29BB-4C47-8F76-7484EE2F93FA}" type="presParOf" srcId="{24732CD1-270A-4B4E-8E8F-053CEA91600F}" destId="{D6736625-6C69-4473-BAE9-91F28AD2061D}" srcOrd="4" destOrd="0" presId="urn:microsoft.com/office/officeart/2016/7/layout/BasicLinearProcessNumbered"/>
    <dgm:cxn modelId="{560510B2-8576-4069-8D0B-E4420DA58863}" type="presParOf" srcId="{D6736625-6C69-4473-BAE9-91F28AD2061D}" destId="{A4A755CC-C9DD-4302-9055-A387AFDBCBF7}" srcOrd="0" destOrd="0" presId="urn:microsoft.com/office/officeart/2016/7/layout/BasicLinearProcessNumbered"/>
    <dgm:cxn modelId="{6026EC07-DB03-4482-9BE6-E2D50522CD26}" type="presParOf" srcId="{D6736625-6C69-4473-BAE9-91F28AD2061D}" destId="{D7F7277B-BD2F-4429-9149-8DAFB0711595}" srcOrd="1" destOrd="0" presId="urn:microsoft.com/office/officeart/2016/7/layout/BasicLinearProcessNumbered"/>
    <dgm:cxn modelId="{2491B17E-726E-4437-8229-7C7A22828630}" type="presParOf" srcId="{D6736625-6C69-4473-BAE9-91F28AD2061D}" destId="{83AE6102-51E3-42C5-9D33-463DEF07E305}" srcOrd="2" destOrd="0" presId="urn:microsoft.com/office/officeart/2016/7/layout/BasicLinearProcessNumbered"/>
    <dgm:cxn modelId="{E85FECA9-9D58-4F04-A909-B941F6462AEE}" type="presParOf" srcId="{D6736625-6C69-4473-BAE9-91F28AD2061D}" destId="{CB22A081-A36F-454E-91CB-14F394015249}" srcOrd="3" destOrd="0" presId="urn:microsoft.com/office/officeart/2016/7/layout/BasicLinearProcessNumbered"/>
    <dgm:cxn modelId="{D4D04B2E-222B-4331-86C9-6B62751FBD50}" type="presParOf" srcId="{24732CD1-270A-4B4E-8E8F-053CEA91600F}" destId="{775BA3DC-240D-4B39-B608-8BF31659898B}" srcOrd="5" destOrd="0" presId="urn:microsoft.com/office/officeart/2016/7/layout/BasicLinearProcessNumbered"/>
    <dgm:cxn modelId="{60460BEE-9C85-42CE-8BC8-7A7E70129665}" type="presParOf" srcId="{24732CD1-270A-4B4E-8E8F-053CEA91600F}" destId="{C7855C0F-56A2-43A8-BF1C-38EC244B9942}" srcOrd="6" destOrd="0" presId="urn:microsoft.com/office/officeart/2016/7/layout/BasicLinearProcessNumbered"/>
    <dgm:cxn modelId="{6DF76859-C480-48D0-BD14-F9D77DF0212E}" type="presParOf" srcId="{C7855C0F-56A2-43A8-BF1C-38EC244B9942}" destId="{EE7B0587-0EEA-43E5-AECF-D2A252CEB315}" srcOrd="0" destOrd="0" presId="urn:microsoft.com/office/officeart/2016/7/layout/BasicLinearProcessNumbered"/>
    <dgm:cxn modelId="{49EABF8D-276B-4551-9FE2-FCC59E3D4157}" type="presParOf" srcId="{C7855C0F-56A2-43A8-BF1C-38EC244B9942}" destId="{5FC14C72-F681-4B71-A00A-34154F17ABF9}" srcOrd="1" destOrd="0" presId="urn:microsoft.com/office/officeart/2016/7/layout/BasicLinearProcessNumbered"/>
    <dgm:cxn modelId="{62420B19-E5C3-4E01-8A07-874EA1EFC3AE}" type="presParOf" srcId="{C7855C0F-56A2-43A8-BF1C-38EC244B9942}" destId="{D55A1143-6DA8-4070-9489-2CEFA9181B27}" srcOrd="2" destOrd="0" presId="urn:microsoft.com/office/officeart/2016/7/layout/BasicLinearProcessNumbered"/>
    <dgm:cxn modelId="{4E58D069-3904-4D97-9692-71A4F25F17F0}" type="presParOf" srcId="{C7855C0F-56A2-43A8-BF1C-38EC244B9942}" destId="{B726E761-1F7E-469A-8D1F-E837F8B87198}" srcOrd="3" destOrd="0" presId="urn:microsoft.com/office/officeart/2016/7/layout/BasicLinearProcessNumbered"/>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00BD54-F3F1-401E-BC36-4593288231A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A204F03-3819-407D-A97F-8745C4A68EF6}">
      <dgm:prSet custT="1"/>
      <dgm:spPr/>
      <dgm:t>
        <a:bodyPr/>
        <a:lstStyle/>
        <a:p>
          <a:r>
            <a:rPr lang="en-US" sz="1400" dirty="0"/>
            <a:t>image classification</a:t>
          </a:r>
        </a:p>
      </dgm:t>
    </dgm:pt>
    <dgm:pt modelId="{A6960D5A-8B32-4A8A-A637-4E1E4202F9B8}" type="parTrans" cxnId="{04B1BA4A-EA75-4E27-824D-F477639D0FAF}">
      <dgm:prSet/>
      <dgm:spPr/>
      <dgm:t>
        <a:bodyPr/>
        <a:lstStyle/>
        <a:p>
          <a:endParaRPr lang="en-US"/>
        </a:p>
      </dgm:t>
    </dgm:pt>
    <dgm:pt modelId="{CE68C71C-E98E-49B1-896A-1029A63B3B48}" type="sibTrans" cxnId="{04B1BA4A-EA75-4E27-824D-F477639D0FAF}">
      <dgm:prSet/>
      <dgm:spPr/>
      <dgm:t>
        <a:bodyPr/>
        <a:lstStyle/>
        <a:p>
          <a:endParaRPr lang="en-US"/>
        </a:p>
      </dgm:t>
    </dgm:pt>
    <dgm:pt modelId="{8EEB6CA9-6848-4698-BD0A-386A17CE1202}">
      <dgm:prSet custT="1"/>
      <dgm:spPr/>
      <dgm:t>
        <a:bodyPr/>
        <a:lstStyle/>
        <a:p>
          <a:r>
            <a:rPr lang="en-US" sz="1400" dirty="0"/>
            <a:t>object detection and image segmentation</a:t>
          </a:r>
        </a:p>
      </dgm:t>
    </dgm:pt>
    <dgm:pt modelId="{D3202110-04E0-431C-8425-07CFAF133A9D}" type="parTrans" cxnId="{1DB9739E-5198-4F0A-8005-7A402BC3AE88}">
      <dgm:prSet/>
      <dgm:spPr/>
      <dgm:t>
        <a:bodyPr/>
        <a:lstStyle/>
        <a:p>
          <a:endParaRPr lang="en-US"/>
        </a:p>
      </dgm:t>
    </dgm:pt>
    <dgm:pt modelId="{96564CDA-1302-475C-9BE8-0177ADCADC17}" type="sibTrans" cxnId="{1DB9739E-5198-4F0A-8005-7A402BC3AE88}">
      <dgm:prSet/>
      <dgm:spPr/>
      <dgm:t>
        <a:bodyPr/>
        <a:lstStyle/>
        <a:p>
          <a:endParaRPr lang="en-US"/>
        </a:p>
      </dgm:t>
    </dgm:pt>
    <dgm:pt modelId="{7DEF22B6-741C-452C-B4A9-2B302D520DCB}">
      <dgm:prSet custT="1"/>
      <dgm:spPr/>
      <dgm:t>
        <a:bodyPr/>
        <a:lstStyle/>
        <a:p>
          <a:r>
            <a:rPr lang="en-US" sz="1400" dirty="0"/>
            <a:t>body, face and gesture analysis</a:t>
          </a:r>
        </a:p>
      </dgm:t>
    </dgm:pt>
    <dgm:pt modelId="{56F38E70-1481-41E4-985D-CF494F63CB22}" type="parTrans" cxnId="{EC6D6FA2-5EF6-4011-8F4A-0EDD6DDAF7B3}">
      <dgm:prSet/>
      <dgm:spPr/>
      <dgm:t>
        <a:bodyPr/>
        <a:lstStyle/>
        <a:p>
          <a:endParaRPr lang="en-US"/>
        </a:p>
      </dgm:t>
    </dgm:pt>
    <dgm:pt modelId="{BA2E7FD3-AC48-4533-B8E8-276B9A01720B}" type="sibTrans" cxnId="{EC6D6FA2-5EF6-4011-8F4A-0EDD6DDAF7B3}">
      <dgm:prSet/>
      <dgm:spPr/>
      <dgm:t>
        <a:bodyPr/>
        <a:lstStyle/>
        <a:p>
          <a:endParaRPr lang="en-US"/>
        </a:p>
      </dgm:t>
    </dgm:pt>
    <dgm:pt modelId="{014072BB-AF98-45F2-A46B-98124CB9DB2C}">
      <dgm:prSet custT="1"/>
      <dgm:spPr/>
      <dgm:t>
        <a:bodyPr/>
        <a:lstStyle/>
        <a:p>
          <a:r>
            <a:rPr lang="en-US" sz="1400" dirty="0"/>
            <a:t>image manipulation</a:t>
          </a:r>
        </a:p>
      </dgm:t>
    </dgm:pt>
    <dgm:pt modelId="{DAD4F305-0BCC-4F14-A4FA-B66347854BB3}" type="parTrans" cxnId="{9A903112-8A23-4A04-8482-8B181CBA8B2E}">
      <dgm:prSet/>
      <dgm:spPr/>
      <dgm:t>
        <a:bodyPr/>
        <a:lstStyle/>
        <a:p>
          <a:endParaRPr lang="en-US"/>
        </a:p>
      </dgm:t>
    </dgm:pt>
    <dgm:pt modelId="{9F25CD56-0ADC-44CC-9236-19D41A8AFFDA}" type="sibTrans" cxnId="{9A903112-8A23-4A04-8482-8B181CBA8B2E}">
      <dgm:prSet/>
      <dgm:spPr/>
      <dgm:t>
        <a:bodyPr/>
        <a:lstStyle/>
        <a:p>
          <a:endParaRPr lang="en-US"/>
        </a:p>
      </dgm:t>
    </dgm:pt>
    <dgm:pt modelId="{23FC7948-4151-49AA-8910-6F71C12CE844}">
      <dgm:prSet custT="1"/>
      <dgm:spPr/>
      <dgm:t>
        <a:bodyPr/>
        <a:lstStyle/>
        <a:p>
          <a:r>
            <a:rPr lang="en-US" sz="1400" dirty="0"/>
            <a:t>machine comprehension</a:t>
          </a:r>
        </a:p>
      </dgm:t>
    </dgm:pt>
    <dgm:pt modelId="{D51AF5B3-58EC-4823-9D19-8DB04B630DE1}" type="parTrans" cxnId="{EF2C4650-6519-4E24-B5D9-8FA5B9398210}">
      <dgm:prSet/>
      <dgm:spPr/>
      <dgm:t>
        <a:bodyPr/>
        <a:lstStyle/>
        <a:p>
          <a:endParaRPr lang="en-US"/>
        </a:p>
      </dgm:t>
    </dgm:pt>
    <dgm:pt modelId="{0861AB79-14F5-4425-9DD2-2BE0A3862D85}" type="sibTrans" cxnId="{EF2C4650-6519-4E24-B5D9-8FA5B9398210}">
      <dgm:prSet/>
      <dgm:spPr/>
      <dgm:t>
        <a:bodyPr/>
        <a:lstStyle/>
        <a:p>
          <a:endParaRPr lang="en-US"/>
        </a:p>
      </dgm:t>
    </dgm:pt>
    <dgm:pt modelId="{379E1FA0-6269-4A3C-A4D1-863B96EE319D}" type="pres">
      <dgm:prSet presAssocID="{9200BD54-F3F1-401E-BC36-4593288231A1}" presName="hierChild1" presStyleCnt="0">
        <dgm:presLayoutVars>
          <dgm:chPref val="1"/>
          <dgm:dir/>
          <dgm:animOne val="branch"/>
          <dgm:animLvl val="lvl"/>
          <dgm:resizeHandles/>
        </dgm:presLayoutVars>
      </dgm:prSet>
      <dgm:spPr/>
    </dgm:pt>
    <dgm:pt modelId="{357073EA-CDAB-475B-B34D-73E27158A965}" type="pres">
      <dgm:prSet presAssocID="{CA204F03-3819-407D-A97F-8745C4A68EF6}" presName="hierRoot1" presStyleCnt="0"/>
      <dgm:spPr/>
    </dgm:pt>
    <dgm:pt modelId="{11D6FCBD-ABD4-4974-A453-8F2A118D9E33}" type="pres">
      <dgm:prSet presAssocID="{CA204F03-3819-407D-A97F-8745C4A68EF6}" presName="composite" presStyleCnt="0"/>
      <dgm:spPr/>
    </dgm:pt>
    <dgm:pt modelId="{6AF91C2C-5CBE-4B56-B961-6FB74DBE9DB1}" type="pres">
      <dgm:prSet presAssocID="{CA204F03-3819-407D-A97F-8745C4A68EF6}" presName="background" presStyleLbl="node0" presStyleIdx="0" presStyleCnt="5"/>
      <dgm:spPr/>
    </dgm:pt>
    <dgm:pt modelId="{D9EA102B-F140-4B07-9C77-97CBF8C17A39}" type="pres">
      <dgm:prSet presAssocID="{CA204F03-3819-407D-A97F-8745C4A68EF6}" presName="text" presStyleLbl="fgAcc0" presStyleIdx="0" presStyleCnt="5">
        <dgm:presLayoutVars>
          <dgm:chPref val="3"/>
        </dgm:presLayoutVars>
      </dgm:prSet>
      <dgm:spPr/>
    </dgm:pt>
    <dgm:pt modelId="{FA8CC5BC-5824-424C-97FC-B1C57372312B}" type="pres">
      <dgm:prSet presAssocID="{CA204F03-3819-407D-A97F-8745C4A68EF6}" presName="hierChild2" presStyleCnt="0"/>
      <dgm:spPr/>
    </dgm:pt>
    <dgm:pt modelId="{5E77EB2E-5233-4262-9309-0B1C1FC10702}" type="pres">
      <dgm:prSet presAssocID="{8EEB6CA9-6848-4698-BD0A-386A17CE1202}" presName="hierRoot1" presStyleCnt="0"/>
      <dgm:spPr/>
    </dgm:pt>
    <dgm:pt modelId="{F546CF41-E437-418F-A4E8-9F1D8E383A09}" type="pres">
      <dgm:prSet presAssocID="{8EEB6CA9-6848-4698-BD0A-386A17CE1202}" presName="composite" presStyleCnt="0"/>
      <dgm:spPr/>
    </dgm:pt>
    <dgm:pt modelId="{75FE399D-3D0D-4C2F-A761-9652F2D4E9B6}" type="pres">
      <dgm:prSet presAssocID="{8EEB6CA9-6848-4698-BD0A-386A17CE1202}" presName="background" presStyleLbl="node0" presStyleIdx="1" presStyleCnt="5"/>
      <dgm:spPr/>
    </dgm:pt>
    <dgm:pt modelId="{E7B0CC94-1C14-4111-939B-8F1C4FE1EBA1}" type="pres">
      <dgm:prSet presAssocID="{8EEB6CA9-6848-4698-BD0A-386A17CE1202}" presName="text" presStyleLbl="fgAcc0" presStyleIdx="1" presStyleCnt="5">
        <dgm:presLayoutVars>
          <dgm:chPref val="3"/>
        </dgm:presLayoutVars>
      </dgm:prSet>
      <dgm:spPr/>
    </dgm:pt>
    <dgm:pt modelId="{9FD1710A-0CB7-4DD2-8946-3DA48A824EC0}" type="pres">
      <dgm:prSet presAssocID="{8EEB6CA9-6848-4698-BD0A-386A17CE1202}" presName="hierChild2" presStyleCnt="0"/>
      <dgm:spPr/>
    </dgm:pt>
    <dgm:pt modelId="{F5BDC5C7-51A3-475B-A52F-BF78EBDA980C}" type="pres">
      <dgm:prSet presAssocID="{7DEF22B6-741C-452C-B4A9-2B302D520DCB}" presName="hierRoot1" presStyleCnt="0"/>
      <dgm:spPr/>
    </dgm:pt>
    <dgm:pt modelId="{69EFDD8F-B0D5-4C49-A90B-207A234BF389}" type="pres">
      <dgm:prSet presAssocID="{7DEF22B6-741C-452C-B4A9-2B302D520DCB}" presName="composite" presStyleCnt="0"/>
      <dgm:spPr/>
    </dgm:pt>
    <dgm:pt modelId="{13A156DF-8E02-4810-A2A1-3542DF5FB896}" type="pres">
      <dgm:prSet presAssocID="{7DEF22B6-741C-452C-B4A9-2B302D520DCB}" presName="background" presStyleLbl="node0" presStyleIdx="2" presStyleCnt="5"/>
      <dgm:spPr/>
    </dgm:pt>
    <dgm:pt modelId="{B5D452F3-48DE-431D-801F-D09342F6CBBC}" type="pres">
      <dgm:prSet presAssocID="{7DEF22B6-741C-452C-B4A9-2B302D520DCB}" presName="text" presStyleLbl="fgAcc0" presStyleIdx="2" presStyleCnt="5">
        <dgm:presLayoutVars>
          <dgm:chPref val="3"/>
        </dgm:presLayoutVars>
      </dgm:prSet>
      <dgm:spPr/>
    </dgm:pt>
    <dgm:pt modelId="{1E6F7308-EC04-4DA6-AF98-75851175A618}" type="pres">
      <dgm:prSet presAssocID="{7DEF22B6-741C-452C-B4A9-2B302D520DCB}" presName="hierChild2" presStyleCnt="0"/>
      <dgm:spPr/>
    </dgm:pt>
    <dgm:pt modelId="{E678374A-D650-4A6C-8761-C683A23FB7DF}" type="pres">
      <dgm:prSet presAssocID="{014072BB-AF98-45F2-A46B-98124CB9DB2C}" presName="hierRoot1" presStyleCnt="0"/>
      <dgm:spPr/>
    </dgm:pt>
    <dgm:pt modelId="{6D3C74A1-C227-41CF-AB14-A1962583AED0}" type="pres">
      <dgm:prSet presAssocID="{014072BB-AF98-45F2-A46B-98124CB9DB2C}" presName="composite" presStyleCnt="0"/>
      <dgm:spPr/>
    </dgm:pt>
    <dgm:pt modelId="{79CD7654-93A4-49ED-BA1E-7416D990E009}" type="pres">
      <dgm:prSet presAssocID="{014072BB-AF98-45F2-A46B-98124CB9DB2C}" presName="background" presStyleLbl="node0" presStyleIdx="3" presStyleCnt="5"/>
      <dgm:spPr/>
    </dgm:pt>
    <dgm:pt modelId="{DFE58066-F474-4519-A20B-9AAB6D8B5858}" type="pres">
      <dgm:prSet presAssocID="{014072BB-AF98-45F2-A46B-98124CB9DB2C}" presName="text" presStyleLbl="fgAcc0" presStyleIdx="3" presStyleCnt="5">
        <dgm:presLayoutVars>
          <dgm:chPref val="3"/>
        </dgm:presLayoutVars>
      </dgm:prSet>
      <dgm:spPr/>
    </dgm:pt>
    <dgm:pt modelId="{08A086D2-6E51-4097-8DB7-E46ED7909B4E}" type="pres">
      <dgm:prSet presAssocID="{014072BB-AF98-45F2-A46B-98124CB9DB2C}" presName="hierChild2" presStyleCnt="0"/>
      <dgm:spPr/>
    </dgm:pt>
    <dgm:pt modelId="{2BDA5C97-6196-4E7C-9DA6-2C03EC17AF22}" type="pres">
      <dgm:prSet presAssocID="{23FC7948-4151-49AA-8910-6F71C12CE844}" presName="hierRoot1" presStyleCnt="0"/>
      <dgm:spPr/>
    </dgm:pt>
    <dgm:pt modelId="{D23F9DE2-3661-421C-A89E-661B52BA2260}" type="pres">
      <dgm:prSet presAssocID="{23FC7948-4151-49AA-8910-6F71C12CE844}" presName="composite" presStyleCnt="0"/>
      <dgm:spPr/>
    </dgm:pt>
    <dgm:pt modelId="{4833A605-D7F3-4072-9F07-D24F8F49B632}" type="pres">
      <dgm:prSet presAssocID="{23FC7948-4151-49AA-8910-6F71C12CE844}" presName="background" presStyleLbl="node0" presStyleIdx="4" presStyleCnt="5"/>
      <dgm:spPr/>
    </dgm:pt>
    <dgm:pt modelId="{5B3489D0-ACB8-4D32-B37C-8809657EFD5C}" type="pres">
      <dgm:prSet presAssocID="{23FC7948-4151-49AA-8910-6F71C12CE844}" presName="text" presStyleLbl="fgAcc0" presStyleIdx="4" presStyleCnt="5">
        <dgm:presLayoutVars>
          <dgm:chPref val="3"/>
        </dgm:presLayoutVars>
      </dgm:prSet>
      <dgm:spPr/>
    </dgm:pt>
    <dgm:pt modelId="{83B5AEA9-2199-4060-B093-AC7FD0B61272}" type="pres">
      <dgm:prSet presAssocID="{23FC7948-4151-49AA-8910-6F71C12CE844}" presName="hierChild2" presStyleCnt="0"/>
      <dgm:spPr/>
    </dgm:pt>
  </dgm:ptLst>
  <dgm:cxnLst>
    <dgm:cxn modelId="{9A903112-8A23-4A04-8482-8B181CBA8B2E}" srcId="{9200BD54-F3F1-401E-BC36-4593288231A1}" destId="{014072BB-AF98-45F2-A46B-98124CB9DB2C}" srcOrd="3" destOrd="0" parTransId="{DAD4F305-0BCC-4F14-A4FA-B66347854BB3}" sibTransId="{9F25CD56-0ADC-44CC-9236-19D41A8AFFDA}"/>
    <dgm:cxn modelId="{DABF2528-827F-4D6F-BD6C-A6B400472BC5}" type="presOf" srcId="{CA204F03-3819-407D-A97F-8745C4A68EF6}" destId="{D9EA102B-F140-4B07-9C77-97CBF8C17A39}" srcOrd="0" destOrd="0" presId="urn:microsoft.com/office/officeart/2005/8/layout/hierarchy1"/>
    <dgm:cxn modelId="{08E08266-CEE1-4921-AC50-BED8630F93DD}" type="presOf" srcId="{23FC7948-4151-49AA-8910-6F71C12CE844}" destId="{5B3489D0-ACB8-4D32-B37C-8809657EFD5C}" srcOrd="0" destOrd="0" presId="urn:microsoft.com/office/officeart/2005/8/layout/hierarchy1"/>
    <dgm:cxn modelId="{04B1BA4A-EA75-4E27-824D-F477639D0FAF}" srcId="{9200BD54-F3F1-401E-BC36-4593288231A1}" destId="{CA204F03-3819-407D-A97F-8745C4A68EF6}" srcOrd="0" destOrd="0" parTransId="{A6960D5A-8B32-4A8A-A637-4E1E4202F9B8}" sibTransId="{CE68C71C-E98E-49B1-896A-1029A63B3B48}"/>
    <dgm:cxn modelId="{1072FB6E-4B97-4E29-AACD-DFF56BDF95E6}" type="presOf" srcId="{8EEB6CA9-6848-4698-BD0A-386A17CE1202}" destId="{E7B0CC94-1C14-4111-939B-8F1C4FE1EBA1}" srcOrd="0" destOrd="0" presId="urn:microsoft.com/office/officeart/2005/8/layout/hierarchy1"/>
    <dgm:cxn modelId="{EF2C4650-6519-4E24-B5D9-8FA5B9398210}" srcId="{9200BD54-F3F1-401E-BC36-4593288231A1}" destId="{23FC7948-4151-49AA-8910-6F71C12CE844}" srcOrd="4" destOrd="0" parTransId="{D51AF5B3-58EC-4823-9D19-8DB04B630DE1}" sibTransId="{0861AB79-14F5-4425-9DD2-2BE0A3862D85}"/>
    <dgm:cxn modelId="{F8CBB486-16C7-4879-8D42-39A620BC7B19}" type="presOf" srcId="{7DEF22B6-741C-452C-B4A9-2B302D520DCB}" destId="{B5D452F3-48DE-431D-801F-D09342F6CBBC}" srcOrd="0" destOrd="0" presId="urn:microsoft.com/office/officeart/2005/8/layout/hierarchy1"/>
    <dgm:cxn modelId="{1DB9739E-5198-4F0A-8005-7A402BC3AE88}" srcId="{9200BD54-F3F1-401E-BC36-4593288231A1}" destId="{8EEB6CA9-6848-4698-BD0A-386A17CE1202}" srcOrd="1" destOrd="0" parTransId="{D3202110-04E0-431C-8425-07CFAF133A9D}" sibTransId="{96564CDA-1302-475C-9BE8-0177ADCADC17}"/>
    <dgm:cxn modelId="{EC6D6FA2-5EF6-4011-8F4A-0EDD6DDAF7B3}" srcId="{9200BD54-F3F1-401E-BC36-4593288231A1}" destId="{7DEF22B6-741C-452C-B4A9-2B302D520DCB}" srcOrd="2" destOrd="0" parTransId="{56F38E70-1481-41E4-985D-CF494F63CB22}" sibTransId="{BA2E7FD3-AC48-4533-B8E8-276B9A01720B}"/>
    <dgm:cxn modelId="{8D11A6BF-0ED6-4AD9-93D9-CDD3DA7101A0}" type="presOf" srcId="{014072BB-AF98-45F2-A46B-98124CB9DB2C}" destId="{DFE58066-F474-4519-A20B-9AAB6D8B5858}" srcOrd="0" destOrd="0" presId="urn:microsoft.com/office/officeart/2005/8/layout/hierarchy1"/>
    <dgm:cxn modelId="{8D63CFD1-17B1-4F27-96F7-F341D85E84F2}" type="presOf" srcId="{9200BD54-F3F1-401E-BC36-4593288231A1}" destId="{379E1FA0-6269-4A3C-A4D1-863B96EE319D}" srcOrd="0" destOrd="0" presId="urn:microsoft.com/office/officeart/2005/8/layout/hierarchy1"/>
    <dgm:cxn modelId="{8300CE02-C7D3-4C4E-B125-58809AD3809B}" type="presParOf" srcId="{379E1FA0-6269-4A3C-A4D1-863B96EE319D}" destId="{357073EA-CDAB-475B-B34D-73E27158A965}" srcOrd="0" destOrd="0" presId="urn:microsoft.com/office/officeart/2005/8/layout/hierarchy1"/>
    <dgm:cxn modelId="{E9DEE3F2-32C9-41C3-AEC1-2D3129BD4F19}" type="presParOf" srcId="{357073EA-CDAB-475B-B34D-73E27158A965}" destId="{11D6FCBD-ABD4-4974-A453-8F2A118D9E33}" srcOrd="0" destOrd="0" presId="urn:microsoft.com/office/officeart/2005/8/layout/hierarchy1"/>
    <dgm:cxn modelId="{8AE826A6-9640-471B-B9B8-4BEAEE70F47B}" type="presParOf" srcId="{11D6FCBD-ABD4-4974-A453-8F2A118D9E33}" destId="{6AF91C2C-5CBE-4B56-B961-6FB74DBE9DB1}" srcOrd="0" destOrd="0" presId="urn:microsoft.com/office/officeart/2005/8/layout/hierarchy1"/>
    <dgm:cxn modelId="{3E3C63F0-94BE-441B-B839-A397CA2F8A76}" type="presParOf" srcId="{11D6FCBD-ABD4-4974-A453-8F2A118D9E33}" destId="{D9EA102B-F140-4B07-9C77-97CBF8C17A39}" srcOrd="1" destOrd="0" presId="urn:microsoft.com/office/officeart/2005/8/layout/hierarchy1"/>
    <dgm:cxn modelId="{4D1DAFF0-6DD6-4186-B289-9DA6C29CD458}" type="presParOf" srcId="{357073EA-CDAB-475B-B34D-73E27158A965}" destId="{FA8CC5BC-5824-424C-97FC-B1C57372312B}" srcOrd="1" destOrd="0" presId="urn:microsoft.com/office/officeart/2005/8/layout/hierarchy1"/>
    <dgm:cxn modelId="{82AA3121-8221-412D-8275-E831BA40340C}" type="presParOf" srcId="{379E1FA0-6269-4A3C-A4D1-863B96EE319D}" destId="{5E77EB2E-5233-4262-9309-0B1C1FC10702}" srcOrd="1" destOrd="0" presId="urn:microsoft.com/office/officeart/2005/8/layout/hierarchy1"/>
    <dgm:cxn modelId="{B769AF58-F679-4016-80F2-B4273C14F7D2}" type="presParOf" srcId="{5E77EB2E-5233-4262-9309-0B1C1FC10702}" destId="{F546CF41-E437-418F-A4E8-9F1D8E383A09}" srcOrd="0" destOrd="0" presId="urn:microsoft.com/office/officeart/2005/8/layout/hierarchy1"/>
    <dgm:cxn modelId="{898510C6-48D4-4109-B8AE-BE6D748C3E3E}" type="presParOf" srcId="{F546CF41-E437-418F-A4E8-9F1D8E383A09}" destId="{75FE399D-3D0D-4C2F-A761-9652F2D4E9B6}" srcOrd="0" destOrd="0" presId="urn:microsoft.com/office/officeart/2005/8/layout/hierarchy1"/>
    <dgm:cxn modelId="{B9A9E841-19B5-4AEA-B6D5-D6DE645698FB}" type="presParOf" srcId="{F546CF41-E437-418F-A4E8-9F1D8E383A09}" destId="{E7B0CC94-1C14-4111-939B-8F1C4FE1EBA1}" srcOrd="1" destOrd="0" presId="urn:microsoft.com/office/officeart/2005/8/layout/hierarchy1"/>
    <dgm:cxn modelId="{EE6EBDD5-E04C-434D-B97B-E417544DF40E}" type="presParOf" srcId="{5E77EB2E-5233-4262-9309-0B1C1FC10702}" destId="{9FD1710A-0CB7-4DD2-8946-3DA48A824EC0}" srcOrd="1" destOrd="0" presId="urn:microsoft.com/office/officeart/2005/8/layout/hierarchy1"/>
    <dgm:cxn modelId="{EB53DCB7-E2C0-4488-AF9E-4B6778AA748F}" type="presParOf" srcId="{379E1FA0-6269-4A3C-A4D1-863B96EE319D}" destId="{F5BDC5C7-51A3-475B-A52F-BF78EBDA980C}" srcOrd="2" destOrd="0" presId="urn:microsoft.com/office/officeart/2005/8/layout/hierarchy1"/>
    <dgm:cxn modelId="{F6B398B5-210D-4FA1-AD0A-4B7E17A13DDB}" type="presParOf" srcId="{F5BDC5C7-51A3-475B-A52F-BF78EBDA980C}" destId="{69EFDD8F-B0D5-4C49-A90B-207A234BF389}" srcOrd="0" destOrd="0" presId="urn:microsoft.com/office/officeart/2005/8/layout/hierarchy1"/>
    <dgm:cxn modelId="{5BE34E1D-90FB-4F93-84C4-7114E14C3C84}" type="presParOf" srcId="{69EFDD8F-B0D5-4C49-A90B-207A234BF389}" destId="{13A156DF-8E02-4810-A2A1-3542DF5FB896}" srcOrd="0" destOrd="0" presId="urn:microsoft.com/office/officeart/2005/8/layout/hierarchy1"/>
    <dgm:cxn modelId="{72E54C9E-1FE6-4304-860C-7FFCD216C372}" type="presParOf" srcId="{69EFDD8F-B0D5-4C49-A90B-207A234BF389}" destId="{B5D452F3-48DE-431D-801F-D09342F6CBBC}" srcOrd="1" destOrd="0" presId="urn:microsoft.com/office/officeart/2005/8/layout/hierarchy1"/>
    <dgm:cxn modelId="{FCA989C6-451F-45B8-8B9F-252244C4E028}" type="presParOf" srcId="{F5BDC5C7-51A3-475B-A52F-BF78EBDA980C}" destId="{1E6F7308-EC04-4DA6-AF98-75851175A618}" srcOrd="1" destOrd="0" presId="urn:microsoft.com/office/officeart/2005/8/layout/hierarchy1"/>
    <dgm:cxn modelId="{4ACDB182-9803-496D-B4D0-CB178E13AFB7}" type="presParOf" srcId="{379E1FA0-6269-4A3C-A4D1-863B96EE319D}" destId="{E678374A-D650-4A6C-8761-C683A23FB7DF}" srcOrd="3" destOrd="0" presId="urn:microsoft.com/office/officeart/2005/8/layout/hierarchy1"/>
    <dgm:cxn modelId="{996A5093-42DD-423B-A894-D18B8030A830}" type="presParOf" srcId="{E678374A-D650-4A6C-8761-C683A23FB7DF}" destId="{6D3C74A1-C227-41CF-AB14-A1962583AED0}" srcOrd="0" destOrd="0" presId="urn:microsoft.com/office/officeart/2005/8/layout/hierarchy1"/>
    <dgm:cxn modelId="{F94A70DC-C578-4485-8F76-CE3D668DD422}" type="presParOf" srcId="{6D3C74A1-C227-41CF-AB14-A1962583AED0}" destId="{79CD7654-93A4-49ED-BA1E-7416D990E009}" srcOrd="0" destOrd="0" presId="urn:microsoft.com/office/officeart/2005/8/layout/hierarchy1"/>
    <dgm:cxn modelId="{0F2B9772-9DDE-4ED7-85A1-E0BBE5E4F76D}" type="presParOf" srcId="{6D3C74A1-C227-41CF-AB14-A1962583AED0}" destId="{DFE58066-F474-4519-A20B-9AAB6D8B5858}" srcOrd="1" destOrd="0" presId="urn:microsoft.com/office/officeart/2005/8/layout/hierarchy1"/>
    <dgm:cxn modelId="{CFB99186-F279-4995-B474-8A03053588CA}" type="presParOf" srcId="{E678374A-D650-4A6C-8761-C683A23FB7DF}" destId="{08A086D2-6E51-4097-8DB7-E46ED7909B4E}" srcOrd="1" destOrd="0" presId="urn:microsoft.com/office/officeart/2005/8/layout/hierarchy1"/>
    <dgm:cxn modelId="{B7312539-240E-41FF-9DC5-E4D306B5B2EC}" type="presParOf" srcId="{379E1FA0-6269-4A3C-A4D1-863B96EE319D}" destId="{2BDA5C97-6196-4E7C-9DA6-2C03EC17AF22}" srcOrd="4" destOrd="0" presId="urn:microsoft.com/office/officeart/2005/8/layout/hierarchy1"/>
    <dgm:cxn modelId="{4D006743-6E61-44B4-99E1-F1732E34C1C3}" type="presParOf" srcId="{2BDA5C97-6196-4E7C-9DA6-2C03EC17AF22}" destId="{D23F9DE2-3661-421C-A89E-661B52BA2260}" srcOrd="0" destOrd="0" presId="urn:microsoft.com/office/officeart/2005/8/layout/hierarchy1"/>
    <dgm:cxn modelId="{F4A18584-BA1A-4386-855F-84BD185C7F71}" type="presParOf" srcId="{D23F9DE2-3661-421C-A89E-661B52BA2260}" destId="{4833A605-D7F3-4072-9F07-D24F8F49B632}" srcOrd="0" destOrd="0" presId="urn:microsoft.com/office/officeart/2005/8/layout/hierarchy1"/>
    <dgm:cxn modelId="{D2D047BB-FF99-464D-9E96-1E969A5E1A68}" type="presParOf" srcId="{D23F9DE2-3661-421C-A89E-661B52BA2260}" destId="{5B3489D0-ACB8-4D32-B37C-8809657EFD5C}" srcOrd="1" destOrd="0" presId="urn:microsoft.com/office/officeart/2005/8/layout/hierarchy1"/>
    <dgm:cxn modelId="{7C62FC54-C354-42B4-AEAB-AAD975B2B804}" type="presParOf" srcId="{2BDA5C97-6196-4E7C-9DA6-2C03EC17AF22}" destId="{83B5AEA9-2199-4060-B093-AC7FD0B61272}" srcOrd="1" destOrd="0" presId="urn:microsoft.com/office/officeart/2005/8/layout/hierarchy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F96EC4-7019-47A7-A8B9-E3DE67245960}"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BF87869-BC7A-400B-A83D-4081E3BBED8F}">
      <dgm:prSet/>
      <dgm:spPr/>
      <dgm:t>
        <a:bodyPr/>
        <a:lstStyle/>
        <a:p>
          <a:r>
            <a:rPr lang="en-US"/>
            <a:t>More models for mobile/embedded scenarios</a:t>
          </a:r>
        </a:p>
      </dgm:t>
    </dgm:pt>
    <dgm:pt modelId="{E8F12C4A-A489-4617-B945-A86CA8A6A176}" type="parTrans" cxnId="{A0E40FF3-9623-4897-BF8F-48298B58A67A}">
      <dgm:prSet/>
      <dgm:spPr/>
      <dgm:t>
        <a:bodyPr/>
        <a:lstStyle/>
        <a:p>
          <a:endParaRPr lang="en-US"/>
        </a:p>
      </dgm:t>
    </dgm:pt>
    <dgm:pt modelId="{2655BFB0-C964-4D28-A457-C647B19305C3}" type="sibTrans" cxnId="{A0E40FF3-9623-4897-BF8F-48298B58A67A}">
      <dgm:prSet/>
      <dgm:spPr/>
      <dgm:t>
        <a:bodyPr/>
        <a:lstStyle/>
        <a:p>
          <a:endParaRPr lang="en-US"/>
        </a:p>
      </dgm:t>
    </dgm:pt>
    <dgm:pt modelId="{088330EC-822F-4DF9-A78D-0AD0175BEDF1}">
      <dgm:prSet/>
      <dgm:spPr/>
      <dgm:t>
        <a:bodyPr/>
        <a:lstStyle/>
        <a:p>
          <a:r>
            <a:rPr lang="en-US" dirty="0"/>
            <a:t>Quantized model</a:t>
          </a:r>
        </a:p>
      </dgm:t>
    </dgm:pt>
    <dgm:pt modelId="{CB59AE57-0116-45E7-ABD5-CFA2C8E1F79B}" type="parTrans" cxnId="{A3505175-A45A-4658-AEFF-6E7BCA5AC221}">
      <dgm:prSet/>
      <dgm:spPr/>
      <dgm:t>
        <a:bodyPr/>
        <a:lstStyle/>
        <a:p>
          <a:endParaRPr lang="en-US"/>
        </a:p>
      </dgm:t>
    </dgm:pt>
    <dgm:pt modelId="{AEB2D043-28A7-49D3-ABBB-C7AEDE0FD863}" type="sibTrans" cxnId="{A3505175-A45A-4658-AEFF-6E7BCA5AC221}">
      <dgm:prSet/>
      <dgm:spPr/>
      <dgm:t>
        <a:bodyPr/>
        <a:lstStyle/>
        <a:p>
          <a:endParaRPr lang="en-US"/>
        </a:p>
      </dgm:t>
    </dgm:pt>
    <dgm:pt modelId="{8F78CE5A-B9C7-4572-8CC0-CB84BB19F5F2}">
      <dgm:prSet/>
      <dgm:spPr/>
      <dgm:t>
        <a:bodyPr/>
        <a:lstStyle/>
        <a:p>
          <a:r>
            <a:rPr lang="en-US"/>
            <a:t>State of art models</a:t>
          </a:r>
        </a:p>
      </dgm:t>
    </dgm:pt>
    <dgm:pt modelId="{5EDF44D8-A28E-4F93-8B88-A127666067FF}" type="parTrans" cxnId="{77AC01D1-2423-4D8B-9B2E-87E7CAA6A3AB}">
      <dgm:prSet/>
      <dgm:spPr/>
      <dgm:t>
        <a:bodyPr/>
        <a:lstStyle/>
        <a:p>
          <a:endParaRPr lang="en-US"/>
        </a:p>
      </dgm:t>
    </dgm:pt>
    <dgm:pt modelId="{26F7D4D0-8DEE-4D77-88F0-CE5FBD08C3F3}" type="sibTrans" cxnId="{77AC01D1-2423-4D8B-9B2E-87E7CAA6A3AB}">
      <dgm:prSet/>
      <dgm:spPr/>
      <dgm:t>
        <a:bodyPr/>
        <a:lstStyle/>
        <a:p>
          <a:endParaRPr lang="en-US"/>
        </a:p>
      </dgm:t>
    </dgm:pt>
    <dgm:pt modelId="{14FD54D5-F0EF-4293-B1FF-279C509FA256}">
      <dgm:prSet/>
      <dgm:spPr/>
      <dgm:t>
        <a:bodyPr/>
        <a:lstStyle/>
        <a:p>
          <a:r>
            <a:rPr lang="en-US" dirty="0"/>
            <a:t>ONNX </a:t>
          </a:r>
          <a:r>
            <a:rPr lang="en-US" dirty="0" err="1"/>
            <a:t>opset</a:t>
          </a:r>
          <a:r>
            <a:rPr lang="en-US" dirty="0"/>
            <a:t> upgrading</a:t>
          </a:r>
        </a:p>
      </dgm:t>
    </dgm:pt>
    <dgm:pt modelId="{89AA529F-F196-4474-9D65-4B226A2F00D8}" type="parTrans" cxnId="{809009C1-B36E-42FB-AE16-C9462BD39013}">
      <dgm:prSet/>
      <dgm:spPr/>
      <dgm:t>
        <a:bodyPr/>
        <a:lstStyle/>
        <a:p>
          <a:endParaRPr lang="en-US"/>
        </a:p>
      </dgm:t>
    </dgm:pt>
    <dgm:pt modelId="{4914B9E4-50C4-46E9-AFA4-7712D490E82A}" type="sibTrans" cxnId="{809009C1-B36E-42FB-AE16-C9462BD39013}">
      <dgm:prSet/>
      <dgm:spPr/>
      <dgm:t>
        <a:bodyPr/>
        <a:lstStyle/>
        <a:p>
          <a:endParaRPr lang="en-US"/>
        </a:p>
      </dgm:t>
    </dgm:pt>
    <dgm:pt modelId="{9C45E3B5-0E02-4CB8-B3DE-4D0772FBE281}" type="pres">
      <dgm:prSet presAssocID="{3CF96EC4-7019-47A7-A8B9-E3DE67245960}" presName="vert0" presStyleCnt="0">
        <dgm:presLayoutVars>
          <dgm:dir/>
          <dgm:animOne val="branch"/>
          <dgm:animLvl val="lvl"/>
        </dgm:presLayoutVars>
      </dgm:prSet>
      <dgm:spPr/>
    </dgm:pt>
    <dgm:pt modelId="{96FEFD47-B8A5-46D6-A98E-B152462E6DC9}" type="pres">
      <dgm:prSet presAssocID="{3BF87869-BC7A-400B-A83D-4081E3BBED8F}" presName="thickLine" presStyleLbl="alignNode1" presStyleIdx="0" presStyleCnt="4"/>
      <dgm:spPr/>
    </dgm:pt>
    <dgm:pt modelId="{090B89EB-8B67-47E7-9A3D-036BB027737C}" type="pres">
      <dgm:prSet presAssocID="{3BF87869-BC7A-400B-A83D-4081E3BBED8F}" presName="horz1" presStyleCnt="0"/>
      <dgm:spPr/>
    </dgm:pt>
    <dgm:pt modelId="{40CFCB83-2B21-4A27-978F-39B413E99110}" type="pres">
      <dgm:prSet presAssocID="{3BF87869-BC7A-400B-A83D-4081E3BBED8F}" presName="tx1" presStyleLbl="revTx" presStyleIdx="0" presStyleCnt="4"/>
      <dgm:spPr/>
    </dgm:pt>
    <dgm:pt modelId="{BC3C44B7-6458-4D95-8BFF-B58EB093F9B2}" type="pres">
      <dgm:prSet presAssocID="{3BF87869-BC7A-400B-A83D-4081E3BBED8F}" presName="vert1" presStyleCnt="0"/>
      <dgm:spPr/>
    </dgm:pt>
    <dgm:pt modelId="{DBF10EEF-7584-4F0A-812C-5DE76CFCF9D4}" type="pres">
      <dgm:prSet presAssocID="{088330EC-822F-4DF9-A78D-0AD0175BEDF1}" presName="thickLine" presStyleLbl="alignNode1" presStyleIdx="1" presStyleCnt="4"/>
      <dgm:spPr/>
    </dgm:pt>
    <dgm:pt modelId="{6DC18CDB-CD77-4A13-8AF3-F37229A68344}" type="pres">
      <dgm:prSet presAssocID="{088330EC-822F-4DF9-A78D-0AD0175BEDF1}" presName="horz1" presStyleCnt="0"/>
      <dgm:spPr/>
    </dgm:pt>
    <dgm:pt modelId="{FDCB0E70-903B-490E-AA6A-963BA39461F5}" type="pres">
      <dgm:prSet presAssocID="{088330EC-822F-4DF9-A78D-0AD0175BEDF1}" presName="tx1" presStyleLbl="revTx" presStyleIdx="1" presStyleCnt="4"/>
      <dgm:spPr/>
    </dgm:pt>
    <dgm:pt modelId="{01F505D3-4A1A-4FBF-9713-377DD26B8CAA}" type="pres">
      <dgm:prSet presAssocID="{088330EC-822F-4DF9-A78D-0AD0175BEDF1}" presName="vert1" presStyleCnt="0"/>
      <dgm:spPr/>
    </dgm:pt>
    <dgm:pt modelId="{40E3C342-FDE7-4AFA-A382-85540E570089}" type="pres">
      <dgm:prSet presAssocID="{8F78CE5A-B9C7-4572-8CC0-CB84BB19F5F2}" presName="thickLine" presStyleLbl="alignNode1" presStyleIdx="2" presStyleCnt="4"/>
      <dgm:spPr/>
    </dgm:pt>
    <dgm:pt modelId="{E36D0B5C-0560-44D6-BD47-662E4EA33F66}" type="pres">
      <dgm:prSet presAssocID="{8F78CE5A-B9C7-4572-8CC0-CB84BB19F5F2}" presName="horz1" presStyleCnt="0"/>
      <dgm:spPr/>
    </dgm:pt>
    <dgm:pt modelId="{15ECD479-9CD9-4814-A326-A6D8F0E0402C}" type="pres">
      <dgm:prSet presAssocID="{8F78CE5A-B9C7-4572-8CC0-CB84BB19F5F2}" presName="tx1" presStyleLbl="revTx" presStyleIdx="2" presStyleCnt="4"/>
      <dgm:spPr/>
    </dgm:pt>
    <dgm:pt modelId="{D92BB7A7-E8EC-4303-B81E-FFC612626D61}" type="pres">
      <dgm:prSet presAssocID="{8F78CE5A-B9C7-4572-8CC0-CB84BB19F5F2}" presName="vert1" presStyleCnt="0"/>
      <dgm:spPr/>
    </dgm:pt>
    <dgm:pt modelId="{D5A438B9-56E9-4DEA-8852-9F55E0CDF03A}" type="pres">
      <dgm:prSet presAssocID="{14FD54D5-F0EF-4293-B1FF-279C509FA256}" presName="thickLine" presStyleLbl="alignNode1" presStyleIdx="3" presStyleCnt="4"/>
      <dgm:spPr/>
    </dgm:pt>
    <dgm:pt modelId="{522144EC-9775-4522-A525-78DAF089CDC5}" type="pres">
      <dgm:prSet presAssocID="{14FD54D5-F0EF-4293-B1FF-279C509FA256}" presName="horz1" presStyleCnt="0"/>
      <dgm:spPr/>
    </dgm:pt>
    <dgm:pt modelId="{57CF24FC-07B9-4C20-8D81-7CC411D48306}" type="pres">
      <dgm:prSet presAssocID="{14FD54D5-F0EF-4293-B1FF-279C509FA256}" presName="tx1" presStyleLbl="revTx" presStyleIdx="3" presStyleCnt="4"/>
      <dgm:spPr/>
    </dgm:pt>
    <dgm:pt modelId="{F9713CA4-D61F-43A5-BA3C-18667579BEEC}" type="pres">
      <dgm:prSet presAssocID="{14FD54D5-F0EF-4293-B1FF-279C509FA256}" presName="vert1" presStyleCnt="0"/>
      <dgm:spPr/>
    </dgm:pt>
  </dgm:ptLst>
  <dgm:cxnLst>
    <dgm:cxn modelId="{52601722-EC05-495A-8FF4-40033D62441E}" type="presOf" srcId="{8F78CE5A-B9C7-4572-8CC0-CB84BB19F5F2}" destId="{15ECD479-9CD9-4814-A326-A6D8F0E0402C}" srcOrd="0" destOrd="0" presId="urn:microsoft.com/office/officeart/2008/layout/LinedList"/>
    <dgm:cxn modelId="{F18EA32F-7EA2-4518-9524-0ED1B3C16360}" type="presOf" srcId="{3CF96EC4-7019-47A7-A8B9-E3DE67245960}" destId="{9C45E3B5-0E02-4CB8-B3DE-4D0772FBE281}" srcOrd="0" destOrd="0" presId="urn:microsoft.com/office/officeart/2008/layout/LinedList"/>
    <dgm:cxn modelId="{A3505175-A45A-4658-AEFF-6E7BCA5AC221}" srcId="{3CF96EC4-7019-47A7-A8B9-E3DE67245960}" destId="{088330EC-822F-4DF9-A78D-0AD0175BEDF1}" srcOrd="1" destOrd="0" parTransId="{CB59AE57-0116-45E7-ABD5-CFA2C8E1F79B}" sibTransId="{AEB2D043-28A7-49D3-ABBB-C7AEDE0FD863}"/>
    <dgm:cxn modelId="{C24B9996-22BC-48E1-A62A-6853E8A7555D}" type="presOf" srcId="{088330EC-822F-4DF9-A78D-0AD0175BEDF1}" destId="{FDCB0E70-903B-490E-AA6A-963BA39461F5}" srcOrd="0" destOrd="0" presId="urn:microsoft.com/office/officeart/2008/layout/LinedList"/>
    <dgm:cxn modelId="{441619AB-5427-44A9-8153-42275B5CDCF4}" type="presOf" srcId="{14FD54D5-F0EF-4293-B1FF-279C509FA256}" destId="{57CF24FC-07B9-4C20-8D81-7CC411D48306}" srcOrd="0" destOrd="0" presId="urn:microsoft.com/office/officeart/2008/layout/LinedList"/>
    <dgm:cxn modelId="{809009C1-B36E-42FB-AE16-C9462BD39013}" srcId="{3CF96EC4-7019-47A7-A8B9-E3DE67245960}" destId="{14FD54D5-F0EF-4293-B1FF-279C509FA256}" srcOrd="3" destOrd="0" parTransId="{89AA529F-F196-4474-9D65-4B226A2F00D8}" sibTransId="{4914B9E4-50C4-46E9-AFA4-7712D490E82A}"/>
    <dgm:cxn modelId="{84FB6BC3-2087-4E80-B9D0-98277454FB7E}" type="presOf" srcId="{3BF87869-BC7A-400B-A83D-4081E3BBED8F}" destId="{40CFCB83-2B21-4A27-978F-39B413E99110}" srcOrd="0" destOrd="0" presId="urn:microsoft.com/office/officeart/2008/layout/LinedList"/>
    <dgm:cxn modelId="{77AC01D1-2423-4D8B-9B2E-87E7CAA6A3AB}" srcId="{3CF96EC4-7019-47A7-A8B9-E3DE67245960}" destId="{8F78CE5A-B9C7-4572-8CC0-CB84BB19F5F2}" srcOrd="2" destOrd="0" parTransId="{5EDF44D8-A28E-4F93-8B88-A127666067FF}" sibTransId="{26F7D4D0-8DEE-4D77-88F0-CE5FBD08C3F3}"/>
    <dgm:cxn modelId="{A0E40FF3-9623-4897-BF8F-48298B58A67A}" srcId="{3CF96EC4-7019-47A7-A8B9-E3DE67245960}" destId="{3BF87869-BC7A-400B-A83D-4081E3BBED8F}" srcOrd="0" destOrd="0" parTransId="{E8F12C4A-A489-4617-B945-A86CA8A6A176}" sibTransId="{2655BFB0-C964-4D28-A457-C647B19305C3}"/>
    <dgm:cxn modelId="{C68504D8-3C98-4536-A88D-A4ADF52D46C9}" type="presParOf" srcId="{9C45E3B5-0E02-4CB8-B3DE-4D0772FBE281}" destId="{96FEFD47-B8A5-46D6-A98E-B152462E6DC9}" srcOrd="0" destOrd="0" presId="urn:microsoft.com/office/officeart/2008/layout/LinedList"/>
    <dgm:cxn modelId="{002720A6-EA24-407B-9CA8-A66634BBD63D}" type="presParOf" srcId="{9C45E3B5-0E02-4CB8-B3DE-4D0772FBE281}" destId="{090B89EB-8B67-47E7-9A3D-036BB027737C}" srcOrd="1" destOrd="0" presId="urn:microsoft.com/office/officeart/2008/layout/LinedList"/>
    <dgm:cxn modelId="{EE42430C-2107-46AC-816F-311D2B3B6B2C}" type="presParOf" srcId="{090B89EB-8B67-47E7-9A3D-036BB027737C}" destId="{40CFCB83-2B21-4A27-978F-39B413E99110}" srcOrd="0" destOrd="0" presId="urn:microsoft.com/office/officeart/2008/layout/LinedList"/>
    <dgm:cxn modelId="{BCF4E47A-1477-446F-80AC-E01ADF9B6CE1}" type="presParOf" srcId="{090B89EB-8B67-47E7-9A3D-036BB027737C}" destId="{BC3C44B7-6458-4D95-8BFF-B58EB093F9B2}" srcOrd="1" destOrd="0" presId="urn:microsoft.com/office/officeart/2008/layout/LinedList"/>
    <dgm:cxn modelId="{8882E9F9-3800-4C8B-B612-E32622F1A85C}" type="presParOf" srcId="{9C45E3B5-0E02-4CB8-B3DE-4D0772FBE281}" destId="{DBF10EEF-7584-4F0A-812C-5DE76CFCF9D4}" srcOrd="2" destOrd="0" presId="urn:microsoft.com/office/officeart/2008/layout/LinedList"/>
    <dgm:cxn modelId="{B3F01A0F-EDD9-4E40-A5B0-EE22100D6154}" type="presParOf" srcId="{9C45E3B5-0E02-4CB8-B3DE-4D0772FBE281}" destId="{6DC18CDB-CD77-4A13-8AF3-F37229A68344}" srcOrd="3" destOrd="0" presId="urn:microsoft.com/office/officeart/2008/layout/LinedList"/>
    <dgm:cxn modelId="{AFD395DE-738E-436C-B6A2-5D05B8955969}" type="presParOf" srcId="{6DC18CDB-CD77-4A13-8AF3-F37229A68344}" destId="{FDCB0E70-903B-490E-AA6A-963BA39461F5}" srcOrd="0" destOrd="0" presId="urn:microsoft.com/office/officeart/2008/layout/LinedList"/>
    <dgm:cxn modelId="{F718C3BC-64DF-4E68-A471-C619413BB96A}" type="presParOf" srcId="{6DC18CDB-CD77-4A13-8AF3-F37229A68344}" destId="{01F505D3-4A1A-4FBF-9713-377DD26B8CAA}" srcOrd="1" destOrd="0" presId="urn:microsoft.com/office/officeart/2008/layout/LinedList"/>
    <dgm:cxn modelId="{46FF8565-FAD1-4155-B727-0CB9D2A1B724}" type="presParOf" srcId="{9C45E3B5-0E02-4CB8-B3DE-4D0772FBE281}" destId="{40E3C342-FDE7-4AFA-A382-85540E570089}" srcOrd="4" destOrd="0" presId="urn:microsoft.com/office/officeart/2008/layout/LinedList"/>
    <dgm:cxn modelId="{D43DB6E6-6E19-421D-9B38-61F6B0054B7D}" type="presParOf" srcId="{9C45E3B5-0E02-4CB8-B3DE-4D0772FBE281}" destId="{E36D0B5C-0560-44D6-BD47-662E4EA33F66}" srcOrd="5" destOrd="0" presId="urn:microsoft.com/office/officeart/2008/layout/LinedList"/>
    <dgm:cxn modelId="{ECE051E3-20F4-4069-860F-4E2C55ADE2E0}" type="presParOf" srcId="{E36D0B5C-0560-44D6-BD47-662E4EA33F66}" destId="{15ECD479-9CD9-4814-A326-A6D8F0E0402C}" srcOrd="0" destOrd="0" presId="urn:microsoft.com/office/officeart/2008/layout/LinedList"/>
    <dgm:cxn modelId="{B7D3A16B-98E2-4652-BD0C-4252BAD1E013}" type="presParOf" srcId="{E36D0B5C-0560-44D6-BD47-662E4EA33F66}" destId="{D92BB7A7-E8EC-4303-B81E-FFC612626D61}" srcOrd="1" destOrd="0" presId="urn:microsoft.com/office/officeart/2008/layout/LinedList"/>
    <dgm:cxn modelId="{BE3D60B9-2838-49C7-9498-E1C65C103E02}" type="presParOf" srcId="{9C45E3B5-0E02-4CB8-B3DE-4D0772FBE281}" destId="{D5A438B9-56E9-4DEA-8852-9F55E0CDF03A}" srcOrd="6" destOrd="0" presId="urn:microsoft.com/office/officeart/2008/layout/LinedList"/>
    <dgm:cxn modelId="{E0733A42-5874-4C22-8F07-0024B9BEE80A}" type="presParOf" srcId="{9C45E3B5-0E02-4CB8-B3DE-4D0772FBE281}" destId="{522144EC-9775-4522-A525-78DAF089CDC5}" srcOrd="7" destOrd="0" presId="urn:microsoft.com/office/officeart/2008/layout/LinedList"/>
    <dgm:cxn modelId="{D2B3A07E-EA29-4E2C-B393-66F960C4E16C}" type="presParOf" srcId="{522144EC-9775-4522-A525-78DAF089CDC5}" destId="{57CF24FC-07B9-4C20-8D81-7CC411D48306}" srcOrd="0" destOrd="0" presId="urn:microsoft.com/office/officeart/2008/layout/LinedList"/>
    <dgm:cxn modelId="{FD0FE068-46BA-498A-AC6D-801F9CA1F935}" type="presParOf" srcId="{522144EC-9775-4522-A525-78DAF089CDC5}" destId="{F9713CA4-D61F-43A5-BA3C-18667579BEEC}"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5A3707-C4EE-46B5-8845-1E88229A7EA8}"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3EFEC834-69D9-4BE8-A42E-A5F7A2B9D4AA}">
      <dgm:prSet/>
      <dgm:spPr/>
      <dgm:t>
        <a:bodyPr/>
        <a:lstStyle/>
        <a:p>
          <a:pPr>
            <a:defRPr b="1"/>
          </a:pPr>
          <a:r>
            <a:rPr lang="en-US"/>
            <a:t>Files needed for PR</a:t>
          </a:r>
        </a:p>
      </dgm:t>
    </dgm:pt>
    <dgm:pt modelId="{2FECB83F-6A15-4164-807E-A78362DCC7ED}" type="parTrans" cxnId="{0F561E0F-2E68-4C29-B73E-4A021FEF4AB7}">
      <dgm:prSet/>
      <dgm:spPr/>
      <dgm:t>
        <a:bodyPr/>
        <a:lstStyle/>
        <a:p>
          <a:endParaRPr lang="en-US"/>
        </a:p>
      </dgm:t>
    </dgm:pt>
    <dgm:pt modelId="{F5EDACE5-973A-443B-8D9C-B4DCF4FF7BBF}" type="sibTrans" cxnId="{0F561E0F-2E68-4C29-B73E-4A021FEF4AB7}">
      <dgm:prSet/>
      <dgm:spPr/>
      <dgm:t>
        <a:bodyPr/>
        <a:lstStyle/>
        <a:p>
          <a:endParaRPr lang="en-US"/>
        </a:p>
      </dgm:t>
    </dgm:pt>
    <dgm:pt modelId="{4CF000CA-E3D0-4102-B171-32B7C9AC383A}">
      <dgm:prSet/>
      <dgm:spPr/>
      <dgm:t>
        <a:bodyPr/>
        <a:lstStyle/>
        <a:p>
          <a:r>
            <a:rPr lang="en-US"/>
            <a:t>ONNX Model File</a:t>
          </a:r>
        </a:p>
      </dgm:t>
    </dgm:pt>
    <dgm:pt modelId="{BD7FC96B-B43B-4186-A437-0655BA366DAE}" type="parTrans" cxnId="{C5F5D196-1E1B-4690-BA38-B66DE02FF8D1}">
      <dgm:prSet/>
      <dgm:spPr/>
      <dgm:t>
        <a:bodyPr/>
        <a:lstStyle/>
        <a:p>
          <a:endParaRPr lang="en-US"/>
        </a:p>
      </dgm:t>
    </dgm:pt>
    <dgm:pt modelId="{01D2CF2C-EE81-4533-BC68-FD677CEA36FF}" type="sibTrans" cxnId="{C5F5D196-1E1B-4690-BA38-B66DE02FF8D1}">
      <dgm:prSet/>
      <dgm:spPr/>
      <dgm:t>
        <a:bodyPr/>
        <a:lstStyle/>
        <a:p>
          <a:endParaRPr lang="en-US"/>
        </a:p>
      </dgm:t>
    </dgm:pt>
    <dgm:pt modelId="{2F5AC657-06D1-4B8A-8A50-983B6CC7F2A2}">
      <dgm:prSet/>
      <dgm:spPr/>
      <dgm:t>
        <a:bodyPr/>
        <a:lstStyle/>
        <a:p>
          <a:r>
            <a:rPr lang="en-US"/>
            <a:t>Test input data</a:t>
          </a:r>
        </a:p>
      </dgm:t>
    </dgm:pt>
    <dgm:pt modelId="{99401927-FF10-447B-80E2-5EC50503A7B5}" type="parTrans" cxnId="{C468F602-25AF-4AC0-B8F5-218E0643B441}">
      <dgm:prSet/>
      <dgm:spPr/>
      <dgm:t>
        <a:bodyPr/>
        <a:lstStyle/>
        <a:p>
          <a:endParaRPr lang="en-US"/>
        </a:p>
      </dgm:t>
    </dgm:pt>
    <dgm:pt modelId="{24BA5F76-1FCD-4C98-9B57-B7684AEF0962}" type="sibTrans" cxnId="{C468F602-25AF-4AC0-B8F5-218E0643B441}">
      <dgm:prSet/>
      <dgm:spPr/>
      <dgm:t>
        <a:bodyPr/>
        <a:lstStyle/>
        <a:p>
          <a:endParaRPr lang="en-US"/>
        </a:p>
      </dgm:t>
    </dgm:pt>
    <dgm:pt modelId="{70DBFCBD-6983-4B66-9139-763AFC94540E}">
      <dgm:prSet/>
      <dgm:spPr/>
      <dgm:t>
        <a:bodyPr/>
        <a:lstStyle/>
        <a:p>
          <a:r>
            <a:rPr lang="en-US"/>
            <a:t>Inference example/ tutorial if applicable</a:t>
          </a:r>
        </a:p>
      </dgm:t>
    </dgm:pt>
    <dgm:pt modelId="{2232A5D7-8556-4F5B-9A91-83530B12F657}" type="parTrans" cxnId="{26CAEE32-89E3-46AA-9A9C-EAABBFF95CD5}">
      <dgm:prSet/>
      <dgm:spPr/>
      <dgm:t>
        <a:bodyPr/>
        <a:lstStyle/>
        <a:p>
          <a:endParaRPr lang="en-US"/>
        </a:p>
      </dgm:t>
    </dgm:pt>
    <dgm:pt modelId="{5C3C415C-3E6E-45B5-BDE2-7AA1F834E5E1}" type="sibTrans" cxnId="{26CAEE32-89E3-46AA-9A9C-EAABBFF95CD5}">
      <dgm:prSet/>
      <dgm:spPr/>
      <dgm:t>
        <a:bodyPr/>
        <a:lstStyle/>
        <a:p>
          <a:endParaRPr lang="en-US"/>
        </a:p>
      </dgm:t>
    </dgm:pt>
    <dgm:pt modelId="{20584C2C-0F4C-4322-8760-8631CC788964}">
      <dgm:prSet/>
      <dgm:spPr/>
      <dgm:t>
        <a:bodyPr/>
        <a:lstStyle/>
        <a:p>
          <a:r>
            <a:rPr lang="en-US"/>
            <a:t>ReadME.md</a:t>
          </a:r>
        </a:p>
      </dgm:t>
    </dgm:pt>
    <dgm:pt modelId="{9B1AFC32-CD7C-4899-884E-2AF4EAE5DA1A}" type="parTrans" cxnId="{4FFEF765-A693-4211-B934-94BCB0342EDC}">
      <dgm:prSet/>
      <dgm:spPr/>
      <dgm:t>
        <a:bodyPr/>
        <a:lstStyle/>
        <a:p>
          <a:endParaRPr lang="en-US"/>
        </a:p>
      </dgm:t>
    </dgm:pt>
    <dgm:pt modelId="{37462D52-5B29-4809-BE85-7C4182038CA8}" type="sibTrans" cxnId="{4FFEF765-A693-4211-B934-94BCB0342EDC}">
      <dgm:prSet/>
      <dgm:spPr/>
      <dgm:t>
        <a:bodyPr/>
        <a:lstStyle/>
        <a:p>
          <a:endParaRPr lang="en-US"/>
        </a:p>
      </dgm:t>
    </dgm:pt>
    <dgm:pt modelId="{7A11E7E3-F1F6-4768-AA80-35138FF507B6}">
      <dgm:prSet/>
      <dgm:spPr/>
      <dgm:t>
        <a:bodyPr/>
        <a:lstStyle/>
        <a:p>
          <a:pPr>
            <a:defRPr b="1"/>
          </a:pPr>
          <a:r>
            <a:rPr lang="en-US"/>
            <a:t>Model verification</a:t>
          </a:r>
        </a:p>
      </dgm:t>
    </dgm:pt>
    <dgm:pt modelId="{F37EA038-D635-427D-9E6B-8E8ADC1FA8FB}" type="parTrans" cxnId="{46D532EF-97C9-4778-8044-CC17F43FCE11}">
      <dgm:prSet/>
      <dgm:spPr/>
      <dgm:t>
        <a:bodyPr/>
        <a:lstStyle/>
        <a:p>
          <a:endParaRPr lang="en-US"/>
        </a:p>
      </dgm:t>
    </dgm:pt>
    <dgm:pt modelId="{603E031A-0902-4F67-9D2C-F5D34FCB3E31}" type="sibTrans" cxnId="{46D532EF-97C9-4778-8044-CC17F43FCE11}">
      <dgm:prSet/>
      <dgm:spPr/>
      <dgm:t>
        <a:bodyPr/>
        <a:lstStyle/>
        <a:p>
          <a:endParaRPr lang="en-US"/>
        </a:p>
      </dgm:t>
    </dgm:pt>
    <dgm:pt modelId="{7B85D025-AB9B-4474-A628-191386348E48}">
      <dgm:prSet/>
      <dgm:spPr/>
      <dgm:t>
        <a:bodyPr/>
        <a:lstStyle/>
        <a:p>
          <a:r>
            <a:rPr lang="en-US"/>
            <a:t>onnx.checker</a:t>
          </a:r>
        </a:p>
      </dgm:t>
    </dgm:pt>
    <dgm:pt modelId="{8CD3F725-67F6-4F0D-A097-FB9FA68BF2A3}" type="parTrans" cxnId="{ECA96576-9BAD-4798-813A-B29FD1533CC2}">
      <dgm:prSet/>
      <dgm:spPr/>
      <dgm:t>
        <a:bodyPr/>
        <a:lstStyle/>
        <a:p>
          <a:endParaRPr lang="en-US"/>
        </a:p>
      </dgm:t>
    </dgm:pt>
    <dgm:pt modelId="{D7E125FC-2994-42DC-9E74-5AF1812F4080}" type="sibTrans" cxnId="{ECA96576-9BAD-4798-813A-B29FD1533CC2}">
      <dgm:prSet/>
      <dgm:spPr/>
      <dgm:t>
        <a:bodyPr/>
        <a:lstStyle/>
        <a:p>
          <a:endParaRPr lang="en-US"/>
        </a:p>
      </dgm:t>
    </dgm:pt>
    <dgm:pt modelId="{F77696CF-CEF1-4BCF-9CA8-D301D882026B}">
      <dgm:prSet/>
      <dgm:spPr/>
      <dgm:t>
        <a:bodyPr/>
        <a:lstStyle/>
        <a:p>
          <a:r>
            <a:rPr lang="en-US"/>
            <a:t>Inference checker by the test data</a:t>
          </a:r>
        </a:p>
      </dgm:t>
    </dgm:pt>
    <dgm:pt modelId="{46D79DA9-9684-456E-AC04-ADDCF18EEA35}" type="parTrans" cxnId="{C258EA7B-0BBA-4655-B1B7-7F43D1A3F3D3}">
      <dgm:prSet/>
      <dgm:spPr/>
      <dgm:t>
        <a:bodyPr/>
        <a:lstStyle/>
        <a:p>
          <a:endParaRPr lang="en-US"/>
        </a:p>
      </dgm:t>
    </dgm:pt>
    <dgm:pt modelId="{A03C1D04-6960-4C39-BD52-1884C23710ED}" type="sibTrans" cxnId="{C258EA7B-0BBA-4655-B1B7-7F43D1A3F3D3}">
      <dgm:prSet/>
      <dgm:spPr/>
      <dgm:t>
        <a:bodyPr/>
        <a:lstStyle/>
        <a:p>
          <a:endParaRPr lang="en-US"/>
        </a:p>
      </dgm:t>
    </dgm:pt>
    <dgm:pt modelId="{59EACD38-C57F-4AB4-B0B6-66FBF8F2EB29}" type="pres">
      <dgm:prSet presAssocID="{505A3707-C4EE-46B5-8845-1E88229A7EA8}" presName="root" presStyleCnt="0">
        <dgm:presLayoutVars>
          <dgm:dir/>
          <dgm:resizeHandles val="exact"/>
        </dgm:presLayoutVars>
      </dgm:prSet>
      <dgm:spPr/>
    </dgm:pt>
    <dgm:pt modelId="{D01CB0D7-A68A-44BB-B373-7CFE228DCB4B}" type="pres">
      <dgm:prSet presAssocID="{3EFEC834-69D9-4BE8-A42E-A5F7A2B9D4AA}" presName="compNode" presStyleCnt="0"/>
      <dgm:spPr/>
    </dgm:pt>
    <dgm:pt modelId="{EDF6DAB6-E101-4AF4-BCA8-74FD6D1F5FA1}" type="pres">
      <dgm:prSet presAssocID="{3EFEC834-69D9-4BE8-A42E-A5F7A2B9D4A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1F8D96B9-4DDB-4EB4-9377-5ABA1E7A41B1}" type="pres">
      <dgm:prSet presAssocID="{3EFEC834-69D9-4BE8-A42E-A5F7A2B9D4AA}" presName="iconSpace" presStyleCnt="0"/>
      <dgm:spPr/>
    </dgm:pt>
    <dgm:pt modelId="{277744EC-3E84-4B08-B844-08EA6CE08304}" type="pres">
      <dgm:prSet presAssocID="{3EFEC834-69D9-4BE8-A42E-A5F7A2B9D4AA}" presName="parTx" presStyleLbl="revTx" presStyleIdx="0" presStyleCnt="4">
        <dgm:presLayoutVars>
          <dgm:chMax val="0"/>
          <dgm:chPref val="0"/>
        </dgm:presLayoutVars>
      </dgm:prSet>
      <dgm:spPr/>
    </dgm:pt>
    <dgm:pt modelId="{D7E22334-F6BA-4B97-A677-466E6F3E3436}" type="pres">
      <dgm:prSet presAssocID="{3EFEC834-69D9-4BE8-A42E-A5F7A2B9D4AA}" presName="txSpace" presStyleCnt="0"/>
      <dgm:spPr/>
    </dgm:pt>
    <dgm:pt modelId="{4815712B-E5C4-4C76-9F68-38A4F6A9BD5B}" type="pres">
      <dgm:prSet presAssocID="{3EFEC834-69D9-4BE8-A42E-A5F7A2B9D4AA}" presName="desTx" presStyleLbl="revTx" presStyleIdx="1" presStyleCnt="4">
        <dgm:presLayoutVars/>
      </dgm:prSet>
      <dgm:spPr/>
    </dgm:pt>
    <dgm:pt modelId="{A68DCD45-13EC-4AE0-BFF4-33912FE35094}" type="pres">
      <dgm:prSet presAssocID="{F5EDACE5-973A-443B-8D9C-B4DCF4FF7BBF}" presName="sibTrans" presStyleCnt="0"/>
      <dgm:spPr/>
    </dgm:pt>
    <dgm:pt modelId="{2CDB1186-18CA-4E74-88E0-1157CB90C276}" type="pres">
      <dgm:prSet presAssocID="{7A11E7E3-F1F6-4768-AA80-35138FF507B6}" presName="compNode" presStyleCnt="0"/>
      <dgm:spPr/>
    </dgm:pt>
    <dgm:pt modelId="{D231135F-633D-4BD0-9CD3-4BFBDC393DFB}" type="pres">
      <dgm:prSet presAssocID="{7A11E7E3-F1F6-4768-AA80-35138FF507B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18766C4-59FA-4628-B062-CD48C3D95DCF}" type="pres">
      <dgm:prSet presAssocID="{7A11E7E3-F1F6-4768-AA80-35138FF507B6}" presName="iconSpace" presStyleCnt="0"/>
      <dgm:spPr/>
    </dgm:pt>
    <dgm:pt modelId="{0DC4F23B-A071-40B0-B5CD-160BAD5A0DEA}" type="pres">
      <dgm:prSet presAssocID="{7A11E7E3-F1F6-4768-AA80-35138FF507B6}" presName="parTx" presStyleLbl="revTx" presStyleIdx="2" presStyleCnt="4">
        <dgm:presLayoutVars>
          <dgm:chMax val="0"/>
          <dgm:chPref val="0"/>
        </dgm:presLayoutVars>
      </dgm:prSet>
      <dgm:spPr/>
    </dgm:pt>
    <dgm:pt modelId="{F1D22B5E-1759-4ADB-8763-5B4B8010E03E}" type="pres">
      <dgm:prSet presAssocID="{7A11E7E3-F1F6-4768-AA80-35138FF507B6}" presName="txSpace" presStyleCnt="0"/>
      <dgm:spPr/>
    </dgm:pt>
    <dgm:pt modelId="{99233315-F237-41B6-8A2E-52C2E964BA69}" type="pres">
      <dgm:prSet presAssocID="{7A11E7E3-F1F6-4768-AA80-35138FF507B6}" presName="desTx" presStyleLbl="revTx" presStyleIdx="3" presStyleCnt="4">
        <dgm:presLayoutVars/>
      </dgm:prSet>
      <dgm:spPr/>
    </dgm:pt>
  </dgm:ptLst>
  <dgm:cxnLst>
    <dgm:cxn modelId="{C468F602-25AF-4AC0-B8F5-218E0643B441}" srcId="{3EFEC834-69D9-4BE8-A42E-A5F7A2B9D4AA}" destId="{2F5AC657-06D1-4B8A-8A50-983B6CC7F2A2}" srcOrd="1" destOrd="0" parTransId="{99401927-FF10-447B-80E2-5EC50503A7B5}" sibTransId="{24BA5F76-1FCD-4C98-9B57-B7684AEF0962}"/>
    <dgm:cxn modelId="{0F561E0F-2E68-4C29-B73E-4A021FEF4AB7}" srcId="{505A3707-C4EE-46B5-8845-1E88229A7EA8}" destId="{3EFEC834-69D9-4BE8-A42E-A5F7A2B9D4AA}" srcOrd="0" destOrd="0" parTransId="{2FECB83F-6A15-4164-807E-A78362DCC7ED}" sibTransId="{F5EDACE5-973A-443B-8D9C-B4DCF4FF7BBF}"/>
    <dgm:cxn modelId="{4F588426-8ACD-4AB0-B557-E1047ACBA1DB}" type="presOf" srcId="{505A3707-C4EE-46B5-8845-1E88229A7EA8}" destId="{59EACD38-C57F-4AB4-B0B6-66FBF8F2EB29}" srcOrd="0" destOrd="0" presId="urn:microsoft.com/office/officeart/2018/2/layout/IconLabelDescriptionList"/>
    <dgm:cxn modelId="{AC815529-049C-455C-B8AE-DFA0A7251C2E}" type="presOf" srcId="{20584C2C-0F4C-4322-8760-8631CC788964}" destId="{4815712B-E5C4-4C76-9F68-38A4F6A9BD5B}" srcOrd="0" destOrd="3" presId="urn:microsoft.com/office/officeart/2018/2/layout/IconLabelDescriptionList"/>
    <dgm:cxn modelId="{26CAEE32-89E3-46AA-9A9C-EAABBFF95CD5}" srcId="{3EFEC834-69D9-4BE8-A42E-A5F7A2B9D4AA}" destId="{70DBFCBD-6983-4B66-9139-763AFC94540E}" srcOrd="2" destOrd="0" parTransId="{2232A5D7-8556-4F5B-9A91-83530B12F657}" sibTransId="{5C3C415C-3E6E-45B5-BDE2-7AA1F834E5E1}"/>
    <dgm:cxn modelId="{4FFEF765-A693-4211-B934-94BCB0342EDC}" srcId="{3EFEC834-69D9-4BE8-A42E-A5F7A2B9D4AA}" destId="{20584C2C-0F4C-4322-8760-8631CC788964}" srcOrd="3" destOrd="0" parTransId="{9B1AFC32-CD7C-4899-884E-2AF4EAE5DA1A}" sibTransId="{37462D52-5B29-4809-BE85-7C4182038CA8}"/>
    <dgm:cxn modelId="{ECA96576-9BAD-4798-813A-B29FD1533CC2}" srcId="{7A11E7E3-F1F6-4768-AA80-35138FF507B6}" destId="{7B85D025-AB9B-4474-A628-191386348E48}" srcOrd="0" destOrd="0" parTransId="{8CD3F725-67F6-4F0D-A097-FB9FA68BF2A3}" sibTransId="{D7E125FC-2994-42DC-9E74-5AF1812F4080}"/>
    <dgm:cxn modelId="{C258EA7B-0BBA-4655-B1B7-7F43D1A3F3D3}" srcId="{7A11E7E3-F1F6-4768-AA80-35138FF507B6}" destId="{F77696CF-CEF1-4BCF-9CA8-D301D882026B}" srcOrd="1" destOrd="0" parTransId="{46D79DA9-9684-456E-AC04-ADDCF18EEA35}" sibTransId="{A03C1D04-6960-4C39-BD52-1884C23710ED}"/>
    <dgm:cxn modelId="{F3AFF18A-5C90-4614-BBEA-33B790E1CD94}" type="presOf" srcId="{7B85D025-AB9B-4474-A628-191386348E48}" destId="{99233315-F237-41B6-8A2E-52C2E964BA69}" srcOrd="0" destOrd="0" presId="urn:microsoft.com/office/officeart/2018/2/layout/IconLabelDescriptionList"/>
    <dgm:cxn modelId="{C5F5D196-1E1B-4690-BA38-B66DE02FF8D1}" srcId="{3EFEC834-69D9-4BE8-A42E-A5F7A2B9D4AA}" destId="{4CF000CA-E3D0-4102-B171-32B7C9AC383A}" srcOrd="0" destOrd="0" parTransId="{BD7FC96B-B43B-4186-A437-0655BA366DAE}" sibTransId="{01D2CF2C-EE81-4533-BC68-FD677CEA36FF}"/>
    <dgm:cxn modelId="{AA4E7D9D-9AAA-4D1F-95FB-7B91F49625DE}" type="presOf" srcId="{F77696CF-CEF1-4BCF-9CA8-D301D882026B}" destId="{99233315-F237-41B6-8A2E-52C2E964BA69}" srcOrd="0" destOrd="1" presId="urn:microsoft.com/office/officeart/2018/2/layout/IconLabelDescriptionList"/>
    <dgm:cxn modelId="{EC0962B4-3BAD-437E-B005-4C512FC6C16B}" type="presOf" srcId="{4CF000CA-E3D0-4102-B171-32B7C9AC383A}" destId="{4815712B-E5C4-4C76-9F68-38A4F6A9BD5B}" srcOrd="0" destOrd="0" presId="urn:microsoft.com/office/officeart/2018/2/layout/IconLabelDescriptionList"/>
    <dgm:cxn modelId="{16E52CC0-7FAE-4CDB-890E-270CD84A4469}" type="presOf" srcId="{70DBFCBD-6983-4B66-9139-763AFC94540E}" destId="{4815712B-E5C4-4C76-9F68-38A4F6A9BD5B}" srcOrd="0" destOrd="2" presId="urn:microsoft.com/office/officeart/2018/2/layout/IconLabelDescriptionList"/>
    <dgm:cxn modelId="{F4FD51C2-B39D-42C1-A147-3F0F97BA12DE}" type="presOf" srcId="{2F5AC657-06D1-4B8A-8A50-983B6CC7F2A2}" destId="{4815712B-E5C4-4C76-9F68-38A4F6A9BD5B}" srcOrd="0" destOrd="1" presId="urn:microsoft.com/office/officeart/2018/2/layout/IconLabelDescriptionList"/>
    <dgm:cxn modelId="{2A7D3BDC-7BD3-4AC5-85F7-2299D0760868}" type="presOf" srcId="{7A11E7E3-F1F6-4768-AA80-35138FF507B6}" destId="{0DC4F23B-A071-40B0-B5CD-160BAD5A0DEA}" srcOrd="0" destOrd="0" presId="urn:microsoft.com/office/officeart/2018/2/layout/IconLabelDescriptionList"/>
    <dgm:cxn modelId="{46D532EF-97C9-4778-8044-CC17F43FCE11}" srcId="{505A3707-C4EE-46B5-8845-1E88229A7EA8}" destId="{7A11E7E3-F1F6-4768-AA80-35138FF507B6}" srcOrd="1" destOrd="0" parTransId="{F37EA038-D635-427D-9E6B-8E8ADC1FA8FB}" sibTransId="{603E031A-0902-4F67-9D2C-F5D34FCB3E31}"/>
    <dgm:cxn modelId="{39EA6DF8-DB02-4B7F-AC1B-94852488A2FF}" type="presOf" srcId="{3EFEC834-69D9-4BE8-A42E-A5F7A2B9D4AA}" destId="{277744EC-3E84-4B08-B844-08EA6CE08304}" srcOrd="0" destOrd="0" presId="urn:microsoft.com/office/officeart/2018/2/layout/IconLabelDescriptionList"/>
    <dgm:cxn modelId="{0E90B63F-2C6C-41F6-9657-F15205DAD28C}" type="presParOf" srcId="{59EACD38-C57F-4AB4-B0B6-66FBF8F2EB29}" destId="{D01CB0D7-A68A-44BB-B373-7CFE228DCB4B}" srcOrd="0" destOrd="0" presId="urn:microsoft.com/office/officeart/2018/2/layout/IconLabelDescriptionList"/>
    <dgm:cxn modelId="{C4FAA3C1-2F3E-4FEF-836E-2B7E99A85AA3}" type="presParOf" srcId="{D01CB0D7-A68A-44BB-B373-7CFE228DCB4B}" destId="{EDF6DAB6-E101-4AF4-BCA8-74FD6D1F5FA1}" srcOrd="0" destOrd="0" presId="urn:microsoft.com/office/officeart/2018/2/layout/IconLabelDescriptionList"/>
    <dgm:cxn modelId="{F2560BFA-0A24-4A60-A994-3DEEBDC4336D}" type="presParOf" srcId="{D01CB0D7-A68A-44BB-B373-7CFE228DCB4B}" destId="{1F8D96B9-4DDB-4EB4-9377-5ABA1E7A41B1}" srcOrd="1" destOrd="0" presId="urn:microsoft.com/office/officeart/2018/2/layout/IconLabelDescriptionList"/>
    <dgm:cxn modelId="{18E840EB-6692-4F88-AB42-937AA746F3E3}" type="presParOf" srcId="{D01CB0D7-A68A-44BB-B373-7CFE228DCB4B}" destId="{277744EC-3E84-4B08-B844-08EA6CE08304}" srcOrd="2" destOrd="0" presId="urn:microsoft.com/office/officeart/2018/2/layout/IconLabelDescriptionList"/>
    <dgm:cxn modelId="{02E7954B-D9D4-4839-9183-B4F6B40B049B}" type="presParOf" srcId="{D01CB0D7-A68A-44BB-B373-7CFE228DCB4B}" destId="{D7E22334-F6BA-4B97-A677-466E6F3E3436}" srcOrd="3" destOrd="0" presId="urn:microsoft.com/office/officeart/2018/2/layout/IconLabelDescriptionList"/>
    <dgm:cxn modelId="{1FCF3D93-1ABF-4C77-99B5-AA8045C7644D}" type="presParOf" srcId="{D01CB0D7-A68A-44BB-B373-7CFE228DCB4B}" destId="{4815712B-E5C4-4C76-9F68-38A4F6A9BD5B}" srcOrd="4" destOrd="0" presId="urn:microsoft.com/office/officeart/2018/2/layout/IconLabelDescriptionList"/>
    <dgm:cxn modelId="{5FDB3A57-FB0F-4183-BC27-C9DEBBE0D018}" type="presParOf" srcId="{59EACD38-C57F-4AB4-B0B6-66FBF8F2EB29}" destId="{A68DCD45-13EC-4AE0-BFF4-33912FE35094}" srcOrd="1" destOrd="0" presId="urn:microsoft.com/office/officeart/2018/2/layout/IconLabelDescriptionList"/>
    <dgm:cxn modelId="{3E69CF62-8769-4355-B175-E2E57F182215}" type="presParOf" srcId="{59EACD38-C57F-4AB4-B0B6-66FBF8F2EB29}" destId="{2CDB1186-18CA-4E74-88E0-1157CB90C276}" srcOrd="2" destOrd="0" presId="urn:microsoft.com/office/officeart/2018/2/layout/IconLabelDescriptionList"/>
    <dgm:cxn modelId="{4A8063C2-77C5-4B8D-99FD-56EEF123883E}" type="presParOf" srcId="{2CDB1186-18CA-4E74-88E0-1157CB90C276}" destId="{D231135F-633D-4BD0-9CD3-4BFBDC393DFB}" srcOrd="0" destOrd="0" presId="urn:microsoft.com/office/officeart/2018/2/layout/IconLabelDescriptionList"/>
    <dgm:cxn modelId="{5A5A4A51-1A4D-4A38-8740-BB44CD34DC6D}" type="presParOf" srcId="{2CDB1186-18CA-4E74-88E0-1157CB90C276}" destId="{718766C4-59FA-4628-B062-CD48C3D95DCF}" srcOrd="1" destOrd="0" presId="urn:microsoft.com/office/officeart/2018/2/layout/IconLabelDescriptionList"/>
    <dgm:cxn modelId="{85919DD6-F3B3-4FEC-A0C5-8E67EB5CDA82}" type="presParOf" srcId="{2CDB1186-18CA-4E74-88E0-1157CB90C276}" destId="{0DC4F23B-A071-40B0-B5CD-160BAD5A0DEA}" srcOrd="2" destOrd="0" presId="urn:microsoft.com/office/officeart/2018/2/layout/IconLabelDescriptionList"/>
    <dgm:cxn modelId="{8D5F7B89-6ED3-481F-9167-8E8134FBD70D}" type="presParOf" srcId="{2CDB1186-18CA-4E74-88E0-1157CB90C276}" destId="{F1D22B5E-1759-4ADB-8763-5B4B8010E03E}" srcOrd="3" destOrd="0" presId="urn:microsoft.com/office/officeart/2018/2/layout/IconLabelDescriptionList"/>
    <dgm:cxn modelId="{B8AFEA47-4A33-4FBA-9347-A475CB1E47C3}" type="presParOf" srcId="{2CDB1186-18CA-4E74-88E0-1157CB90C276}" destId="{99233315-F237-41B6-8A2E-52C2E964BA69}" srcOrd="4" destOrd="0" presId="urn:microsoft.com/office/officeart/2018/2/layout/IconLabelDescription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66FC9-8103-4690-BC5B-D260828341A7}">
      <dsp:nvSpPr>
        <dsp:cNvPr id="0" name=""/>
        <dsp:cNvSpPr/>
      </dsp:nvSpPr>
      <dsp:spPr>
        <a:xfrm>
          <a:off x="0" y="341630"/>
          <a:ext cx="6009821" cy="8268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6429" tIns="312420" rIns="466429"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Running the ONNX Checker on each new model, working towards ONNX Runtime testing on model inputs / outputs</a:t>
          </a:r>
        </a:p>
      </dsp:txBody>
      <dsp:txXfrm>
        <a:off x="0" y="341630"/>
        <a:ext cx="6009821" cy="826875"/>
      </dsp:txXfrm>
    </dsp:sp>
    <dsp:sp modelId="{C1CCB899-5495-41B6-8271-D54572340B64}">
      <dsp:nvSpPr>
        <dsp:cNvPr id="0" name=""/>
        <dsp:cNvSpPr/>
      </dsp:nvSpPr>
      <dsp:spPr>
        <a:xfrm>
          <a:off x="300491" y="120230"/>
          <a:ext cx="4206874"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010" tIns="0" rIns="159010" bIns="0" numCol="1" spcCol="1270" anchor="ctr" anchorCtr="0">
          <a:noAutofit/>
        </a:bodyPr>
        <a:lstStyle/>
        <a:p>
          <a:pPr marL="0" lvl="0" indent="0" algn="l" defTabSz="666750">
            <a:lnSpc>
              <a:spcPct val="90000"/>
            </a:lnSpc>
            <a:spcBef>
              <a:spcPct val="0"/>
            </a:spcBef>
            <a:spcAft>
              <a:spcPct val="35000"/>
            </a:spcAft>
            <a:buNone/>
          </a:pPr>
          <a:r>
            <a:rPr lang="en-US" sz="1500" kern="1200" dirty="0"/>
            <a:t>Model Zoo CI is active! (</a:t>
          </a:r>
          <a:r>
            <a:rPr lang="en-US" sz="1500" kern="1200" dirty="0">
              <a:hlinkClick xmlns:r="http://schemas.openxmlformats.org/officeDocument/2006/relationships" r:id="rId1"/>
            </a:rPr>
            <a:t>onnx#307</a:t>
          </a:r>
          <a:r>
            <a:rPr lang="en-US" sz="1500" kern="1200" dirty="0"/>
            <a:t>)</a:t>
          </a:r>
        </a:p>
      </dsp:txBody>
      <dsp:txXfrm>
        <a:off x="322107" y="141846"/>
        <a:ext cx="4163642" cy="399568"/>
      </dsp:txXfrm>
    </dsp:sp>
    <dsp:sp modelId="{0D0B2FE8-58C3-4EF9-8BA6-64C2518C5F64}">
      <dsp:nvSpPr>
        <dsp:cNvPr id="0" name=""/>
        <dsp:cNvSpPr/>
      </dsp:nvSpPr>
      <dsp:spPr>
        <a:xfrm>
          <a:off x="0" y="1444845"/>
          <a:ext cx="6009821" cy="2457000"/>
        </a:xfrm>
        <a:prstGeom prst="rect">
          <a:avLst/>
        </a:prstGeom>
        <a:solidFill>
          <a:schemeClr val="lt1">
            <a:alpha val="90000"/>
            <a:hueOff val="0"/>
            <a:satOff val="0"/>
            <a:lumOff val="0"/>
            <a:alphaOff val="0"/>
          </a:schemeClr>
        </a:solidFill>
        <a:ln w="12700" cap="flat" cmpd="sng" algn="ctr">
          <a:solidFill>
            <a:schemeClr val="accent2">
              <a:hueOff val="1373170"/>
              <a:satOff val="-24404"/>
              <a:lumOff val="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6429" tIns="312420" rIns="466429"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err="1"/>
            <a:t>EfficientNet</a:t>
          </a:r>
          <a:r>
            <a:rPr lang="en-US" sz="1500" kern="1200" dirty="0"/>
            <a:t>-Lite 4 (</a:t>
          </a:r>
          <a:r>
            <a:rPr lang="en-US" sz="1500" kern="1200" dirty="0">
              <a:hlinkClick xmlns:r="http://schemas.openxmlformats.org/officeDocument/2006/relationships" r:id="rId2"/>
            </a:rPr>
            <a:t>onnx#324</a:t>
          </a:r>
          <a:r>
            <a:rPr lang="en-US" sz="1500" kern="1200" dirty="0"/>
            <a:t>)</a:t>
          </a:r>
        </a:p>
        <a:p>
          <a:pPr marL="114300" lvl="1" indent="-114300" algn="l" defTabSz="666750">
            <a:lnSpc>
              <a:spcPct val="90000"/>
            </a:lnSpc>
            <a:spcBef>
              <a:spcPct val="0"/>
            </a:spcBef>
            <a:spcAft>
              <a:spcPct val="15000"/>
            </a:spcAft>
            <a:buChar char="•"/>
          </a:pPr>
          <a:r>
            <a:rPr lang="en-US" sz="1500" kern="1200" dirty="0"/>
            <a:t>YOLO V4 (</a:t>
          </a:r>
          <a:r>
            <a:rPr lang="en-US" sz="1500" kern="1200" dirty="0">
              <a:hlinkClick xmlns:r="http://schemas.openxmlformats.org/officeDocument/2006/relationships" r:id="rId3"/>
            </a:rPr>
            <a:t>onnx#322</a:t>
          </a:r>
          <a:r>
            <a:rPr lang="en-US" sz="1500" kern="1200" dirty="0"/>
            <a:t>)</a:t>
          </a:r>
        </a:p>
        <a:p>
          <a:pPr marL="114300" lvl="1" indent="-114300" algn="l" defTabSz="666750">
            <a:lnSpc>
              <a:spcPct val="90000"/>
            </a:lnSpc>
            <a:spcBef>
              <a:spcPct val="0"/>
            </a:spcBef>
            <a:spcAft>
              <a:spcPct val="15000"/>
            </a:spcAft>
            <a:buChar char="•"/>
          </a:pPr>
          <a:r>
            <a:rPr lang="en-US" sz="1500" kern="1200" dirty="0" err="1"/>
            <a:t>roBERTa</a:t>
          </a:r>
          <a:r>
            <a:rPr lang="en-US" sz="1500" kern="1200" dirty="0"/>
            <a:t> (</a:t>
          </a:r>
          <a:r>
            <a:rPr lang="en-US" sz="1500" kern="1200" dirty="0">
              <a:hlinkClick xmlns:r="http://schemas.openxmlformats.org/officeDocument/2006/relationships" r:id="rId4"/>
            </a:rPr>
            <a:t>onnx#338</a:t>
          </a:r>
          <a:r>
            <a:rPr lang="en-US" sz="1500" kern="1200" dirty="0"/>
            <a:t>)</a:t>
          </a:r>
        </a:p>
        <a:p>
          <a:pPr marL="114300" lvl="1" indent="-114300" algn="l" defTabSz="666750">
            <a:lnSpc>
              <a:spcPct val="90000"/>
            </a:lnSpc>
            <a:spcBef>
              <a:spcPct val="0"/>
            </a:spcBef>
            <a:spcAft>
              <a:spcPct val="15000"/>
            </a:spcAft>
            <a:buChar char="•"/>
          </a:pPr>
          <a:r>
            <a:rPr lang="en-US" sz="1500" kern="1200" dirty="0"/>
            <a:t>T5 (</a:t>
          </a:r>
          <a:r>
            <a:rPr lang="en-US" sz="1500" kern="1200" dirty="0">
              <a:hlinkClick xmlns:r="http://schemas.openxmlformats.org/officeDocument/2006/relationships" r:id="rId5"/>
            </a:rPr>
            <a:t>onnx#357</a:t>
          </a:r>
          <a:r>
            <a:rPr lang="en-US" sz="1500" kern="1200" dirty="0"/>
            <a:t>)</a:t>
          </a:r>
        </a:p>
        <a:p>
          <a:pPr marL="114300" lvl="1" indent="-114300" algn="l" defTabSz="666750">
            <a:lnSpc>
              <a:spcPct val="90000"/>
            </a:lnSpc>
            <a:spcBef>
              <a:spcPct val="0"/>
            </a:spcBef>
            <a:spcAft>
              <a:spcPct val="15000"/>
            </a:spcAft>
            <a:buChar char="•"/>
          </a:pPr>
          <a:r>
            <a:rPr lang="en-US" sz="1500" kern="1200" dirty="0"/>
            <a:t>SSD </a:t>
          </a:r>
          <a:r>
            <a:rPr lang="en-US" sz="1500" kern="1200" dirty="0" err="1"/>
            <a:t>MobileNet</a:t>
          </a:r>
          <a:r>
            <a:rPr lang="en-US" sz="1500" kern="1200" dirty="0"/>
            <a:t> v1 (</a:t>
          </a:r>
          <a:r>
            <a:rPr lang="en-US" sz="1500" kern="1200" dirty="0">
              <a:hlinkClick xmlns:r="http://schemas.openxmlformats.org/officeDocument/2006/relationships" r:id="rId6"/>
            </a:rPr>
            <a:t>onnx#328</a:t>
          </a:r>
          <a:r>
            <a:rPr lang="en-US" sz="1500" kern="1200" dirty="0"/>
            <a:t>)</a:t>
          </a:r>
        </a:p>
        <a:p>
          <a:pPr marL="114300" lvl="1" indent="-114300" algn="l" defTabSz="666750">
            <a:lnSpc>
              <a:spcPct val="90000"/>
            </a:lnSpc>
            <a:spcBef>
              <a:spcPct val="0"/>
            </a:spcBef>
            <a:spcAft>
              <a:spcPct val="15000"/>
            </a:spcAft>
            <a:buChar char="•"/>
          </a:pPr>
          <a:r>
            <a:rPr lang="en-US" sz="1500" kern="1200" dirty="0" err="1"/>
            <a:t>RetinaNet</a:t>
          </a:r>
          <a:r>
            <a:rPr lang="en-US" sz="1500" kern="1200" dirty="0"/>
            <a:t> (</a:t>
          </a:r>
          <a:r>
            <a:rPr lang="en-US" sz="1500" kern="1200" dirty="0">
              <a:hlinkClick xmlns:r="http://schemas.openxmlformats.org/officeDocument/2006/relationships" r:id="rId7"/>
            </a:rPr>
            <a:t>onnx#308</a:t>
          </a:r>
          <a:r>
            <a:rPr lang="en-US" sz="1500" kern="1200" dirty="0"/>
            <a:t>)</a:t>
          </a:r>
        </a:p>
        <a:p>
          <a:pPr marL="114300" lvl="1" indent="-114300" algn="l" defTabSz="666750">
            <a:lnSpc>
              <a:spcPct val="90000"/>
            </a:lnSpc>
            <a:spcBef>
              <a:spcPct val="0"/>
            </a:spcBef>
            <a:spcAft>
              <a:spcPct val="15000"/>
            </a:spcAft>
            <a:buChar char="•"/>
          </a:pPr>
          <a:r>
            <a:rPr lang="en-US" sz="1500" kern="1200" dirty="0" err="1"/>
            <a:t>ShuffleNet</a:t>
          </a:r>
          <a:r>
            <a:rPr lang="en-US" sz="1500" kern="1200" dirty="0"/>
            <a:t> (</a:t>
          </a:r>
          <a:r>
            <a:rPr lang="en-US" sz="1500" kern="1200" dirty="0">
              <a:hlinkClick xmlns:r="http://schemas.openxmlformats.org/officeDocument/2006/relationships" r:id="rId8"/>
            </a:rPr>
            <a:t>onnx#250</a:t>
          </a:r>
          <a:r>
            <a:rPr lang="en-US" sz="1500" kern="1200" dirty="0"/>
            <a:t>)</a:t>
          </a:r>
        </a:p>
        <a:p>
          <a:pPr marL="114300" lvl="1" indent="-114300" algn="l" defTabSz="666750">
            <a:lnSpc>
              <a:spcPct val="90000"/>
            </a:lnSpc>
            <a:spcBef>
              <a:spcPct val="0"/>
            </a:spcBef>
            <a:spcAft>
              <a:spcPct val="15000"/>
            </a:spcAft>
            <a:buChar char="•"/>
          </a:pPr>
          <a:r>
            <a:rPr lang="en-US" sz="1500" kern="1200" dirty="0"/>
            <a:t>Updates to </a:t>
          </a:r>
          <a:r>
            <a:rPr lang="en-US" sz="1500" kern="1200" dirty="0" err="1"/>
            <a:t>SuperResolution</a:t>
          </a:r>
          <a:r>
            <a:rPr lang="en-US" sz="1500" kern="1200" dirty="0"/>
            <a:t>, </a:t>
          </a:r>
          <a:r>
            <a:rPr lang="en-US" sz="1500" kern="1200" dirty="0" err="1"/>
            <a:t>GoogLeNet</a:t>
          </a:r>
          <a:r>
            <a:rPr lang="en-US" sz="1500" kern="1200" dirty="0"/>
            <a:t>, GPT-2, </a:t>
          </a:r>
          <a:r>
            <a:rPr lang="en-US" sz="1500" kern="1200" dirty="0" err="1"/>
            <a:t>SqueezeNet</a:t>
          </a:r>
          <a:r>
            <a:rPr lang="en-US" sz="1500" kern="1200" dirty="0"/>
            <a:t>, MNIST</a:t>
          </a:r>
        </a:p>
      </dsp:txBody>
      <dsp:txXfrm>
        <a:off x="0" y="1444845"/>
        <a:ext cx="6009821" cy="2457000"/>
      </dsp:txXfrm>
    </dsp:sp>
    <dsp:sp modelId="{60D9D98A-64F7-4B1B-A910-87084A583AAB}">
      <dsp:nvSpPr>
        <dsp:cNvPr id="0" name=""/>
        <dsp:cNvSpPr/>
      </dsp:nvSpPr>
      <dsp:spPr>
        <a:xfrm>
          <a:off x="300491" y="1249506"/>
          <a:ext cx="4206874" cy="442800"/>
        </a:xfrm>
        <a:prstGeom prst="roundRect">
          <a:avLst/>
        </a:prstGeom>
        <a:solidFill>
          <a:schemeClr val="accent2">
            <a:hueOff val="1373170"/>
            <a:satOff val="-24404"/>
            <a:lumOff val="78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010" tIns="0" rIns="159010" bIns="0" numCol="1" spcCol="1270" anchor="ctr" anchorCtr="0">
          <a:noAutofit/>
        </a:bodyPr>
        <a:lstStyle/>
        <a:p>
          <a:pPr marL="0" lvl="0" indent="0" algn="l" defTabSz="666750">
            <a:lnSpc>
              <a:spcPct val="90000"/>
            </a:lnSpc>
            <a:spcBef>
              <a:spcPct val="0"/>
            </a:spcBef>
            <a:spcAft>
              <a:spcPct val="35000"/>
            </a:spcAft>
            <a:buNone/>
          </a:pPr>
          <a:r>
            <a:rPr lang="en-US" sz="1500" kern="1200" dirty="0"/>
            <a:t>New and Updated Models</a:t>
          </a:r>
        </a:p>
      </dsp:txBody>
      <dsp:txXfrm>
        <a:off x="322107" y="1271122"/>
        <a:ext cx="4163642" cy="399568"/>
      </dsp:txXfrm>
    </dsp:sp>
    <dsp:sp modelId="{A678CA2A-7976-4CDD-85F1-B3984271FC53}">
      <dsp:nvSpPr>
        <dsp:cNvPr id="0" name=""/>
        <dsp:cNvSpPr/>
      </dsp:nvSpPr>
      <dsp:spPr>
        <a:xfrm>
          <a:off x="0" y="4230306"/>
          <a:ext cx="6009821" cy="1299375"/>
        </a:xfrm>
        <a:prstGeom prst="rect">
          <a:avLst/>
        </a:prstGeom>
        <a:solidFill>
          <a:schemeClr val="lt1">
            <a:alpha val="90000"/>
            <a:hueOff val="0"/>
            <a:satOff val="0"/>
            <a:lumOff val="0"/>
            <a:alphaOff val="0"/>
          </a:schemeClr>
        </a:solidFill>
        <a:ln w="12700" cap="flat" cmpd="sng" algn="ctr">
          <a:solidFill>
            <a:schemeClr val="accent2">
              <a:hueOff val="2746340"/>
              <a:satOff val="-48808"/>
              <a:lumOff val="15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6429" tIns="312420" rIns="466429"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Download all models in the zoo with one command</a:t>
          </a:r>
        </a:p>
        <a:p>
          <a:pPr marL="228600" lvl="2" indent="-114300" algn="l" defTabSz="666750">
            <a:lnSpc>
              <a:spcPct val="90000"/>
            </a:lnSpc>
            <a:spcBef>
              <a:spcPct val="0"/>
            </a:spcBef>
            <a:spcAft>
              <a:spcPct val="15000"/>
            </a:spcAft>
            <a:buChar char="•"/>
          </a:pPr>
          <a:r>
            <a:rPr lang="en-US" sz="1500" b="0" i="0" u="none" kern="1200" dirty="0"/>
            <a:t>git </a:t>
          </a:r>
          <a:r>
            <a:rPr lang="en-US" sz="1500" b="0" i="0" u="none" kern="1200" dirty="0" err="1"/>
            <a:t>lfs</a:t>
          </a:r>
          <a:r>
            <a:rPr lang="en-US" sz="1500" b="0" i="0" u="none" kern="1200" dirty="0"/>
            <a:t> pull --include="*" --exclude=""</a:t>
          </a:r>
          <a:endParaRPr lang="en-US" sz="1500" kern="1200" dirty="0"/>
        </a:p>
        <a:p>
          <a:pPr marL="114300" lvl="1" indent="-114300" algn="l" defTabSz="666750">
            <a:lnSpc>
              <a:spcPct val="90000"/>
            </a:lnSpc>
            <a:spcBef>
              <a:spcPct val="0"/>
            </a:spcBef>
            <a:spcAft>
              <a:spcPct val="15000"/>
            </a:spcAft>
            <a:buChar char="•"/>
          </a:pPr>
          <a:r>
            <a:rPr lang="en-US" sz="1500" kern="1200" dirty="0"/>
            <a:t>All models are stored within the model zoo for long-term storage</a:t>
          </a:r>
        </a:p>
      </dsp:txBody>
      <dsp:txXfrm>
        <a:off x="0" y="4230306"/>
        <a:ext cx="6009821" cy="1299375"/>
      </dsp:txXfrm>
    </dsp:sp>
    <dsp:sp modelId="{32BE9AED-99BA-4723-B6F4-6F0B1691DB98}">
      <dsp:nvSpPr>
        <dsp:cNvPr id="0" name=""/>
        <dsp:cNvSpPr/>
      </dsp:nvSpPr>
      <dsp:spPr>
        <a:xfrm>
          <a:off x="300491" y="4008906"/>
          <a:ext cx="4206874" cy="442800"/>
        </a:xfrm>
        <a:prstGeom prst="roundRect">
          <a:avLst/>
        </a:prstGeom>
        <a:solidFill>
          <a:schemeClr val="accent2">
            <a:hueOff val="2746340"/>
            <a:satOff val="-48808"/>
            <a:lumOff val="156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010" tIns="0" rIns="159010" bIns="0" numCol="1" spcCol="1270" anchor="ctr" anchorCtr="0">
          <a:noAutofit/>
        </a:bodyPr>
        <a:lstStyle/>
        <a:p>
          <a:pPr marL="0" lvl="0" indent="0" algn="l" defTabSz="666750">
            <a:lnSpc>
              <a:spcPct val="90000"/>
            </a:lnSpc>
            <a:spcBef>
              <a:spcPct val="0"/>
            </a:spcBef>
            <a:spcAft>
              <a:spcPct val="35000"/>
            </a:spcAft>
            <a:buNone/>
          </a:pPr>
          <a:r>
            <a:rPr lang="en-US" sz="1500" kern="1200" dirty="0"/>
            <a:t>Git LFS Migration complete! (</a:t>
          </a:r>
          <a:r>
            <a:rPr lang="en-US" sz="1500" kern="1200" dirty="0">
              <a:hlinkClick xmlns:r="http://schemas.openxmlformats.org/officeDocument/2006/relationships" r:id="rId9"/>
            </a:rPr>
            <a:t>onnx#271</a:t>
          </a:r>
          <a:r>
            <a:rPr lang="en-US" sz="1500" kern="1200" dirty="0"/>
            <a:t>)</a:t>
          </a:r>
        </a:p>
      </dsp:txBody>
      <dsp:txXfrm>
        <a:off x="322107" y="4030522"/>
        <a:ext cx="4163642"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F8E3C2-B2B3-497B-853E-E6B6F59598FB}">
      <dsp:nvSpPr>
        <dsp:cNvPr id="0" name=""/>
        <dsp:cNvSpPr/>
      </dsp:nvSpPr>
      <dsp:spPr>
        <a:xfrm>
          <a:off x="3194" y="0"/>
          <a:ext cx="2534575" cy="329489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7605" tIns="330200" rIns="197605" bIns="330200" numCol="1" spcCol="1270" anchor="t" anchorCtr="0">
          <a:noAutofit/>
        </a:bodyPr>
        <a:lstStyle/>
        <a:p>
          <a:pPr marL="0" lvl="0" indent="0" algn="l" defTabSz="844550">
            <a:lnSpc>
              <a:spcPct val="90000"/>
            </a:lnSpc>
            <a:spcBef>
              <a:spcPct val="0"/>
            </a:spcBef>
            <a:spcAft>
              <a:spcPct val="35000"/>
            </a:spcAft>
            <a:buNone/>
          </a:pPr>
          <a:r>
            <a:rPr lang="en-US" sz="1900" kern="1200"/>
            <a:t>More than 50+ models</a:t>
          </a:r>
        </a:p>
      </dsp:txBody>
      <dsp:txXfrm>
        <a:off x="3194" y="1252061"/>
        <a:ext cx="2534575" cy="1976938"/>
      </dsp:txXfrm>
    </dsp:sp>
    <dsp:sp modelId="{E4E22336-B272-4F7A-B3FE-60FD02C167CC}">
      <dsp:nvSpPr>
        <dsp:cNvPr id="0" name=""/>
        <dsp:cNvSpPr/>
      </dsp:nvSpPr>
      <dsp:spPr>
        <a:xfrm>
          <a:off x="776248" y="329489"/>
          <a:ext cx="988469" cy="98846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7065" tIns="12700" rIns="77065"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921006" y="474247"/>
        <a:ext cx="698953" cy="698953"/>
      </dsp:txXfrm>
    </dsp:sp>
    <dsp:sp modelId="{0D1103BE-1E86-49FF-B250-F5DD5D3C99FE}">
      <dsp:nvSpPr>
        <dsp:cNvPr id="0" name=""/>
        <dsp:cNvSpPr/>
      </dsp:nvSpPr>
      <dsp:spPr>
        <a:xfrm>
          <a:off x="3194" y="3294826"/>
          <a:ext cx="253457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BAD84E-FFF8-4256-A313-CCA896A88EF1}">
      <dsp:nvSpPr>
        <dsp:cNvPr id="0" name=""/>
        <dsp:cNvSpPr/>
      </dsp:nvSpPr>
      <dsp:spPr>
        <a:xfrm>
          <a:off x="2791228" y="0"/>
          <a:ext cx="2534575" cy="329489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7605" tIns="330200" rIns="197605" bIns="330200" numCol="1" spcCol="1270" anchor="t" anchorCtr="0">
          <a:noAutofit/>
        </a:bodyPr>
        <a:lstStyle/>
        <a:p>
          <a:pPr marL="0" lvl="0" indent="0" algn="l" defTabSz="844550">
            <a:lnSpc>
              <a:spcPct val="90000"/>
            </a:lnSpc>
            <a:spcBef>
              <a:spcPct val="0"/>
            </a:spcBef>
            <a:spcAft>
              <a:spcPct val="35000"/>
            </a:spcAft>
            <a:buNone/>
          </a:pPr>
          <a:r>
            <a:rPr lang="en-US" sz="1900" kern="1200"/>
            <a:t>Contributed by 40+ community members</a:t>
          </a:r>
        </a:p>
      </dsp:txBody>
      <dsp:txXfrm>
        <a:off x="2791228" y="1252061"/>
        <a:ext cx="2534575" cy="1976938"/>
      </dsp:txXfrm>
    </dsp:sp>
    <dsp:sp modelId="{1E29D522-0977-4DD1-B350-ADA29C715645}">
      <dsp:nvSpPr>
        <dsp:cNvPr id="0" name=""/>
        <dsp:cNvSpPr/>
      </dsp:nvSpPr>
      <dsp:spPr>
        <a:xfrm>
          <a:off x="3564281" y="329489"/>
          <a:ext cx="988469" cy="98846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7065" tIns="12700" rIns="77065"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709039" y="474247"/>
        <a:ext cx="698953" cy="698953"/>
      </dsp:txXfrm>
    </dsp:sp>
    <dsp:sp modelId="{B40C43E9-C0BD-474D-8B3F-26DEBF9BB957}">
      <dsp:nvSpPr>
        <dsp:cNvPr id="0" name=""/>
        <dsp:cNvSpPr/>
      </dsp:nvSpPr>
      <dsp:spPr>
        <a:xfrm>
          <a:off x="2791228" y="3294826"/>
          <a:ext cx="253457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A755CC-C9DD-4302-9055-A387AFDBCBF7}">
      <dsp:nvSpPr>
        <dsp:cNvPr id="0" name=""/>
        <dsp:cNvSpPr/>
      </dsp:nvSpPr>
      <dsp:spPr>
        <a:xfrm>
          <a:off x="5579261" y="0"/>
          <a:ext cx="2534575" cy="329489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7605" tIns="330200" rIns="197605" bIns="330200" numCol="1" spcCol="1270" anchor="t" anchorCtr="0">
          <a:noAutofit/>
        </a:bodyPr>
        <a:lstStyle/>
        <a:p>
          <a:pPr marL="0" lvl="0" indent="0" algn="l" defTabSz="844550">
            <a:lnSpc>
              <a:spcPct val="90000"/>
            </a:lnSpc>
            <a:spcBef>
              <a:spcPct val="0"/>
            </a:spcBef>
            <a:spcAft>
              <a:spcPct val="35000"/>
            </a:spcAft>
            <a:buNone/>
          </a:pPr>
          <a:r>
            <a:rPr lang="en-US" sz="1900" kern="1200"/>
            <a:t>10+ categories (like Image classification, object detection, LM etc.)</a:t>
          </a:r>
        </a:p>
      </dsp:txBody>
      <dsp:txXfrm>
        <a:off x="5579261" y="1252061"/>
        <a:ext cx="2534575" cy="1976938"/>
      </dsp:txXfrm>
    </dsp:sp>
    <dsp:sp modelId="{D7F7277B-BD2F-4429-9149-8DAFB0711595}">
      <dsp:nvSpPr>
        <dsp:cNvPr id="0" name=""/>
        <dsp:cNvSpPr/>
      </dsp:nvSpPr>
      <dsp:spPr>
        <a:xfrm>
          <a:off x="6352315" y="329489"/>
          <a:ext cx="988469" cy="98846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7065" tIns="12700" rIns="77065"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6497073" y="474247"/>
        <a:ext cx="698953" cy="698953"/>
      </dsp:txXfrm>
    </dsp:sp>
    <dsp:sp modelId="{83AE6102-51E3-42C5-9D33-463DEF07E305}">
      <dsp:nvSpPr>
        <dsp:cNvPr id="0" name=""/>
        <dsp:cNvSpPr/>
      </dsp:nvSpPr>
      <dsp:spPr>
        <a:xfrm>
          <a:off x="5579261" y="3294826"/>
          <a:ext cx="253457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7B0587-0EEA-43E5-AECF-D2A252CEB315}">
      <dsp:nvSpPr>
        <dsp:cNvPr id="0" name=""/>
        <dsp:cNvSpPr/>
      </dsp:nvSpPr>
      <dsp:spPr>
        <a:xfrm>
          <a:off x="8367295" y="0"/>
          <a:ext cx="2534575" cy="329489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7605" tIns="330200" rIns="197605" bIns="330200" numCol="1" spcCol="1270" anchor="t" anchorCtr="0">
          <a:noAutofit/>
        </a:bodyPr>
        <a:lstStyle/>
        <a:p>
          <a:pPr marL="0" lvl="0" indent="0" algn="l" defTabSz="844550">
            <a:lnSpc>
              <a:spcPct val="90000"/>
            </a:lnSpc>
            <a:spcBef>
              <a:spcPct val="0"/>
            </a:spcBef>
            <a:spcAft>
              <a:spcPct val="35000"/>
            </a:spcAft>
            <a:buNone/>
          </a:pPr>
          <a:r>
            <a:rPr lang="en-US" sz="1900" kern="1200"/>
            <a:t>2.7K Stargazers</a:t>
          </a:r>
        </a:p>
      </dsp:txBody>
      <dsp:txXfrm>
        <a:off x="8367295" y="1252061"/>
        <a:ext cx="2534575" cy="1976938"/>
      </dsp:txXfrm>
    </dsp:sp>
    <dsp:sp modelId="{5FC14C72-F681-4B71-A00A-34154F17ABF9}">
      <dsp:nvSpPr>
        <dsp:cNvPr id="0" name=""/>
        <dsp:cNvSpPr/>
      </dsp:nvSpPr>
      <dsp:spPr>
        <a:xfrm>
          <a:off x="9140348" y="329489"/>
          <a:ext cx="988469" cy="98846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7065" tIns="12700" rIns="77065" bIns="12700" numCol="1" spcCol="1270" anchor="ctr" anchorCtr="0">
          <a:noAutofit/>
        </a:bodyPr>
        <a:lstStyle/>
        <a:p>
          <a:pPr marL="0" lvl="0" indent="0" algn="ctr" defTabSz="2133600">
            <a:lnSpc>
              <a:spcPct val="90000"/>
            </a:lnSpc>
            <a:spcBef>
              <a:spcPct val="0"/>
            </a:spcBef>
            <a:spcAft>
              <a:spcPct val="35000"/>
            </a:spcAft>
            <a:buNone/>
          </a:pPr>
          <a:r>
            <a:rPr lang="en-US" sz="4800" kern="1200"/>
            <a:t>4</a:t>
          </a:r>
        </a:p>
      </dsp:txBody>
      <dsp:txXfrm>
        <a:off x="9285106" y="474247"/>
        <a:ext cx="698953" cy="698953"/>
      </dsp:txXfrm>
    </dsp:sp>
    <dsp:sp modelId="{D55A1143-6DA8-4070-9489-2CEFA9181B27}">
      <dsp:nvSpPr>
        <dsp:cNvPr id="0" name=""/>
        <dsp:cNvSpPr/>
      </dsp:nvSpPr>
      <dsp:spPr>
        <a:xfrm>
          <a:off x="8367295" y="3294826"/>
          <a:ext cx="253457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91C2C-5CBE-4B56-B961-6FB74DBE9DB1}">
      <dsp:nvSpPr>
        <dsp:cNvPr id="0" name=""/>
        <dsp:cNvSpPr/>
      </dsp:nvSpPr>
      <dsp:spPr>
        <a:xfrm>
          <a:off x="2985" y="472792"/>
          <a:ext cx="1454817" cy="9238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EA102B-F140-4B07-9C77-97CBF8C17A39}">
      <dsp:nvSpPr>
        <dsp:cNvPr id="0" name=""/>
        <dsp:cNvSpPr/>
      </dsp:nvSpPr>
      <dsp:spPr>
        <a:xfrm>
          <a:off x="164631" y="626356"/>
          <a:ext cx="1454817" cy="9238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image classification</a:t>
          </a:r>
        </a:p>
      </dsp:txBody>
      <dsp:txXfrm>
        <a:off x="191688" y="653413"/>
        <a:ext cx="1400703" cy="869695"/>
      </dsp:txXfrm>
    </dsp:sp>
    <dsp:sp modelId="{75FE399D-3D0D-4C2F-A761-9652F2D4E9B6}">
      <dsp:nvSpPr>
        <dsp:cNvPr id="0" name=""/>
        <dsp:cNvSpPr/>
      </dsp:nvSpPr>
      <dsp:spPr>
        <a:xfrm>
          <a:off x="1781096" y="472792"/>
          <a:ext cx="1454817" cy="9238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B0CC94-1C14-4111-939B-8F1C4FE1EBA1}">
      <dsp:nvSpPr>
        <dsp:cNvPr id="0" name=""/>
        <dsp:cNvSpPr/>
      </dsp:nvSpPr>
      <dsp:spPr>
        <a:xfrm>
          <a:off x="1942742" y="626356"/>
          <a:ext cx="1454817" cy="9238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object detection and image segmentation</a:t>
          </a:r>
        </a:p>
      </dsp:txBody>
      <dsp:txXfrm>
        <a:off x="1969799" y="653413"/>
        <a:ext cx="1400703" cy="869695"/>
      </dsp:txXfrm>
    </dsp:sp>
    <dsp:sp modelId="{13A156DF-8E02-4810-A2A1-3542DF5FB896}">
      <dsp:nvSpPr>
        <dsp:cNvPr id="0" name=""/>
        <dsp:cNvSpPr/>
      </dsp:nvSpPr>
      <dsp:spPr>
        <a:xfrm>
          <a:off x="3559206" y="472792"/>
          <a:ext cx="1454817" cy="9238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D452F3-48DE-431D-801F-D09342F6CBBC}">
      <dsp:nvSpPr>
        <dsp:cNvPr id="0" name=""/>
        <dsp:cNvSpPr/>
      </dsp:nvSpPr>
      <dsp:spPr>
        <a:xfrm>
          <a:off x="3720852" y="626356"/>
          <a:ext cx="1454817" cy="9238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body, face and gesture analysis</a:t>
          </a:r>
        </a:p>
      </dsp:txBody>
      <dsp:txXfrm>
        <a:off x="3747909" y="653413"/>
        <a:ext cx="1400703" cy="869695"/>
      </dsp:txXfrm>
    </dsp:sp>
    <dsp:sp modelId="{79CD7654-93A4-49ED-BA1E-7416D990E009}">
      <dsp:nvSpPr>
        <dsp:cNvPr id="0" name=""/>
        <dsp:cNvSpPr/>
      </dsp:nvSpPr>
      <dsp:spPr>
        <a:xfrm>
          <a:off x="5337316" y="472792"/>
          <a:ext cx="1454817" cy="9238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E58066-F474-4519-A20B-9AAB6D8B5858}">
      <dsp:nvSpPr>
        <dsp:cNvPr id="0" name=""/>
        <dsp:cNvSpPr/>
      </dsp:nvSpPr>
      <dsp:spPr>
        <a:xfrm>
          <a:off x="5498963" y="626356"/>
          <a:ext cx="1454817" cy="9238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image manipulation</a:t>
          </a:r>
        </a:p>
      </dsp:txBody>
      <dsp:txXfrm>
        <a:off x="5526020" y="653413"/>
        <a:ext cx="1400703" cy="869695"/>
      </dsp:txXfrm>
    </dsp:sp>
    <dsp:sp modelId="{4833A605-D7F3-4072-9F07-D24F8F49B632}">
      <dsp:nvSpPr>
        <dsp:cNvPr id="0" name=""/>
        <dsp:cNvSpPr/>
      </dsp:nvSpPr>
      <dsp:spPr>
        <a:xfrm>
          <a:off x="7115427" y="472792"/>
          <a:ext cx="1454817" cy="9238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3489D0-ACB8-4D32-B37C-8809657EFD5C}">
      <dsp:nvSpPr>
        <dsp:cNvPr id="0" name=""/>
        <dsp:cNvSpPr/>
      </dsp:nvSpPr>
      <dsp:spPr>
        <a:xfrm>
          <a:off x="7277073" y="626356"/>
          <a:ext cx="1454817" cy="9238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machine comprehension</a:t>
          </a:r>
        </a:p>
      </dsp:txBody>
      <dsp:txXfrm>
        <a:off x="7304130" y="653413"/>
        <a:ext cx="1400703" cy="8696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EFD47-B8A5-46D6-A98E-B152462E6DC9}">
      <dsp:nvSpPr>
        <dsp:cNvPr id="0" name=""/>
        <dsp:cNvSpPr/>
      </dsp:nvSpPr>
      <dsp:spPr>
        <a:xfrm>
          <a:off x="0" y="0"/>
          <a:ext cx="104847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CFCB83-2B21-4A27-978F-39B413E99110}">
      <dsp:nvSpPr>
        <dsp:cNvPr id="0" name=""/>
        <dsp:cNvSpPr/>
      </dsp:nvSpPr>
      <dsp:spPr>
        <a:xfrm>
          <a:off x="0" y="0"/>
          <a:ext cx="10484781" cy="573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More models for mobile/embedded scenarios</a:t>
          </a:r>
        </a:p>
      </dsp:txBody>
      <dsp:txXfrm>
        <a:off x="0" y="0"/>
        <a:ext cx="10484781" cy="573957"/>
      </dsp:txXfrm>
    </dsp:sp>
    <dsp:sp modelId="{DBF10EEF-7584-4F0A-812C-5DE76CFCF9D4}">
      <dsp:nvSpPr>
        <dsp:cNvPr id="0" name=""/>
        <dsp:cNvSpPr/>
      </dsp:nvSpPr>
      <dsp:spPr>
        <a:xfrm>
          <a:off x="0" y="573957"/>
          <a:ext cx="10484781"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CB0E70-903B-490E-AA6A-963BA39461F5}">
      <dsp:nvSpPr>
        <dsp:cNvPr id="0" name=""/>
        <dsp:cNvSpPr/>
      </dsp:nvSpPr>
      <dsp:spPr>
        <a:xfrm>
          <a:off x="0" y="573957"/>
          <a:ext cx="10484781" cy="573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Quantized model</a:t>
          </a:r>
        </a:p>
      </dsp:txBody>
      <dsp:txXfrm>
        <a:off x="0" y="573957"/>
        <a:ext cx="10484781" cy="573957"/>
      </dsp:txXfrm>
    </dsp:sp>
    <dsp:sp modelId="{40E3C342-FDE7-4AFA-A382-85540E570089}">
      <dsp:nvSpPr>
        <dsp:cNvPr id="0" name=""/>
        <dsp:cNvSpPr/>
      </dsp:nvSpPr>
      <dsp:spPr>
        <a:xfrm>
          <a:off x="0" y="1147915"/>
          <a:ext cx="10484781"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ECD479-9CD9-4814-A326-A6D8F0E0402C}">
      <dsp:nvSpPr>
        <dsp:cNvPr id="0" name=""/>
        <dsp:cNvSpPr/>
      </dsp:nvSpPr>
      <dsp:spPr>
        <a:xfrm>
          <a:off x="0" y="1147915"/>
          <a:ext cx="10484781" cy="573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State of art models</a:t>
          </a:r>
        </a:p>
      </dsp:txBody>
      <dsp:txXfrm>
        <a:off x="0" y="1147915"/>
        <a:ext cx="10484781" cy="573957"/>
      </dsp:txXfrm>
    </dsp:sp>
    <dsp:sp modelId="{D5A438B9-56E9-4DEA-8852-9F55E0CDF03A}">
      <dsp:nvSpPr>
        <dsp:cNvPr id="0" name=""/>
        <dsp:cNvSpPr/>
      </dsp:nvSpPr>
      <dsp:spPr>
        <a:xfrm>
          <a:off x="0" y="1721873"/>
          <a:ext cx="10484781"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CF24FC-07B9-4C20-8D81-7CC411D48306}">
      <dsp:nvSpPr>
        <dsp:cNvPr id="0" name=""/>
        <dsp:cNvSpPr/>
      </dsp:nvSpPr>
      <dsp:spPr>
        <a:xfrm>
          <a:off x="0" y="1721873"/>
          <a:ext cx="10484781" cy="573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ONNX </a:t>
          </a:r>
          <a:r>
            <a:rPr lang="en-US" sz="2700" kern="1200" dirty="0" err="1"/>
            <a:t>opset</a:t>
          </a:r>
          <a:r>
            <a:rPr lang="en-US" sz="2700" kern="1200" dirty="0"/>
            <a:t> upgrading</a:t>
          </a:r>
        </a:p>
      </dsp:txBody>
      <dsp:txXfrm>
        <a:off x="0" y="1721873"/>
        <a:ext cx="10484781" cy="5739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6DAB6-E101-4AF4-BCA8-74FD6D1F5FA1}">
      <dsp:nvSpPr>
        <dsp:cNvPr id="0" name=""/>
        <dsp:cNvSpPr/>
      </dsp:nvSpPr>
      <dsp:spPr>
        <a:xfrm>
          <a:off x="759120" y="0"/>
          <a:ext cx="1510523" cy="1399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7744EC-3E84-4B08-B844-08EA6CE08304}">
      <dsp:nvSpPr>
        <dsp:cNvPr id="0" name=""/>
        <dsp:cNvSpPr/>
      </dsp:nvSpPr>
      <dsp:spPr>
        <a:xfrm>
          <a:off x="759120" y="1530760"/>
          <a:ext cx="4315781" cy="599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Files needed for PR</a:t>
          </a:r>
        </a:p>
      </dsp:txBody>
      <dsp:txXfrm>
        <a:off x="759120" y="1530760"/>
        <a:ext cx="4315781" cy="599783"/>
      </dsp:txXfrm>
    </dsp:sp>
    <dsp:sp modelId="{4815712B-E5C4-4C76-9F68-38A4F6A9BD5B}">
      <dsp:nvSpPr>
        <dsp:cNvPr id="0" name=""/>
        <dsp:cNvSpPr/>
      </dsp:nvSpPr>
      <dsp:spPr>
        <a:xfrm>
          <a:off x="759120" y="2191598"/>
          <a:ext cx="4315781" cy="110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ONNX Model File</a:t>
          </a:r>
        </a:p>
        <a:p>
          <a:pPr marL="0" lvl="0" indent="0" algn="l" defTabSz="755650">
            <a:lnSpc>
              <a:spcPct val="90000"/>
            </a:lnSpc>
            <a:spcBef>
              <a:spcPct val="0"/>
            </a:spcBef>
            <a:spcAft>
              <a:spcPct val="35000"/>
            </a:spcAft>
            <a:buNone/>
          </a:pPr>
          <a:r>
            <a:rPr lang="en-US" sz="1700" kern="1200"/>
            <a:t>Test input data</a:t>
          </a:r>
        </a:p>
        <a:p>
          <a:pPr marL="0" lvl="0" indent="0" algn="l" defTabSz="755650">
            <a:lnSpc>
              <a:spcPct val="90000"/>
            </a:lnSpc>
            <a:spcBef>
              <a:spcPct val="0"/>
            </a:spcBef>
            <a:spcAft>
              <a:spcPct val="35000"/>
            </a:spcAft>
            <a:buNone/>
          </a:pPr>
          <a:r>
            <a:rPr lang="en-US" sz="1700" kern="1200"/>
            <a:t>Inference example/ tutorial if applicable</a:t>
          </a:r>
        </a:p>
        <a:p>
          <a:pPr marL="0" lvl="0" indent="0" algn="l" defTabSz="755650">
            <a:lnSpc>
              <a:spcPct val="90000"/>
            </a:lnSpc>
            <a:spcBef>
              <a:spcPct val="0"/>
            </a:spcBef>
            <a:spcAft>
              <a:spcPct val="35000"/>
            </a:spcAft>
            <a:buNone/>
          </a:pPr>
          <a:r>
            <a:rPr lang="en-US" sz="1700" kern="1200"/>
            <a:t>ReadME.md</a:t>
          </a:r>
        </a:p>
      </dsp:txBody>
      <dsp:txXfrm>
        <a:off x="759120" y="2191598"/>
        <a:ext cx="4315781" cy="1103299"/>
      </dsp:txXfrm>
    </dsp:sp>
    <dsp:sp modelId="{D231135F-633D-4BD0-9CD3-4BFBDC393DFB}">
      <dsp:nvSpPr>
        <dsp:cNvPr id="0" name=""/>
        <dsp:cNvSpPr/>
      </dsp:nvSpPr>
      <dsp:spPr>
        <a:xfrm>
          <a:off x="5830163" y="0"/>
          <a:ext cx="1510523" cy="1399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C4F23B-A071-40B0-B5CD-160BAD5A0DEA}">
      <dsp:nvSpPr>
        <dsp:cNvPr id="0" name=""/>
        <dsp:cNvSpPr/>
      </dsp:nvSpPr>
      <dsp:spPr>
        <a:xfrm>
          <a:off x="5830163" y="1530760"/>
          <a:ext cx="4315781" cy="599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Model verification</a:t>
          </a:r>
        </a:p>
      </dsp:txBody>
      <dsp:txXfrm>
        <a:off x="5830163" y="1530760"/>
        <a:ext cx="4315781" cy="599783"/>
      </dsp:txXfrm>
    </dsp:sp>
    <dsp:sp modelId="{99233315-F237-41B6-8A2E-52C2E964BA69}">
      <dsp:nvSpPr>
        <dsp:cNvPr id="0" name=""/>
        <dsp:cNvSpPr/>
      </dsp:nvSpPr>
      <dsp:spPr>
        <a:xfrm>
          <a:off x="5830163" y="2191598"/>
          <a:ext cx="4315781" cy="110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onnx.checker</a:t>
          </a:r>
        </a:p>
        <a:p>
          <a:pPr marL="0" lvl="0" indent="0" algn="l" defTabSz="755650">
            <a:lnSpc>
              <a:spcPct val="90000"/>
            </a:lnSpc>
            <a:spcBef>
              <a:spcPct val="0"/>
            </a:spcBef>
            <a:spcAft>
              <a:spcPct val="35000"/>
            </a:spcAft>
            <a:buNone/>
          </a:pPr>
          <a:r>
            <a:rPr lang="en-US" sz="1700" kern="1200"/>
            <a:t>Inference checker by the test data</a:t>
          </a:r>
        </a:p>
      </dsp:txBody>
      <dsp:txXfrm>
        <a:off x="5830163" y="2191598"/>
        <a:ext cx="4315781" cy="110329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4AF60A-713C-41BA-9788-4C493DDC0A9C}" type="datetimeFigureOut">
              <a:rPr lang="en-US" dirty="0"/>
              <a:t>10/12/2020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08AF-84E6-4329-8E67-FEA434B47075}" type="datetimeFigureOut">
              <a:rPr lang="en-US" dirty="0"/>
              <a:t>10/12/2020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F6EE328-6AFF-436B-881F-213D56084544}" type="datetimeFigureOut">
              <a:rPr lang="en-US" dirty="0"/>
              <a:t>10/12/2020</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02069A-09EE-4C7C-86A4-2314A404921D}" type="datetimeFigureOut">
              <a:rPr lang="en-US" dirty="0"/>
              <a:t>10/12/2020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6EE7F1-171E-411F-96CA-A251A21496E7}" type="datetimeFigureOut">
              <a:rPr lang="en-US" dirty="0"/>
              <a:t>10/12/2020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72C98D-A273-4547-9B92-97D7769F71A6}" type="datetimeFigureOut">
              <a:rPr lang="en-US" dirty="0"/>
              <a:t>10/12/2020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7CD67-0644-446C-B2AD-1C09BF34F286}" type="datetimeFigureOut">
              <a:rPr lang="en-US" dirty="0"/>
              <a:t>10/12/2020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480828-6983-48AD-9E27-CBD3696F837E}" type="datetimeFigureOut">
              <a:rPr lang="en-US" dirty="0"/>
              <a:t>10/12/2020</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5EFB91-0324-450E-B17F-36DC0ECCE413}" type="datetimeFigureOut">
              <a:rPr lang="en-US" dirty="0"/>
              <a:t>10/12/2020</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E0FA7-C445-42F7-AF66-A4F5A6FC8A9C}" type="datetimeFigureOut">
              <a:rPr lang="en-US" dirty="0"/>
              <a:t>10/12/2020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5AC5C5-1A57-4420-8AFB-CE41693A794B}" type="datetimeFigureOut">
              <a:rPr lang="en-US" dirty="0"/>
              <a:t>10/12/2020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2E37674-C1BA-4107-9B06-6D4CAC3A3DF5}" type="datetimeFigureOut">
              <a:rPr lang="en-US" dirty="0"/>
              <a:t>10/12/2020</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2.wdp"/><Relationship Id="rId7" Type="http://schemas.openxmlformats.org/officeDocument/2006/relationships/diagramLayout" Target="../diagrams/layout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microsoft.com/office/2007/relationships/hdphoto" Target="../media/hdphoto3.wdp"/><Relationship Id="rId10" Type="http://schemas.microsoft.com/office/2007/relationships/diagramDrawing" Target="../diagrams/drawing1.xml"/><Relationship Id="rId4" Type="http://schemas.openxmlformats.org/officeDocument/2006/relationships/image" Target="../media/image5.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QuickStyle" Target="../diagrams/quickStyle3.xml"/><Relationship Id="rId3" Type="http://schemas.microsoft.com/office/2007/relationships/hdphoto" Target="../media/hdphoto2.wdp"/><Relationship Id="rId7" Type="http://schemas.openxmlformats.org/officeDocument/2006/relationships/diagramLayout" Target="../diagrams/layout2.xml"/><Relationship Id="rId12" Type="http://schemas.openxmlformats.org/officeDocument/2006/relationships/diagramLayout" Target="../diagrams/layout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diagramData" Target="../diagrams/data3.xml"/><Relationship Id="rId5" Type="http://schemas.microsoft.com/office/2007/relationships/hdphoto" Target="../media/hdphoto1.wdp"/><Relationship Id="rId15" Type="http://schemas.microsoft.com/office/2007/relationships/diagramDrawing" Target="../diagrams/drawing3.xml"/><Relationship Id="rId10" Type="http://schemas.microsoft.com/office/2007/relationships/diagramDrawing" Target="../diagrams/drawing2.xml"/><Relationship Id="rId4" Type="http://schemas.openxmlformats.org/officeDocument/2006/relationships/image" Target="../media/image2.png"/><Relationship Id="rId9" Type="http://schemas.openxmlformats.org/officeDocument/2006/relationships/diagramColors" Target="../diagrams/colors2.xml"/><Relationship Id="rId14" Type="http://schemas.openxmlformats.org/officeDocument/2006/relationships/diagramColors" Target="../diagrams/colors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microsoft.com/office/2007/relationships/hdphoto" Target="../media/hdphoto2.wdp"/><Relationship Id="rId7" Type="http://schemas.openxmlformats.org/officeDocument/2006/relationships/diagramLayout" Target="../diagrams/layout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4.xml"/><Relationship Id="rId5" Type="http://schemas.microsoft.com/office/2007/relationships/hdphoto" Target="../media/hdphoto1.wdp"/><Relationship Id="rId10" Type="http://schemas.microsoft.com/office/2007/relationships/diagramDrawing" Target="../diagrams/drawing4.xml"/><Relationship Id="rId4" Type="http://schemas.openxmlformats.org/officeDocument/2006/relationships/image" Target="../media/image2.png"/><Relationship Id="rId9" Type="http://schemas.openxmlformats.org/officeDocument/2006/relationships/diagramColors" Target="../diagrams/colors4.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microsoft.com/office/2007/relationships/hdphoto" Target="../media/hdphoto2.wdp"/><Relationship Id="rId7" Type="http://schemas.openxmlformats.org/officeDocument/2006/relationships/diagramLayout" Target="../diagrams/layout5.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5.xml"/><Relationship Id="rId5" Type="http://schemas.microsoft.com/office/2007/relationships/hdphoto" Target="../media/hdphoto1.wdp"/><Relationship Id="rId10" Type="http://schemas.microsoft.com/office/2007/relationships/diagramDrawing" Target="../diagrams/drawing5.xml"/><Relationship Id="rId4" Type="http://schemas.openxmlformats.org/officeDocument/2006/relationships/image" Target="../media/image2.png"/><Relationship Id="rId9" Type="http://schemas.openxmlformats.org/officeDocument/2006/relationships/diagramColors" Target="../diagrams/colors5.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onnx/sigs/tree/master/models-tutorials" TargetMode="External"/><Relationship Id="rId7" Type="http://schemas.openxmlformats.org/officeDocument/2006/relationships/image" Target="../media/image14.jpeg"/><Relationship Id="rId2" Type="http://schemas.openxmlformats.org/officeDocument/2006/relationships/hyperlink" Target="https://slack.lfai.foundation/"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0164-1335-4CE1-9F88-6F9586E18BF9}"/>
              </a:ext>
            </a:extLst>
          </p:cNvPr>
          <p:cNvSpPr>
            <a:spLocks noGrp="1"/>
          </p:cNvSpPr>
          <p:nvPr>
            <p:ph type="ctrTitle"/>
          </p:nvPr>
        </p:nvSpPr>
        <p:spPr/>
        <p:txBody>
          <a:bodyPr/>
          <a:lstStyle/>
          <a:p>
            <a:r>
              <a:rPr lang="en-US" sz="6600" dirty="0"/>
              <a:t>ONNX Model Zoo + Tutorials SIG Update</a:t>
            </a:r>
          </a:p>
        </p:txBody>
      </p:sp>
      <p:sp>
        <p:nvSpPr>
          <p:cNvPr id="3" name="Subtitle 2">
            <a:extLst>
              <a:ext uri="{FF2B5EF4-FFF2-40B4-BE49-F238E27FC236}">
                <a16:creationId xmlns:a16="http://schemas.microsoft.com/office/drawing/2014/main" id="{FA7542C2-860C-463A-AC3D-88516F404280}"/>
              </a:ext>
            </a:extLst>
          </p:cNvPr>
          <p:cNvSpPr>
            <a:spLocks noGrp="1"/>
          </p:cNvSpPr>
          <p:nvPr>
            <p:ph type="subTitle" idx="1"/>
          </p:nvPr>
        </p:nvSpPr>
        <p:spPr>
          <a:xfrm>
            <a:off x="1051560" y="4468031"/>
            <a:ext cx="7891272" cy="1069848"/>
          </a:xfrm>
        </p:spPr>
        <p:txBody>
          <a:bodyPr>
            <a:normAutofit fontScale="92500" lnSpcReduction="20000"/>
          </a:bodyPr>
          <a:lstStyle/>
          <a:p>
            <a:r>
              <a:rPr lang="en-US" dirty="0"/>
              <a:t>Wenbing Li, Microsoft</a:t>
            </a:r>
          </a:p>
          <a:p>
            <a:r>
              <a:rPr lang="en-US" dirty="0"/>
              <a:t>Vinitra Swamy, EPFL </a:t>
            </a:r>
          </a:p>
          <a:p>
            <a:r>
              <a:rPr lang="en-US" dirty="0"/>
              <a:t>10/14/2020</a:t>
            </a:r>
          </a:p>
        </p:txBody>
      </p:sp>
    </p:spTree>
    <p:extLst>
      <p:ext uri="{BB962C8B-B14F-4D97-AF65-F5344CB8AC3E}">
        <p14:creationId xmlns:p14="http://schemas.microsoft.com/office/powerpoint/2010/main" val="202517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3" y="3388659"/>
            <a:ext cx="36576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2" name="Group 11">
            <a:extLst>
              <a:ext uri="{FF2B5EF4-FFF2-40B4-BE49-F238E27FC236}">
                <a16:creationId xmlns:a16="http://schemas.microsoft.com/office/drawing/2014/main" id="{4BF9B298-BC35-4C0F-8301-5D63A1E6D2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42859" y="1679571"/>
            <a:ext cx="3498864" cy="3498858"/>
            <a:chOff x="7942859" y="1679571"/>
            <a:chExt cx="3498864" cy="3498858"/>
          </a:xfrm>
        </p:grpSpPr>
        <p:sp>
          <p:nvSpPr>
            <p:cNvPr id="13" name="Oval 12">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42859" y="1679571"/>
              <a:ext cx="3498864" cy="3498858"/>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27958"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5321BD23-DA88-4656-913E-38234C935787}"/>
              </a:ext>
            </a:extLst>
          </p:cNvPr>
          <p:cNvSpPr>
            <a:spLocks noGrp="1"/>
          </p:cNvSpPr>
          <p:nvPr>
            <p:ph type="title"/>
          </p:nvPr>
        </p:nvSpPr>
        <p:spPr>
          <a:xfrm>
            <a:off x="8371968" y="2376862"/>
            <a:ext cx="2640646" cy="2104273"/>
          </a:xfrm>
          <a:noFill/>
        </p:spPr>
        <p:txBody>
          <a:bodyPr>
            <a:normAutofit/>
          </a:bodyPr>
          <a:lstStyle/>
          <a:p>
            <a:pPr algn="ctr"/>
            <a:r>
              <a:rPr lang="en-US" sz="3000" dirty="0">
                <a:solidFill>
                  <a:schemeClr val="bg1">
                    <a:shade val="97000"/>
                    <a:satMod val="150000"/>
                  </a:schemeClr>
                </a:solidFill>
              </a:rPr>
              <a:t>ONNX Model Zoo</a:t>
            </a:r>
          </a:p>
        </p:txBody>
      </p:sp>
      <p:graphicFrame>
        <p:nvGraphicFramePr>
          <p:cNvPr id="11" name="Content Placeholder 2">
            <a:extLst>
              <a:ext uri="{FF2B5EF4-FFF2-40B4-BE49-F238E27FC236}">
                <a16:creationId xmlns:a16="http://schemas.microsoft.com/office/drawing/2014/main" id="{58CE799B-B03E-46F5-AC06-0B2BB6B0DAED}"/>
              </a:ext>
            </a:extLst>
          </p:cNvPr>
          <p:cNvGraphicFramePr>
            <a:graphicFrameLocks/>
          </p:cNvGraphicFramePr>
          <p:nvPr>
            <p:extLst>
              <p:ext uri="{D42A27DB-BD31-4B8C-83A1-F6EECF244321}">
                <p14:modId xmlns:p14="http://schemas.microsoft.com/office/powerpoint/2010/main" val="3883071355"/>
              </p:ext>
            </p:extLst>
          </p:nvPr>
        </p:nvGraphicFramePr>
        <p:xfrm>
          <a:off x="878886" y="507788"/>
          <a:ext cx="6009821" cy="56499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Rectangle 3">
            <a:extLst>
              <a:ext uri="{FF2B5EF4-FFF2-40B4-BE49-F238E27FC236}">
                <a16:creationId xmlns:a16="http://schemas.microsoft.com/office/drawing/2014/main" id="{D8F8B002-B02D-4ED8-B9E3-EC856E60BCD4}"/>
              </a:ext>
            </a:extLst>
          </p:cNvPr>
          <p:cNvSpPr/>
          <p:nvPr/>
        </p:nvSpPr>
        <p:spPr>
          <a:xfrm>
            <a:off x="7984561" y="894957"/>
            <a:ext cx="3415460" cy="584775"/>
          </a:xfrm>
          <a:prstGeom prst="rect">
            <a:avLst/>
          </a:prstGeom>
        </p:spPr>
        <p:txBody>
          <a:bodyPr wrap="square">
            <a:spAutoFit/>
          </a:bodyPr>
          <a:lstStyle/>
          <a:p>
            <a:pPr algn="ctr"/>
            <a:r>
              <a:rPr lang="en-US" sz="1600" dirty="0">
                <a:latin typeface="-apple-system"/>
              </a:rPr>
              <a:t>The ONNX Model Zoo is a collection of pre-trained, state-of-the-art model set</a:t>
            </a:r>
          </a:p>
        </p:txBody>
      </p:sp>
    </p:spTree>
    <p:extLst>
      <p:ext uri="{BB962C8B-B14F-4D97-AF65-F5344CB8AC3E}">
        <p14:creationId xmlns:p14="http://schemas.microsoft.com/office/powerpoint/2010/main" val="95353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graphicEl>
                                              <a:dgm id="{C1CCB899-5495-41B6-8271-D54572340B6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graphicEl>
                                              <a:dgm id="{C7466FC9-8103-4690-BC5B-D260828341A7}"/>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graphicEl>
                                              <a:dgm id="{60D9D98A-64F7-4B1B-A910-87084A583AAB}"/>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graphicEl>
                                              <a:dgm id="{0D0B2FE8-58C3-4EF9-8BA6-64C2518C5F64}"/>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graphicEl>
                                              <a:dgm id="{32BE9AED-99BA-4723-B6F4-6F0B1691DB98}"/>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graphicEl>
                                              <a:dgm id="{A678CA2A-7976-4CDD-85F1-B3984271FC53}"/>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1F9943-28F5-4620-A11C-C60C52AE4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BE7229-51F4-4FFC-A3CD-EC1A822D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E27991-D0A2-428B-AA3D-1F4374D95171}"/>
              </a:ext>
            </a:extLst>
          </p:cNvPr>
          <p:cNvSpPr>
            <a:spLocks noGrp="1"/>
          </p:cNvSpPr>
          <p:nvPr>
            <p:ph type="title"/>
          </p:nvPr>
        </p:nvSpPr>
        <p:spPr>
          <a:xfrm>
            <a:off x="1069848" y="4846002"/>
            <a:ext cx="10058400" cy="1522993"/>
          </a:xfrm>
        </p:spPr>
        <p:txBody>
          <a:bodyPr>
            <a:normAutofit/>
          </a:bodyPr>
          <a:lstStyle/>
          <a:p>
            <a:r>
              <a:rPr lang="en-US" sz="6000" dirty="0"/>
              <a:t>Key numbers</a:t>
            </a:r>
          </a:p>
        </p:txBody>
      </p:sp>
      <p:grpSp>
        <p:nvGrpSpPr>
          <p:cNvPr id="13" name="Group 12">
            <a:extLst>
              <a:ext uri="{FF2B5EF4-FFF2-40B4-BE49-F238E27FC236}">
                <a16:creationId xmlns:a16="http://schemas.microsoft.com/office/drawing/2014/main" id="{68D1A95B-47FF-4CC5-B58D-5C606CEC29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DFE3B04D-0917-4735-B219-073B42C03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5" name="Oval 14">
              <a:extLst>
                <a:ext uri="{FF2B5EF4-FFF2-40B4-BE49-F238E27FC236}">
                  <a16:creationId xmlns:a16="http://schemas.microsoft.com/office/drawing/2014/main" id="{78460770-2B4D-4249-9739-4AC3B03D3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graphicFrame>
        <p:nvGraphicFramePr>
          <p:cNvPr id="5" name="Content Placeholder 2">
            <a:extLst>
              <a:ext uri="{FF2B5EF4-FFF2-40B4-BE49-F238E27FC236}">
                <a16:creationId xmlns:a16="http://schemas.microsoft.com/office/drawing/2014/main" id="{22D8A09A-698A-47C8-A007-20E843AAEEF8}"/>
              </a:ext>
            </a:extLst>
          </p:cNvPr>
          <p:cNvGraphicFramePr>
            <a:graphicFrameLocks noGrp="1"/>
          </p:cNvGraphicFramePr>
          <p:nvPr>
            <p:ph idx="1"/>
            <p:extLst>
              <p:ext uri="{D42A27DB-BD31-4B8C-83A1-F6EECF244321}">
                <p14:modId xmlns:p14="http://schemas.microsoft.com/office/powerpoint/2010/main" val="2693521596"/>
              </p:ext>
            </p:extLst>
          </p:nvPr>
        </p:nvGraphicFramePr>
        <p:xfrm>
          <a:off x="643467" y="380119"/>
          <a:ext cx="10905066" cy="329489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0" name="Content Placeholder 2">
            <a:extLst>
              <a:ext uri="{FF2B5EF4-FFF2-40B4-BE49-F238E27FC236}">
                <a16:creationId xmlns:a16="http://schemas.microsoft.com/office/drawing/2014/main" id="{5E880066-C520-46DC-99AC-4D5628B5B425}"/>
              </a:ext>
            </a:extLst>
          </p:cNvPr>
          <p:cNvGraphicFramePr>
            <a:graphicFrameLocks/>
          </p:cNvGraphicFramePr>
          <p:nvPr>
            <p:extLst>
              <p:ext uri="{D42A27DB-BD31-4B8C-83A1-F6EECF244321}">
                <p14:modId xmlns:p14="http://schemas.microsoft.com/office/powerpoint/2010/main" val="2756449603"/>
              </p:ext>
            </p:extLst>
          </p:nvPr>
        </p:nvGraphicFramePr>
        <p:xfrm>
          <a:off x="1728561" y="2937540"/>
          <a:ext cx="8734877" cy="2022958"/>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3235960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6E12A8-152F-43D2-BB96-925E13ECEF01}"/>
              </a:ext>
            </a:extLst>
          </p:cNvPr>
          <p:cNvPicPr>
            <a:picLocks noGrp="1" noChangeAspect="1"/>
          </p:cNvPicPr>
          <p:nvPr>
            <p:ph idx="1"/>
          </p:nvPr>
        </p:nvPicPr>
        <p:blipFill>
          <a:blip r:embed="rId2"/>
          <a:stretch>
            <a:fillRect/>
          </a:stretch>
        </p:blipFill>
        <p:spPr>
          <a:xfrm>
            <a:off x="1488398" y="905933"/>
            <a:ext cx="9247207" cy="5039728"/>
          </a:xfrm>
          <a:prstGeom prst="rect">
            <a:avLst/>
          </a:prstGeom>
        </p:spPr>
      </p:pic>
      <p:sp>
        <p:nvSpPr>
          <p:cNvPr id="4" name="Content Placeholder 2">
            <a:extLst>
              <a:ext uri="{FF2B5EF4-FFF2-40B4-BE49-F238E27FC236}">
                <a16:creationId xmlns:a16="http://schemas.microsoft.com/office/drawing/2014/main" id="{4FB137F0-9886-4FF5-9B45-BD03A57F4CB8}"/>
              </a:ext>
            </a:extLst>
          </p:cNvPr>
          <p:cNvSpPr txBox="1">
            <a:spLocks/>
          </p:cNvSpPr>
          <p:nvPr/>
        </p:nvSpPr>
        <p:spPr>
          <a:xfrm>
            <a:off x="1097280" y="190669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a:p>
        </p:txBody>
      </p:sp>
      <p:sp>
        <p:nvSpPr>
          <p:cNvPr id="6" name="TextBox 5">
            <a:extLst>
              <a:ext uri="{FF2B5EF4-FFF2-40B4-BE49-F238E27FC236}">
                <a16:creationId xmlns:a16="http://schemas.microsoft.com/office/drawing/2014/main" id="{5F1A80DD-446F-44A8-ACA3-AC617346DFD8}"/>
              </a:ext>
            </a:extLst>
          </p:cNvPr>
          <p:cNvSpPr txBox="1"/>
          <p:nvPr/>
        </p:nvSpPr>
        <p:spPr>
          <a:xfrm>
            <a:off x="4383993" y="1308762"/>
            <a:ext cx="5637762" cy="369332"/>
          </a:xfrm>
          <a:prstGeom prst="rect">
            <a:avLst/>
          </a:prstGeom>
          <a:noFill/>
        </p:spPr>
        <p:txBody>
          <a:bodyPr wrap="none" rtlCol="0">
            <a:spAutoFit/>
          </a:bodyPr>
          <a:lstStyle/>
          <a:p>
            <a:r>
              <a:rPr lang="en-US" b="1" dirty="0"/>
              <a:t>Most popular models: </a:t>
            </a:r>
            <a:r>
              <a:rPr lang="en-US" dirty="0" err="1"/>
              <a:t>Mobilenet</a:t>
            </a:r>
            <a:r>
              <a:rPr lang="en-US" dirty="0"/>
              <a:t>, </a:t>
            </a:r>
            <a:r>
              <a:rPr lang="en-US" dirty="0" err="1"/>
              <a:t>ResNet</a:t>
            </a:r>
            <a:r>
              <a:rPr lang="en-US" dirty="0"/>
              <a:t>, YoloV4, </a:t>
            </a:r>
            <a:r>
              <a:rPr lang="en-US" dirty="0" err="1"/>
              <a:t>ArcFace</a:t>
            </a:r>
            <a:endParaRPr lang="en-US" dirty="0"/>
          </a:p>
        </p:txBody>
      </p:sp>
    </p:spTree>
    <p:extLst>
      <p:ext uri="{BB962C8B-B14F-4D97-AF65-F5344CB8AC3E}">
        <p14:creationId xmlns:p14="http://schemas.microsoft.com/office/powerpoint/2010/main" val="3719516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7811EB-87AA-48B1-899D-19CF5D4FAC66}"/>
              </a:ext>
            </a:extLst>
          </p:cNvPr>
          <p:cNvPicPr>
            <a:picLocks noGrp="1" noChangeAspect="1"/>
          </p:cNvPicPr>
          <p:nvPr>
            <p:ph idx="1"/>
          </p:nvPr>
        </p:nvPicPr>
        <p:blipFill>
          <a:blip r:embed="rId2"/>
          <a:stretch>
            <a:fillRect/>
          </a:stretch>
        </p:blipFill>
        <p:spPr>
          <a:xfrm>
            <a:off x="1097756" y="768246"/>
            <a:ext cx="9768706" cy="5177415"/>
          </a:xfrm>
          <a:prstGeom prst="rect">
            <a:avLst/>
          </a:prstGeom>
        </p:spPr>
      </p:pic>
      <p:sp>
        <p:nvSpPr>
          <p:cNvPr id="10" name="TextBox 9">
            <a:extLst>
              <a:ext uri="{FF2B5EF4-FFF2-40B4-BE49-F238E27FC236}">
                <a16:creationId xmlns:a16="http://schemas.microsoft.com/office/drawing/2014/main" id="{C3B34AD3-3909-41A9-BE5D-F1F9715D4271}"/>
              </a:ext>
            </a:extLst>
          </p:cNvPr>
          <p:cNvSpPr txBox="1"/>
          <p:nvPr/>
        </p:nvSpPr>
        <p:spPr>
          <a:xfrm>
            <a:off x="4089378" y="1095402"/>
            <a:ext cx="7004866" cy="646331"/>
          </a:xfrm>
          <a:prstGeom prst="rect">
            <a:avLst/>
          </a:prstGeom>
          <a:noFill/>
        </p:spPr>
        <p:txBody>
          <a:bodyPr wrap="none" rtlCol="0">
            <a:spAutoFit/>
          </a:bodyPr>
          <a:lstStyle/>
          <a:p>
            <a:r>
              <a:rPr lang="en-US" b="1" dirty="0"/>
              <a:t>Most popular tutorials: </a:t>
            </a:r>
            <a:r>
              <a:rPr lang="en-US" dirty="0" err="1"/>
              <a:t>Tensorflow</a:t>
            </a:r>
            <a:r>
              <a:rPr lang="en-US" dirty="0"/>
              <a:t>-&gt;ONNX, Visualizing an ONNX model, </a:t>
            </a:r>
          </a:p>
          <a:p>
            <a:r>
              <a:rPr lang="en-US" dirty="0" err="1"/>
              <a:t>Pytorch</a:t>
            </a:r>
            <a:r>
              <a:rPr lang="en-US" dirty="0"/>
              <a:t>-&gt;ONNX, ONNX RT server with SSD</a:t>
            </a:r>
          </a:p>
        </p:txBody>
      </p:sp>
    </p:spTree>
    <p:extLst>
      <p:ext uri="{BB962C8B-B14F-4D97-AF65-F5344CB8AC3E}">
        <p14:creationId xmlns:p14="http://schemas.microsoft.com/office/powerpoint/2010/main" val="1637082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21F9943-28F5-4620-A11C-C60C52AE4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6BE7229-51F4-4FFC-A3CD-EC1A822D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2CA6D-AA2B-4357-B614-AB4C75FCA15D}"/>
              </a:ext>
            </a:extLst>
          </p:cNvPr>
          <p:cNvSpPr>
            <a:spLocks noGrp="1"/>
          </p:cNvSpPr>
          <p:nvPr>
            <p:ph type="title"/>
          </p:nvPr>
        </p:nvSpPr>
        <p:spPr>
          <a:xfrm>
            <a:off x="1069848" y="4846002"/>
            <a:ext cx="10058400" cy="1522993"/>
          </a:xfrm>
        </p:spPr>
        <p:txBody>
          <a:bodyPr>
            <a:normAutofit/>
          </a:bodyPr>
          <a:lstStyle/>
          <a:p>
            <a:r>
              <a:rPr lang="en-US" sz="6000"/>
              <a:t>The coming hot topics</a:t>
            </a:r>
          </a:p>
        </p:txBody>
      </p:sp>
      <p:grpSp>
        <p:nvGrpSpPr>
          <p:cNvPr id="39" name="Group 38">
            <a:extLst>
              <a:ext uri="{FF2B5EF4-FFF2-40B4-BE49-F238E27FC236}">
                <a16:creationId xmlns:a16="http://schemas.microsoft.com/office/drawing/2014/main" id="{68D1A95B-47FF-4CC5-B58D-5C606CEC29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40" name="Oval 39">
              <a:extLst>
                <a:ext uri="{FF2B5EF4-FFF2-40B4-BE49-F238E27FC236}">
                  <a16:creationId xmlns:a16="http://schemas.microsoft.com/office/drawing/2014/main" id="{DFE3B04D-0917-4735-B219-073B42C03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41" name="Oval 40">
              <a:extLst>
                <a:ext uri="{FF2B5EF4-FFF2-40B4-BE49-F238E27FC236}">
                  <a16:creationId xmlns:a16="http://schemas.microsoft.com/office/drawing/2014/main" id="{78460770-2B4D-4249-9739-4AC3B03D3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graphicFrame>
        <p:nvGraphicFramePr>
          <p:cNvPr id="31" name="Content Placeholder 2">
            <a:extLst>
              <a:ext uri="{FF2B5EF4-FFF2-40B4-BE49-F238E27FC236}">
                <a16:creationId xmlns:a16="http://schemas.microsoft.com/office/drawing/2014/main" id="{F2DBA9FC-30AB-4C89-923C-04FCF6839456}"/>
              </a:ext>
            </a:extLst>
          </p:cNvPr>
          <p:cNvGraphicFramePr>
            <a:graphicFrameLocks noGrp="1"/>
          </p:cNvGraphicFramePr>
          <p:nvPr>
            <p:ph idx="1"/>
            <p:extLst>
              <p:ext uri="{D42A27DB-BD31-4B8C-83A1-F6EECF244321}">
                <p14:modId xmlns:p14="http://schemas.microsoft.com/office/powerpoint/2010/main" val="2773250378"/>
              </p:ext>
            </p:extLst>
          </p:nvPr>
        </p:nvGraphicFramePr>
        <p:xfrm>
          <a:off x="1069848" y="2061166"/>
          <a:ext cx="10484782" cy="229583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Rectangle 2">
            <a:extLst>
              <a:ext uri="{FF2B5EF4-FFF2-40B4-BE49-F238E27FC236}">
                <a16:creationId xmlns:a16="http://schemas.microsoft.com/office/drawing/2014/main" id="{337D77D9-16AD-44D4-8B9A-5C813BDE690D}"/>
              </a:ext>
            </a:extLst>
          </p:cNvPr>
          <p:cNvSpPr/>
          <p:nvPr/>
        </p:nvSpPr>
        <p:spPr>
          <a:xfrm>
            <a:off x="1184780" y="318709"/>
            <a:ext cx="9949107" cy="1477328"/>
          </a:xfrm>
          <a:prstGeom prst="rect">
            <a:avLst/>
          </a:prstGeom>
        </p:spPr>
        <p:txBody>
          <a:bodyPr wrap="square">
            <a:spAutoFit/>
          </a:bodyPr>
          <a:lstStyle/>
          <a:p>
            <a:r>
              <a:rPr lang="en-US" b="1" dirty="0"/>
              <a:t>Vinitra Swamy </a:t>
            </a:r>
            <a:r>
              <a:rPr lang="en-US" dirty="0"/>
              <a:t>has recently left Microsoft to begin her PhD in Switzerland (at EPFL). She is stepping down as SIG lead but will still be an active member in the model zoo efforts.</a:t>
            </a:r>
          </a:p>
          <a:p>
            <a:endParaRPr lang="en-US" dirty="0"/>
          </a:p>
          <a:p>
            <a:r>
              <a:rPr lang="en-US" b="1" dirty="0" err="1"/>
              <a:t>Wenbing</a:t>
            </a:r>
            <a:r>
              <a:rPr lang="en-US" b="1" dirty="0"/>
              <a:t> Li </a:t>
            </a:r>
            <a:r>
              <a:rPr lang="en-US" dirty="0"/>
              <a:t>is a core contributor to the ONNX converter efforts and is taking over leadership of the Model Zoo + Tutorials SIG.</a:t>
            </a:r>
          </a:p>
        </p:txBody>
      </p:sp>
    </p:spTree>
    <p:extLst>
      <p:ext uri="{BB962C8B-B14F-4D97-AF65-F5344CB8AC3E}">
        <p14:creationId xmlns:p14="http://schemas.microsoft.com/office/powerpoint/2010/main" val="849874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21F9943-28F5-4620-A11C-C60C52AE4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BE7229-51F4-4FFC-A3CD-EC1A822D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B7265-6ADD-4937-B0DA-42EC1F9C903B}"/>
              </a:ext>
            </a:extLst>
          </p:cNvPr>
          <p:cNvSpPr>
            <a:spLocks noGrp="1"/>
          </p:cNvSpPr>
          <p:nvPr>
            <p:ph type="title"/>
          </p:nvPr>
        </p:nvSpPr>
        <p:spPr>
          <a:xfrm>
            <a:off x="1069848" y="4846002"/>
            <a:ext cx="10058400" cy="1522993"/>
          </a:xfrm>
        </p:spPr>
        <p:txBody>
          <a:bodyPr>
            <a:normAutofit/>
          </a:bodyPr>
          <a:lstStyle/>
          <a:p>
            <a:r>
              <a:rPr lang="en-US" sz="6000"/>
              <a:t>Contribute your models</a:t>
            </a:r>
          </a:p>
        </p:txBody>
      </p:sp>
      <p:grpSp>
        <p:nvGrpSpPr>
          <p:cNvPr id="24" name="Group 23">
            <a:extLst>
              <a:ext uri="{FF2B5EF4-FFF2-40B4-BE49-F238E27FC236}">
                <a16:creationId xmlns:a16="http://schemas.microsoft.com/office/drawing/2014/main" id="{68D1A95B-47FF-4CC5-B58D-5C606CEC29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5" name="Oval 24">
              <a:extLst>
                <a:ext uri="{FF2B5EF4-FFF2-40B4-BE49-F238E27FC236}">
                  <a16:creationId xmlns:a16="http://schemas.microsoft.com/office/drawing/2014/main" id="{DFE3B04D-0917-4735-B219-073B42C03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26" name="Oval 25">
              <a:extLst>
                <a:ext uri="{FF2B5EF4-FFF2-40B4-BE49-F238E27FC236}">
                  <a16:creationId xmlns:a16="http://schemas.microsoft.com/office/drawing/2014/main" id="{78460770-2B4D-4249-9739-4AC3B03D3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graphicFrame>
        <p:nvGraphicFramePr>
          <p:cNvPr id="16" name="Content Placeholder 2">
            <a:extLst>
              <a:ext uri="{FF2B5EF4-FFF2-40B4-BE49-F238E27FC236}">
                <a16:creationId xmlns:a16="http://schemas.microsoft.com/office/drawing/2014/main" id="{E5FECBEB-332E-4D94-A1F7-548A6FAF2323}"/>
              </a:ext>
            </a:extLst>
          </p:cNvPr>
          <p:cNvGraphicFramePr>
            <a:graphicFrameLocks noGrp="1"/>
          </p:cNvGraphicFramePr>
          <p:nvPr>
            <p:ph idx="1"/>
            <p:extLst>
              <p:ext uri="{D42A27DB-BD31-4B8C-83A1-F6EECF244321}">
                <p14:modId xmlns:p14="http://schemas.microsoft.com/office/powerpoint/2010/main" val="1728669070"/>
              </p:ext>
            </p:extLst>
          </p:nvPr>
        </p:nvGraphicFramePr>
        <p:xfrm>
          <a:off x="643466" y="633637"/>
          <a:ext cx="10905066" cy="329489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874515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63E2FE9-FAF3-450E-861A-54D0A8CFB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49392E-D1F0-418B-BE60-E29A4F985220}"/>
              </a:ext>
            </a:extLst>
          </p:cNvPr>
          <p:cNvSpPr>
            <a:spLocks noGrp="1"/>
          </p:cNvSpPr>
          <p:nvPr>
            <p:ph type="title"/>
          </p:nvPr>
        </p:nvSpPr>
        <p:spPr>
          <a:xfrm>
            <a:off x="1069848" y="4588335"/>
            <a:ext cx="10058400" cy="1609344"/>
          </a:xfrm>
        </p:spPr>
        <p:txBody>
          <a:bodyPr>
            <a:normAutofit/>
          </a:bodyPr>
          <a:lstStyle/>
          <a:p>
            <a:r>
              <a:rPr lang="en-US" dirty="0"/>
              <a:t>Model Zoo SIG Resources</a:t>
            </a:r>
          </a:p>
        </p:txBody>
      </p:sp>
      <p:sp>
        <p:nvSpPr>
          <p:cNvPr id="3" name="Content Placeholder 2">
            <a:extLst>
              <a:ext uri="{FF2B5EF4-FFF2-40B4-BE49-F238E27FC236}">
                <a16:creationId xmlns:a16="http://schemas.microsoft.com/office/drawing/2014/main" id="{97A344B3-7CAF-46F0-AD41-F89E54A433CE}"/>
              </a:ext>
            </a:extLst>
          </p:cNvPr>
          <p:cNvSpPr>
            <a:spLocks noGrp="1"/>
          </p:cNvSpPr>
          <p:nvPr>
            <p:ph idx="1"/>
          </p:nvPr>
        </p:nvSpPr>
        <p:spPr>
          <a:xfrm>
            <a:off x="1069848" y="643467"/>
            <a:ext cx="10058400" cy="3463351"/>
          </a:xfrm>
        </p:spPr>
        <p:txBody>
          <a:bodyPr anchor="b">
            <a:normAutofit/>
          </a:bodyPr>
          <a:lstStyle/>
          <a:p>
            <a:r>
              <a:rPr lang="en-US" dirty="0"/>
              <a:t>Join us!</a:t>
            </a:r>
          </a:p>
          <a:p>
            <a:r>
              <a:rPr lang="en-US" dirty="0"/>
              <a:t>Slack Channel: </a:t>
            </a:r>
            <a:r>
              <a:rPr lang="en-US" dirty="0">
                <a:hlinkClick r:id="rId2"/>
              </a:rPr>
              <a:t>https://slack.lfai.foundation</a:t>
            </a:r>
            <a:r>
              <a:rPr lang="en-US" dirty="0"/>
              <a:t> and join </a:t>
            </a:r>
            <a:r>
              <a:rPr lang="en-US" dirty="0" err="1"/>
              <a:t>onnx-modelzoo</a:t>
            </a:r>
            <a:endParaRPr lang="en-US" dirty="0"/>
          </a:p>
          <a:p>
            <a:r>
              <a:rPr lang="en-US" dirty="0"/>
              <a:t>Monthly meetup</a:t>
            </a:r>
          </a:p>
          <a:p>
            <a:r>
              <a:rPr lang="en-US" dirty="0"/>
              <a:t>Info page: </a:t>
            </a:r>
            <a:r>
              <a:rPr lang="en-US" dirty="0">
                <a:hlinkClick r:id="rId3"/>
              </a:rPr>
              <a:t>https://github.com/onnx/sigs/tree/master/models-tutorials</a:t>
            </a:r>
            <a:endParaRPr lang="en-US" dirty="0"/>
          </a:p>
        </p:txBody>
      </p:sp>
      <p:sp>
        <p:nvSpPr>
          <p:cNvPr id="28" name="Rectangle 27">
            <a:extLst>
              <a:ext uri="{FF2B5EF4-FFF2-40B4-BE49-F238E27FC236}">
                <a16:creationId xmlns:a16="http://schemas.microsoft.com/office/drawing/2014/main" id="{B4CD5EDE-D3EC-49C1-9A9B-88C47606D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33E4ED5-D66B-4F39-9509-117636F0B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2" name="Oval 31">
            <a:extLst>
              <a:ext uri="{FF2B5EF4-FFF2-40B4-BE49-F238E27FC236}">
                <a16:creationId xmlns:a16="http://schemas.microsoft.com/office/drawing/2014/main" id="{8573AAF9-111A-4C2F-A36D-746158924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pic>
        <p:nvPicPr>
          <p:cNvPr id="1026" name="Picture 2" descr="SD Times news digest: ONNX at LF AI Foundation, InfluxDB Cloud 2.0, and IBM  partners with Stanford Human-Centered AI Institute - SD Times">
            <a:extLst>
              <a:ext uri="{FF2B5EF4-FFF2-40B4-BE49-F238E27FC236}">
                <a16:creationId xmlns:a16="http://schemas.microsoft.com/office/drawing/2014/main" id="{613DDF9C-8154-43E9-9CFF-4CA2628D02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7334" y="61477"/>
            <a:ext cx="3614106" cy="2509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7292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E38D67F0F88B46A9F3C6E4DB485E87" ma:contentTypeVersion="13" ma:contentTypeDescription="Create a new document." ma:contentTypeScope="" ma:versionID="81b3b557f9158df78df1dfac5f6e0aa0">
  <xsd:schema xmlns:xsd="http://www.w3.org/2001/XMLSchema" xmlns:xs="http://www.w3.org/2001/XMLSchema" xmlns:p="http://schemas.microsoft.com/office/2006/metadata/properties" xmlns:ns3="a1b61331-b7d0-4894-b2d7-93ae31e73327" xmlns:ns4="c5cc40ee-cd90-47c1-bc86-2eec83922218" targetNamespace="http://schemas.microsoft.com/office/2006/metadata/properties" ma:root="true" ma:fieldsID="caa3546339b1a54efc848bd81eaca0f0" ns3:_="" ns4:_="">
    <xsd:import namespace="a1b61331-b7d0-4894-b2d7-93ae31e73327"/>
    <xsd:import namespace="c5cc40ee-cd90-47c1-bc86-2eec8392221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3:LastSharedByUser" minOccurs="0"/>
                <xsd:element ref="ns3:LastSharedByTime" minOccurs="0"/>
                <xsd:element ref="ns4:MediaServiceAutoTags" minOccurs="0"/>
                <xsd:element ref="ns4:MediaServiceGenerationTime" minOccurs="0"/>
                <xsd:element ref="ns4:MediaServiceEventHashCode"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b61331-b7d0-4894-b2d7-93ae31e7332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LastSharedByUser" ma:index="13" nillable="true" ma:displayName="Last Shared By User" ma:description="" ma:hidden="true" ma:internalName="LastSharedByUser" ma:readOnly="true">
      <xsd:simpleType>
        <xsd:restriction base="dms:Note"/>
      </xsd:simpleType>
    </xsd:element>
    <xsd:element name="LastSharedByTime" ma:index="14"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c5cc40ee-cd90-47c1-bc86-2eec83922218"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F0800F-2BFF-49A2-8FE9-B12E6B21AC93}">
  <ds:schemaRefs>
    <ds:schemaRef ds:uri="http://schemas.openxmlformats.org/package/2006/metadata/core-properties"/>
    <ds:schemaRef ds:uri="http://schemas.microsoft.com/office/2006/documentManagement/types"/>
    <ds:schemaRef ds:uri="http://www.w3.org/XML/1998/namespace"/>
    <ds:schemaRef ds:uri="http://schemas.microsoft.com/office/2006/metadata/properties"/>
    <ds:schemaRef ds:uri="http://purl.org/dc/terms/"/>
    <ds:schemaRef ds:uri="http://purl.org/dc/dcmitype/"/>
    <ds:schemaRef ds:uri="http://purl.org/dc/elements/1.1/"/>
    <ds:schemaRef ds:uri="http://schemas.microsoft.com/office/infopath/2007/PartnerControls"/>
    <ds:schemaRef ds:uri="c5cc40ee-cd90-47c1-bc86-2eec83922218"/>
    <ds:schemaRef ds:uri="a1b61331-b7d0-4894-b2d7-93ae31e73327"/>
  </ds:schemaRefs>
</ds:datastoreItem>
</file>

<file path=customXml/itemProps2.xml><?xml version="1.0" encoding="utf-8"?>
<ds:datastoreItem xmlns:ds="http://schemas.openxmlformats.org/officeDocument/2006/customXml" ds:itemID="{2C568E4B-0FC8-45BE-981C-F98150A6D729}">
  <ds:schemaRefs>
    <ds:schemaRef ds:uri="http://schemas.microsoft.com/sharepoint/v3/contenttype/forms"/>
  </ds:schemaRefs>
</ds:datastoreItem>
</file>

<file path=customXml/itemProps3.xml><?xml version="1.0" encoding="utf-8"?>
<ds:datastoreItem xmlns:ds="http://schemas.openxmlformats.org/officeDocument/2006/customXml" ds:itemID="{1C30B240-CBDC-49C7-8EB5-729D398488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b61331-b7d0-4894-b2d7-93ae31e73327"/>
    <ds:schemaRef ds:uri="c5cc40ee-cd90-47c1-bc86-2eec839222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TotalTime>
  <Words>398</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-apple-system</vt:lpstr>
      <vt:lpstr>Arial</vt:lpstr>
      <vt:lpstr>Calibri</vt:lpstr>
      <vt:lpstr>Georgia</vt:lpstr>
      <vt:lpstr>Rockwell Extra Bold</vt:lpstr>
      <vt:lpstr>Trebuchet MS</vt:lpstr>
      <vt:lpstr>Wingdings</vt:lpstr>
      <vt:lpstr>Wood Type</vt:lpstr>
      <vt:lpstr>ONNX Model Zoo + Tutorials SIG Update</vt:lpstr>
      <vt:lpstr>ONNX Model Zoo</vt:lpstr>
      <vt:lpstr>Key numbers</vt:lpstr>
      <vt:lpstr>PowerPoint Presentation</vt:lpstr>
      <vt:lpstr>PowerPoint Presentation</vt:lpstr>
      <vt:lpstr>The coming hot topics</vt:lpstr>
      <vt:lpstr>Contribute your models</vt:lpstr>
      <vt:lpstr>Model Zoo SIG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ONNX Model Zoo Sig Update</dc:title>
  <dc:creator>Wenbing Li</dc:creator>
  <cp:lastModifiedBy>Vinitra Swamy</cp:lastModifiedBy>
  <cp:revision>3</cp:revision>
  <dcterms:created xsi:type="dcterms:W3CDTF">2020-10-08T07:23:22Z</dcterms:created>
  <dcterms:modified xsi:type="dcterms:W3CDTF">2020-10-12T13:25:27Z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0x010100A6E38D67F0F88B46A9F3C6E4DB485E87</vt:lpwstr>
  </property>
</Properties>
</file>