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4" r:id="rId5"/>
    <p:sldId id="265" r:id="rId6"/>
    <p:sldId id="263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C4F8C-483F-46C1-AC1E-E2CEB7FB0739}" v="113" dt="2020-10-06T19:46:02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 Funtowicz" userId="eb7d910166da057a" providerId="LiveId" clId="{FE2C4F8C-483F-46C1-AC1E-E2CEB7FB0739}"/>
    <pc:docChg chg="undo custSel mod addSld delSld modSld sldOrd modMainMaster">
      <pc:chgData name="Morgan Funtowicz" userId="eb7d910166da057a" providerId="LiveId" clId="{FE2C4F8C-483F-46C1-AC1E-E2CEB7FB0739}" dt="2020-10-06T20:12:36.517" v="2785" actId="20577"/>
      <pc:docMkLst>
        <pc:docMk/>
      </pc:docMkLst>
      <pc:sldChg chg="modSp mod setBg">
        <pc:chgData name="Morgan Funtowicz" userId="eb7d910166da057a" providerId="LiveId" clId="{FE2C4F8C-483F-46C1-AC1E-E2CEB7FB0739}" dt="2020-10-06T19:57:01.151" v="2498" actId="1076"/>
        <pc:sldMkLst>
          <pc:docMk/>
          <pc:sldMk cId="1547707255" sldId="256"/>
        </pc:sldMkLst>
        <pc:spChg chg="mod">
          <ac:chgData name="Morgan Funtowicz" userId="eb7d910166da057a" providerId="LiveId" clId="{FE2C4F8C-483F-46C1-AC1E-E2CEB7FB0739}" dt="2020-10-06T08:44:22.293" v="387" actId="20577"/>
          <ac:spMkLst>
            <pc:docMk/>
            <pc:sldMk cId="1547707255" sldId="256"/>
            <ac:spMk id="3" creationId="{6752DB4E-CD0E-4408-95A5-C2414EE6A38A}"/>
          </ac:spMkLst>
        </pc:spChg>
        <pc:picChg chg="mod">
          <ac:chgData name="Morgan Funtowicz" userId="eb7d910166da057a" providerId="LiveId" clId="{FE2C4F8C-483F-46C1-AC1E-E2CEB7FB0739}" dt="2020-10-06T19:57:01.151" v="2498" actId="1076"/>
          <ac:picMkLst>
            <pc:docMk/>
            <pc:sldMk cId="1547707255" sldId="256"/>
            <ac:picMk id="11" creationId="{7C50263E-1F2B-4A94-B887-C4C774F998DA}"/>
          </ac:picMkLst>
        </pc:picChg>
        <pc:picChg chg="mod">
          <ac:chgData name="Morgan Funtowicz" userId="eb7d910166da057a" providerId="LiveId" clId="{FE2C4F8C-483F-46C1-AC1E-E2CEB7FB0739}" dt="2020-10-06T08:40:56.643" v="385" actId="14100"/>
          <ac:picMkLst>
            <pc:docMk/>
            <pc:sldMk cId="1547707255" sldId="256"/>
            <ac:picMk id="1034" creationId="{3F84466F-98FB-452F-A989-9D34C01BE1D3}"/>
          </ac:picMkLst>
        </pc:picChg>
      </pc:sldChg>
      <pc:sldChg chg="addSp delSp modSp new mod setBg">
        <pc:chgData name="Morgan Funtowicz" userId="eb7d910166da057a" providerId="LiveId" clId="{FE2C4F8C-483F-46C1-AC1E-E2CEB7FB0739}" dt="2020-10-06T19:51:42.364" v="1949" actId="20577"/>
        <pc:sldMkLst>
          <pc:docMk/>
          <pc:sldMk cId="3617263688" sldId="257"/>
        </pc:sldMkLst>
        <pc:spChg chg="mod">
          <ac:chgData name="Morgan Funtowicz" userId="eb7d910166da057a" providerId="LiveId" clId="{FE2C4F8C-483F-46C1-AC1E-E2CEB7FB0739}" dt="2020-10-06T09:46:59.067" v="1480" actId="20577"/>
          <ac:spMkLst>
            <pc:docMk/>
            <pc:sldMk cId="3617263688" sldId="257"/>
            <ac:spMk id="2" creationId="{5A11A771-BA69-449E-8E62-ABA6738F31CB}"/>
          </ac:spMkLst>
        </pc:spChg>
        <pc:spChg chg="mod">
          <ac:chgData name="Morgan Funtowicz" userId="eb7d910166da057a" providerId="LiveId" clId="{FE2C4F8C-483F-46C1-AC1E-E2CEB7FB0739}" dt="2020-10-06T19:49:28.356" v="1786" actId="20577"/>
          <ac:spMkLst>
            <pc:docMk/>
            <pc:sldMk cId="3617263688" sldId="257"/>
            <ac:spMk id="3" creationId="{D55A4B57-99C0-49D6-8B1F-73DE373CD0EE}"/>
          </ac:spMkLst>
        </pc:spChg>
        <pc:spChg chg="add mod ord">
          <ac:chgData name="Morgan Funtowicz" userId="eb7d910166da057a" providerId="LiveId" clId="{FE2C4F8C-483F-46C1-AC1E-E2CEB7FB0739}" dt="2020-10-06T08:52:24.816" v="564" actId="1037"/>
          <ac:spMkLst>
            <pc:docMk/>
            <pc:sldMk cId="3617263688" sldId="257"/>
            <ac:spMk id="7" creationId="{B370E841-82B6-4A8A-BCCE-BCE4759CAAD5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8" creationId="{7CB4857B-ED7C-444D-9F04-2F885114A1C2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10" creationId="{D18046FB-44EA-4FD8-A585-EA09A319B2D0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12" creationId="{479F5F2B-8B58-4140-AE6A-51F6C67B18D9}"/>
          </ac:spMkLst>
        </pc:spChg>
        <pc:spChg chg="add mod">
          <ac:chgData name="Morgan Funtowicz" userId="eb7d910166da057a" providerId="LiveId" clId="{FE2C4F8C-483F-46C1-AC1E-E2CEB7FB0739}" dt="2020-10-06T19:51:42.364" v="1949" actId="20577"/>
          <ac:spMkLst>
            <pc:docMk/>
            <pc:sldMk cId="3617263688" sldId="257"/>
            <ac:spMk id="16" creationId="{C765DC20-3E96-4DAE-8047-F3503F088C79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17" creationId="{231598CC-E9D8-46F1-A31D-21527BFD635F}"/>
          </ac:spMkLst>
        </pc:spChg>
        <pc:spChg chg="add">
          <ac:chgData name="Morgan Funtowicz" userId="eb7d910166da057a" providerId="LiveId" clId="{FE2C4F8C-483F-46C1-AC1E-E2CEB7FB0739}" dt="2020-10-06T09:10:16.641" v="610"/>
          <ac:spMkLst>
            <pc:docMk/>
            <pc:sldMk cId="3617263688" sldId="257"/>
            <ac:spMk id="18" creationId="{CA07C18E-A11B-4BE8-9600-20722F3E40A8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19" creationId="{CB147A70-DC29-4DDF-A34C-2B82C6E2295E}"/>
          </ac:spMkLst>
        </pc:spChg>
        <pc:spChg chg="add del mod">
          <ac:chgData name="Morgan Funtowicz" userId="eb7d910166da057a" providerId="LiveId" clId="{FE2C4F8C-483F-46C1-AC1E-E2CEB7FB0739}" dt="2020-10-06T09:10:19.883" v="613"/>
          <ac:spMkLst>
            <pc:docMk/>
            <pc:sldMk cId="3617263688" sldId="257"/>
            <ac:spMk id="20" creationId="{E69D49B9-E6E2-4FB3-A5B8-F288AE7B9847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21" creationId="{3B438362-1E1E-4C62-A99E-4134CB16366C}"/>
          </ac:spMkLst>
        </pc:spChg>
        <pc:spChg chg="add mod">
          <ac:chgData name="Morgan Funtowicz" userId="eb7d910166da057a" providerId="LiveId" clId="{FE2C4F8C-483F-46C1-AC1E-E2CEB7FB0739}" dt="2020-10-06T09:24:08.931" v="903" actId="20577"/>
          <ac:spMkLst>
            <pc:docMk/>
            <pc:sldMk cId="3617263688" sldId="257"/>
            <ac:spMk id="22" creationId="{78D77C8B-8285-41AE-BAFB-EC2FACD4DB27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23" creationId="{6C077334-5571-4B83-A83E-4CCCFA7B5E8A}"/>
          </ac:spMkLst>
        </pc:spChg>
        <pc:spChg chg="add del mod">
          <ac:chgData name="Morgan Funtowicz" userId="eb7d910166da057a" providerId="LiveId" clId="{FE2C4F8C-483F-46C1-AC1E-E2CEB7FB0739}" dt="2020-10-06T09:08:52.015" v="580" actId="478"/>
          <ac:spMkLst>
            <pc:docMk/>
            <pc:sldMk cId="3617263688" sldId="257"/>
            <ac:spMk id="24" creationId="{FCE1FD6F-11A9-4CD0-9FF8-D11FC3F96BFD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27" creationId="{0F646DF8-223D-47DD-95B1-F2654229E56C}"/>
          </ac:spMkLst>
        </pc:spChg>
        <pc:spChg chg="add del">
          <ac:chgData name="Morgan Funtowicz" userId="eb7d910166da057a" providerId="LiveId" clId="{FE2C4F8C-483F-46C1-AC1E-E2CEB7FB0739}" dt="2020-10-06T08:48:34.417" v="408" actId="26606"/>
          <ac:spMkLst>
            <pc:docMk/>
            <pc:sldMk cId="3617263688" sldId="257"/>
            <ac:spMk id="29" creationId="{4D3DC50D-CA0F-48F9-B17E-20D8669AA4E0}"/>
          </ac:spMkLst>
        </pc:spChg>
        <pc:picChg chg="add del mod">
          <ac:chgData name="Morgan Funtowicz" userId="eb7d910166da057a" providerId="LiveId" clId="{FE2C4F8C-483F-46C1-AC1E-E2CEB7FB0739}" dt="2020-10-06T08:51:32.176" v="519" actId="478"/>
          <ac:picMkLst>
            <pc:docMk/>
            <pc:sldMk cId="3617263688" sldId="257"/>
            <ac:picMk id="5" creationId="{572E680D-70FE-4256-BBA7-2E11D34F8CD1}"/>
          </ac:picMkLst>
        </pc:picChg>
        <pc:picChg chg="add mod">
          <ac:chgData name="Morgan Funtowicz" userId="eb7d910166da057a" providerId="LiveId" clId="{FE2C4F8C-483F-46C1-AC1E-E2CEB7FB0739}" dt="2020-10-06T08:52:47.131" v="567" actId="1076"/>
          <ac:picMkLst>
            <pc:docMk/>
            <pc:sldMk cId="3617263688" sldId="257"/>
            <ac:picMk id="9" creationId="{C1182634-646B-4BD2-A9E2-EEB63CB56F34}"/>
          </ac:picMkLst>
        </pc:picChg>
        <pc:picChg chg="add mod">
          <ac:chgData name="Morgan Funtowicz" userId="eb7d910166da057a" providerId="LiveId" clId="{FE2C4F8C-483F-46C1-AC1E-E2CEB7FB0739}" dt="2020-10-06T08:53:16.684" v="575" actId="1076"/>
          <ac:picMkLst>
            <pc:docMk/>
            <pc:sldMk cId="3617263688" sldId="257"/>
            <ac:picMk id="13" creationId="{7A65794F-47C5-4602-A568-09A0F1227EFB}"/>
          </ac:picMkLst>
        </pc:picChg>
        <pc:picChg chg="add mod">
          <ac:chgData name="Morgan Funtowicz" userId="eb7d910166da057a" providerId="LiveId" clId="{FE2C4F8C-483F-46C1-AC1E-E2CEB7FB0739}" dt="2020-10-06T08:53:20.347" v="576" actId="1076"/>
          <ac:picMkLst>
            <pc:docMk/>
            <pc:sldMk cId="3617263688" sldId="257"/>
            <ac:picMk id="15" creationId="{9EB03AAB-5752-48F6-9989-5C34A5BD3E85}"/>
          </ac:picMkLst>
        </pc:picChg>
        <pc:picChg chg="add mod">
          <ac:chgData name="Morgan Funtowicz" userId="eb7d910166da057a" providerId="LiveId" clId="{FE2C4F8C-483F-46C1-AC1E-E2CEB7FB0739}" dt="2020-10-06T09:16:19.377" v="642" actId="1076"/>
          <ac:picMkLst>
            <pc:docMk/>
            <pc:sldMk cId="3617263688" sldId="257"/>
            <ac:picMk id="30" creationId="{B588283C-DFD1-4839-B6CC-EB7C3D6F864C}"/>
          </ac:picMkLst>
        </pc:picChg>
        <pc:picChg chg="add mod">
          <ac:chgData name="Morgan Funtowicz" userId="eb7d910166da057a" providerId="LiveId" clId="{FE2C4F8C-483F-46C1-AC1E-E2CEB7FB0739}" dt="2020-10-06T09:16:50.135" v="674" actId="1076"/>
          <ac:picMkLst>
            <pc:docMk/>
            <pc:sldMk cId="3617263688" sldId="257"/>
            <ac:picMk id="32" creationId="{4ABA0ECF-7003-462C-B6AF-1D68A9B881F1}"/>
          </ac:picMkLst>
        </pc:picChg>
        <pc:picChg chg="add mod">
          <ac:chgData name="Morgan Funtowicz" userId="eb7d910166da057a" providerId="LiveId" clId="{FE2C4F8C-483F-46C1-AC1E-E2CEB7FB0739}" dt="2020-10-06T09:16:53.761" v="676" actId="1076"/>
          <ac:picMkLst>
            <pc:docMk/>
            <pc:sldMk cId="3617263688" sldId="257"/>
            <ac:picMk id="34" creationId="{2E268DC2-D899-45B1-93BD-375249FCBB6E}"/>
          </ac:picMkLst>
        </pc:picChg>
        <pc:picChg chg="add del mod">
          <ac:chgData name="Morgan Funtowicz" userId="eb7d910166da057a" providerId="LiveId" clId="{FE2C4F8C-483F-46C1-AC1E-E2CEB7FB0739}" dt="2020-10-06T09:19:04.892" v="695" actId="478"/>
          <ac:picMkLst>
            <pc:docMk/>
            <pc:sldMk cId="3617263688" sldId="257"/>
            <ac:picMk id="36" creationId="{A9DA9278-6CBB-4F22-AD60-C5AF63808D3B}"/>
          </ac:picMkLst>
        </pc:picChg>
        <pc:picChg chg="add mod">
          <ac:chgData name="Morgan Funtowicz" userId="eb7d910166da057a" providerId="LiveId" clId="{FE2C4F8C-483F-46C1-AC1E-E2CEB7FB0739}" dt="2020-10-06T09:21:05.268" v="742" actId="1038"/>
          <ac:picMkLst>
            <pc:docMk/>
            <pc:sldMk cId="3617263688" sldId="257"/>
            <ac:picMk id="38" creationId="{399D259B-59D1-4BA8-A023-07D6E52F4D23}"/>
          </ac:picMkLst>
        </pc:picChg>
        <pc:picChg chg="add mod">
          <ac:chgData name="Morgan Funtowicz" userId="eb7d910166da057a" providerId="LiveId" clId="{FE2C4F8C-483F-46C1-AC1E-E2CEB7FB0739}" dt="2020-10-06T09:21:11.128" v="758" actId="1038"/>
          <ac:picMkLst>
            <pc:docMk/>
            <pc:sldMk cId="3617263688" sldId="257"/>
            <ac:picMk id="40" creationId="{DFCDD8AC-6E5D-44B7-94DD-514C34E4D817}"/>
          </ac:picMkLst>
        </pc:picChg>
        <pc:picChg chg="add mod">
          <ac:chgData name="Morgan Funtowicz" userId="eb7d910166da057a" providerId="LiveId" clId="{FE2C4F8C-483F-46C1-AC1E-E2CEB7FB0739}" dt="2020-10-06T09:21:11.128" v="758" actId="1038"/>
          <ac:picMkLst>
            <pc:docMk/>
            <pc:sldMk cId="3617263688" sldId="257"/>
            <ac:picMk id="42" creationId="{1ACC6864-F8D6-41CF-A935-3E8D82044BBF}"/>
          </ac:picMkLst>
        </pc:picChg>
        <pc:picChg chg="add mod">
          <ac:chgData name="Morgan Funtowicz" userId="eb7d910166da057a" providerId="LiveId" clId="{FE2C4F8C-483F-46C1-AC1E-E2CEB7FB0739}" dt="2020-10-06T09:23:53.855" v="901" actId="692"/>
          <ac:picMkLst>
            <pc:docMk/>
            <pc:sldMk cId="3617263688" sldId="257"/>
            <ac:picMk id="44" creationId="{61DD742C-BE62-49BA-BEC5-4319B50C0421}"/>
          </ac:picMkLst>
        </pc:picChg>
        <pc:picChg chg="add mod">
          <ac:chgData name="Morgan Funtowicz" userId="eb7d910166da057a" providerId="LiveId" clId="{FE2C4F8C-483F-46C1-AC1E-E2CEB7FB0739}" dt="2020-10-06T09:23:53.855" v="901" actId="692"/>
          <ac:picMkLst>
            <pc:docMk/>
            <pc:sldMk cId="3617263688" sldId="257"/>
            <ac:picMk id="46" creationId="{51162D2A-7C39-441F-9DB1-416CAE46F24A}"/>
          </ac:picMkLst>
        </pc:picChg>
        <pc:picChg chg="add mod">
          <ac:chgData name="Morgan Funtowicz" userId="eb7d910166da057a" providerId="LiveId" clId="{FE2C4F8C-483F-46C1-AC1E-E2CEB7FB0739}" dt="2020-10-06T09:23:53.855" v="901" actId="692"/>
          <ac:picMkLst>
            <pc:docMk/>
            <pc:sldMk cId="3617263688" sldId="257"/>
            <ac:picMk id="48" creationId="{5A885C32-F374-4759-8B40-D93A40B1252C}"/>
          </ac:picMkLst>
        </pc:picChg>
        <pc:cxnChg chg="add del">
          <ac:chgData name="Morgan Funtowicz" userId="eb7d910166da057a" providerId="LiveId" clId="{FE2C4F8C-483F-46C1-AC1E-E2CEB7FB0739}" dt="2020-10-06T08:48:34.417" v="408" actId="26606"/>
          <ac:cxnSpMkLst>
            <pc:docMk/>
            <pc:sldMk cId="3617263688" sldId="257"/>
            <ac:cxnSpMk id="25" creationId="{2F61ABFD-DE05-41FD-A6B7-6D40196C1570}"/>
          </ac:cxnSpMkLst>
        </pc:cxnChg>
      </pc:sldChg>
      <pc:sldChg chg="new del">
        <pc:chgData name="Morgan Funtowicz" userId="eb7d910166da057a" providerId="LiveId" clId="{FE2C4F8C-483F-46C1-AC1E-E2CEB7FB0739}" dt="2020-10-06T08:30:10.932" v="47" actId="680"/>
        <pc:sldMkLst>
          <pc:docMk/>
          <pc:sldMk cId="2333593562" sldId="258"/>
        </pc:sldMkLst>
      </pc:sldChg>
      <pc:sldChg chg="addSp delSp modSp new del mod setBg modClrScheme setClrOvrMap chgLayout">
        <pc:chgData name="Morgan Funtowicz" userId="eb7d910166da057a" providerId="LiveId" clId="{FE2C4F8C-483F-46C1-AC1E-E2CEB7FB0739}" dt="2020-10-06T09:30:56.021" v="904" actId="47"/>
        <pc:sldMkLst>
          <pc:docMk/>
          <pc:sldMk cId="2700391466" sldId="258"/>
        </pc:sldMkLst>
        <pc:spChg chg="del mod ord">
          <ac:chgData name="Morgan Funtowicz" userId="eb7d910166da057a" providerId="LiveId" clId="{FE2C4F8C-483F-46C1-AC1E-E2CEB7FB0739}" dt="2020-10-06T08:31:23.908" v="67" actId="700"/>
          <ac:spMkLst>
            <pc:docMk/>
            <pc:sldMk cId="2700391466" sldId="258"/>
            <ac:spMk id="2" creationId="{317A0852-AE61-4376-8424-D9410C5F3EA4}"/>
          </ac:spMkLst>
        </pc:spChg>
        <pc:spChg chg="del mod ord">
          <ac:chgData name="Morgan Funtowicz" userId="eb7d910166da057a" providerId="LiveId" clId="{FE2C4F8C-483F-46C1-AC1E-E2CEB7FB0739}" dt="2020-10-06T08:31:23.908" v="67" actId="700"/>
          <ac:spMkLst>
            <pc:docMk/>
            <pc:sldMk cId="2700391466" sldId="258"/>
            <ac:spMk id="3" creationId="{A797BA96-3614-45B4-B08E-7F277D5B3A0A}"/>
          </ac:spMkLst>
        </pc:spChg>
        <pc:spChg chg="add del mod ord">
          <ac:chgData name="Morgan Funtowicz" userId="eb7d910166da057a" providerId="LiveId" clId="{FE2C4F8C-483F-46C1-AC1E-E2CEB7FB0739}" dt="2020-10-06T08:31:47.084" v="73" actId="478"/>
          <ac:spMkLst>
            <pc:docMk/>
            <pc:sldMk cId="2700391466" sldId="258"/>
            <ac:spMk id="4" creationId="{5D776C51-3240-499F-9ED6-46DA1B969075}"/>
          </ac:spMkLst>
        </pc:spChg>
        <pc:spChg chg="add del mod ord">
          <ac:chgData name="Morgan Funtowicz" userId="eb7d910166da057a" providerId="LiveId" clId="{FE2C4F8C-483F-46C1-AC1E-E2CEB7FB0739}" dt="2020-10-06T08:31:43.092" v="71"/>
          <ac:spMkLst>
            <pc:docMk/>
            <pc:sldMk cId="2700391466" sldId="258"/>
            <ac:spMk id="5" creationId="{C46C36EF-A232-4B48-8DF1-A88C42C52EDB}"/>
          </ac:spMkLst>
        </pc:spChg>
        <pc:spChg chg="add del mod ord">
          <ac:chgData name="Morgan Funtowicz" userId="eb7d910166da057a" providerId="LiveId" clId="{FE2C4F8C-483F-46C1-AC1E-E2CEB7FB0739}" dt="2020-10-06T08:32:03.446" v="82"/>
          <ac:spMkLst>
            <pc:docMk/>
            <pc:sldMk cId="2700391466" sldId="258"/>
            <ac:spMk id="6" creationId="{F670FE1C-2F3E-4986-88EB-34C0D4D9FB09}"/>
          </ac:spMkLst>
        </pc:spChg>
        <pc:spChg chg="add del">
          <ac:chgData name="Morgan Funtowicz" userId="eb7d910166da057a" providerId="LiveId" clId="{FE2C4F8C-483F-46C1-AC1E-E2CEB7FB0739}" dt="2020-10-06T08:31:32.803" v="69" actId="26606"/>
          <ac:spMkLst>
            <pc:docMk/>
            <pc:sldMk cId="2700391466" sldId="258"/>
            <ac:spMk id="11" creationId="{4C608BEB-860E-4094-8511-78603564A75E}"/>
          </ac:spMkLst>
        </pc:spChg>
        <pc:spChg chg="add">
          <ac:chgData name="Morgan Funtowicz" userId="eb7d910166da057a" providerId="LiveId" clId="{FE2C4F8C-483F-46C1-AC1E-E2CEB7FB0739}" dt="2020-10-06T08:31:32.811" v="70" actId="26606"/>
          <ac:spMkLst>
            <pc:docMk/>
            <pc:sldMk cId="2700391466" sldId="258"/>
            <ac:spMk id="15" creationId="{1E214AA7-F028-4A0D-8698-61AEC754D1BC}"/>
          </ac:spMkLst>
        </pc:spChg>
        <pc:picChg chg="add mod">
          <ac:chgData name="Morgan Funtowicz" userId="eb7d910166da057a" providerId="LiveId" clId="{FE2C4F8C-483F-46C1-AC1E-E2CEB7FB0739}" dt="2020-10-06T08:33:08.318" v="110" actId="1036"/>
          <ac:picMkLst>
            <pc:docMk/>
            <pc:sldMk cId="2700391466" sldId="258"/>
            <ac:picMk id="3074" creationId="{6AEEC3F2-E066-4855-8D82-3167F54F95AE}"/>
          </ac:picMkLst>
        </pc:picChg>
        <pc:picChg chg="add del">
          <ac:chgData name="Morgan Funtowicz" userId="eb7d910166da057a" providerId="LiveId" clId="{FE2C4F8C-483F-46C1-AC1E-E2CEB7FB0739}" dt="2020-10-06T08:32:02.021" v="80"/>
          <ac:picMkLst>
            <pc:docMk/>
            <pc:sldMk cId="2700391466" sldId="258"/>
            <ac:picMk id="3076" creationId="{7C0F0103-8547-428F-9009-59BBD6D2D99C}"/>
          </ac:picMkLst>
        </pc:picChg>
        <pc:picChg chg="add mod">
          <ac:chgData name="Morgan Funtowicz" userId="eb7d910166da057a" providerId="LiveId" clId="{FE2C4F8C-483F-46C1-AC1E-E2CEB7FB0739}" dt="2020-10-06T08:33:16.725" v="132" actId="1036"/>
          <ac:picMkLst>
            <pc:docMk/>
            <pc:sldMk cId="2700391466" sldId="258"/>
            <ac:picMk id="3078" creationId="{6BAC1B64-5D7A-449E-9F3B-337F697F4DF8}"/>
          </ac:picMkLst>
        </pc:picChg>
        <pc:cxnChg chg="add del">
          <ac:chgData name="Morgan Funtowicz" userId="eb7d910166da057a" providerId="LiveId" clId="{FE2C4F8C-483F-46C1-AC1E-E2CEB7FB0739}" dt="2020-10-06T08:31:32.803" v="69" actId="26606"/>
          <ac:cxnSpMkLst>
            <pc:docMk/>
            <pc:sldMk cId="2700391466" sldId="258"/>
            <ac:cxnSpMk id="13" creationId="{1F16A8D4-FE87-4604-88B2-394B5D1EB437}"/>
          </ac:cxnSpMkLst>
        </pc:cxnChg>
        <pc:cxnChg chg="add">
          <ac:chgData name="Morgan Funtowicz" userId="eb7d910166da057a" providerId="LiveId" clId="{FE2C4F8C-483F-46C1-AC1E-E2CEB7FB0739}" dt="2020-10-06T08:31:32.811" v="70" actId="26606"/>
          <ac:cxnSpMkLst>
            <pc:docMk/>
            <pc:sldMk cId="2700391466" sldId="258"/>
            <ac:cxnSpMk id="16" creationId="{D6206FDC-2777-4D7F-AF9C-73413DA664C9}"/>
          </ac:cxnSpMkLst>
        </pc:cxnChg>
      </pc:sldChg>
      <pc:sldChg chg="addSp delSp modSp add del mod modClrScheme delDesignElem chgLayout">
        <pc:chgData name="Morgan Funtowicz" userId="eb7d910166da057a" providerId="LiveId" clId="{FE2C4F8C-483F-46C1-AC1E-E2CEB7FB0739}" dt="2020-10-06T08:31:17.735" v="65" actId="47"/>
        <pc:sldMkLst>
          <pc:docMk/>
          <pc:sldMk cId="2873999340" sldId="258"/>
        </pc:sldMkLst>
        <pc:spChg chg="mod ord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2" creationId="{5A11A771-BA69-449E-8E62-ABA6738F31CB}"/>
          </ac:spMkLst>
        </pc:spChg>
        <pc:spChg chg="del mod">
          <ac:chgData name="Morgan Funtowicz" userId="eb7d910166da057a" providerId="LiveId" clId="{FE2C4F8C-483F-46C1-AC1E-E2CEB7FB0739}" dt="2020-10-06T08:30:22.698" v="51" actId="478"/>
          <ac:spMkLst>
            <pc:docMk/>
            <pc:sldMk cId="2873999340" sldId="258"/>
            <ac:spMk id="3" creationId="{D55A4B57-99C0-49D6-8B1F-73DE373CD0EE}"/>
          </ac:spMkLst>
        </pc:spChg>
        <pc:spChg chg="add del mod">
          <ac:chgData name="Morgan Funtowicz" userId="eb7d910166da057a" providerId="LiveId" clId="{FE2C4F8C-483F-46C1-AC1E-E2CEB7FB0739}" dt="2020-10-06T08:30:28.004" v="54" actId="478"/>
          <ac:spMkLst>
            <pc:docMk/>
            <pc:sldMk cId="2873999340" sldId="258"/>
            <ac:spMk id="5" creationId="{9AC86975-E091-413B-BE3F-A5ECCADC2E1A}"/>
          </ac:spMkLst>
        </pc:spChg>
        <pc:spChg chg="add del mod ord">
          <ac:chgData name="Morgan Funtowicz" userId="eb7d910166da057a" providerId="LiveId" clId="{FE2C4F8C-483F-46C1-AC1E-E2CEB7FB0739}" dt="2020-10-06T08:31:06.293" v="62" actId="700"/>
          <ac:spMkLst>
            <pc:docMk/>
            <pc:sldMk cId="2873999340" sldId="258"/>
            <ac:spMk id="7" creationId="{8C002492-6C2E-4549-8B88-D40588B27392}"/>
          </ac:spMkLst>
        </pc:spChg>
        <pc:spChg chg="add del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8" creationId="{7CB4857B-ED7C-444D-9F04-2F885114A1C2}"/>
          </ac:spMkLst>
        </pc:spChg>
        <pc:spChg chg="add del mod ord">
          <ac:chgData name="Morgan Funtowicz" userId="eb7d910166da057a" providerId="LiveId" clId="{FE2C4F8C-483F-46C1-AC1E-E2CEB7FB0739}" dt="2020-10-06T08:31:06.293" v="62" actId="700"/>
          <ac:spMkLst>
            <pc:docMk/>
            <pc:sldMk cId="2873999340" sldId="258"/>
            <ac:spMk id="9" creationId="{9BAA58CC-0A36-44FD-84AB-E283A801C632}"/>
          </ac:spMkLst>
        </pc:spChg>
        <pc:spChg chg="add del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10" creationId="{D18046FB-44EA-4FD8-A585-EA09A319B2D0}"/>
          </ac:spMkLst>
        </pc:spChg>
        <pc:spChg chg="add del">
          <ac:chgData name="Morgan Funtowicz" userId="eb7d910166da057a" providerId="LiveId" clId="{FE2C4F8C-483F-46C1-AC1E-E2CEB7FB0739}" dt="2020-10-06T08:30:24.381" v="53" actId="22"/>
          <ac:spMkLst>
            <pc:docMk/>
            <pc:sldMk cId="2873999340" sldId="258"/>
            <ac:spMk id="11" creationId="{E987BDDD-E07F-4336-91A2-3B8D0596A302}"/>
          </ac:spMkLst>
        </pc:spChg>
        <pc:spChg chg="add del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12" creationId="{479F5F2B-8B58-4140-AE6A-51F6C67B18D9}"/>
          </ac:spMkLst>
        </pc:spChg>
        <pc:spChg chg="add del mod ord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13" creationId="{45D6841B-9010-45C8-A351-C2C4F18E46D7}"/>
          </ac:spMkLst>
        </pc:spChg>
        <pc:spChg chg="add del mod ord">
          <ac:chgData name="Morgan Funtowicz" userId="eb7d910166da057a" providerId="LiveId" clId="{FE2C4F8C-483F-46C1-AC1E-E2CEB7FB0739}" dt="2020-10-06T08:31:12.985" v="64" actId="700"/>
          <ac:spMkLst>
            <pc:docMk/>
            <pc:sldMk cId="2873999340" sldId="258"/>
            <ac:spMk id="14" creationId="{36BA14B8-5075-43A1-8722-F434DF2FB7CE}"/>
          </ac:spMkLst>
        </pc:spChg>
        <pc:picChg chg="add del mod">
          <ac:chgData name="Morgan Funtowicz" userId="eb7d910166da057a" providerId="LiveId" clId="{FE2C4F8C-483F-46C1-AC1E-E2CEB7FB0739}" dt="2020-10-06T08:30:36.825" v="58" actId="478"/>
          <ac:picMkLst>
            <pc:docMk/>
            <pc:sldMk cId="2873999340" sldId="258"/>
            <ac:picMk id="2050" creationId="{A44B02FD-994A-4568-90E0-2A998E5758DF}"/>
          </ac:picMkLst>
        </pc:picChg>
        <pc:picChg chg="add del">
          <ac:chgData name="Morgan Funtowicz" userId="eb7d910166da057a" providerId="LiveId" clId="{FE2C4F8C-483F-46C1-AC1E-E2CEB7FB0739}" dt="2020-10-06T08:30:44.377" v="60"/>
          <ac:picMkLst>
            <pc:docMk/>
            <pc:sldMk cId="2873999340" sldId="258"/>
            <ac:picMk id="2052" creationId="{BEB0A835-EEC3-466E-8CAC-3F374229BE27}"/>
          </ac:picMkLst>
        </pc:picChg>
        <pc:picChg chg="add del">
          <ac:chgData name="Morgan Funtowicz" userId="eb7d910166da057a" providerId="LiveId" clId="{FE2C4F8C-483F-46C1-AC1E-E2CEB7FB0739}" dt="2020-10-06T08:30:44.377" v="60"/>
          <ac:picMkLst>
            <pc:docMk/>
            <pc:sldMk cId="2873999340" sldId="258"/>
            <ac:picMk id="2053" creationId="{95A84FE6-088F-47A4-AE8E-2FE4A11E3BD4}"/>
          </ac:picMkLst>
        </pc:picChg>
      </pc:sldChg>
      <pc:sldChg chg="new del">
        <pc:chgData name="Morgan Funtowicz" userId="eb7d910166da057a" providerId="LiveId" clId="{FE2C4F8C-483F-46C1-AC1E-E2CEB7FB0739}" dt="2020-10-06T08:37:03.270" v="298" actId="47"/>
        <pc:sldMkLst>
          <pc:docMk/>
          <pc:sldMk cId="1337762692" sldId="259"/>
        </pc:sldMkLst>
      </pc:sldChg>
      <pc:sldChg chg="modSp add mod ord setBg">
        <pc:chgData name="Morgan Funtowicz" userId="eb7d910166da057a" providerId="LiveId" clId="{FE2C4F8C-483F-46C1-AC1E-E2CEB7FB0739}" dt="2020-10-06T20:12:36.517" v="2785" actId="20577"/>
        <pc:sldMkLst>
          <pc:docMk/>
          <pc:sldMk cId="1305304494" sldId="260"/>
        </pc:sldMkLst>
        <pc:spChg chg="mod">
          <ac:chgData name="Morgan Funtowicz" userId="eb7d910166da057a" providerId="LiveId" clId="{FE2C4F8C-483F-46C1-AC1E-E2CEB7FB0739}" dt="2020-10-06T08:37:13.700" v="330" actId="20577"/>
          <ac:spMkLst>
            <pc:docMk/>
            <pc:sldMk cId="1305304494" sldId="260"/>
            <ac:spMk id="2" creationId="{5A11A771-BA69-449E-8E62-ABA6738F31CB}"/>
          </ac:spMkLst>
        </pc:spChg>
        <pc:spChg chg="mod">
          <ac:chgData name="Morgan Funtowicz" userId="eb7d910166da057a" providerId="LiveId" clId="{FE2C4F8C-483F-46C1-AC1E-E2CEB7FB0739}" dt="2020-10-06T20:12:36.517" v="2785" actId="20577"/>
          <ac:spMkLst>
            <pc:docMk/>
            <pc:sldMk cId="1305304494" sldId="260"/>
            <ac:spMk id="3" creationId="{D55A4B57-99C0-49D6-8B1F-73DE373CD0EE}"/>
          </ac:spMkLst>
        </pc:spChg>
      </pc:sldChg>
      <pc:sldChg chg="new del">
        <pc:chgData name="Morgan Funtowicz" userId="eb7d910166da057a" providerId="LiveId" clId="{FE2C4F8C-483F-46C1-AC1E-E2CEB7FB0739}" dt="2020-10-06T08:39:10.056" v="356" actId="47"/>
        <pc:sldMkLst>
          <pc:docMk/>
          <pc:sldMk cId="287339060" sldId="261"/>
        </pc:sldMkLst>
      </pc:sldChg>
      <pc:sldChg chg="addSp delSp add del setBg delDesignElem">
        <pc:chgData name="Morgan Funtowicz" userId="eb7d910166da057a" providerId="LiveId" clId="{FE2C4F8C-483F-46C1-AC1E-E2CEB7FB0739}" dt="2020-10-06T08:38:15.929" v="335"/>
        <pc:sldMkLst>
          <pc:docMk/>
          <pc:sldMk cId="349742617" sldId="262"/>
        </pc:sldMkLst>
        <pc:spChg chg="add del">
          <ac:chgData name="Morgan Funtowicz" userId="eb7d910166da057a" providerId="LiveId" clId="{FE2C4F8C-483F-46C1-AC1E-E2CEB7FB0739}" dt="2020-10-06T08:38:15.929" v="335"/>
          <ac:spMkLst>
            <pc:docMk/>
            <pc:sldMk cId="349742617" sldId="262"/>
            <ac:spMk id="8" creationId="{7CB4857B-ED7C-444D-9F04-2F885114A1C2}"/>
          </ac:spMkLst>
        </pc:spChg>
        <pc:spChg chg="add del">
          <ac:chgData name="Morgan Funtowicz" userId="eb7d910166da057a" providerId="LiveId" clId="{FE2C4F8C-483F-46C1-AC1E-E2CEB7FB0739}" dt="2020-10-06T08:38:15.929" v="335"/>
          <ac:spMkLst>
            <pc:docMk/>
            <pc:sldMk cId="349742617" sldId="262"/>
            <ac:spMk id="10" creationId="{D18046FB-44EA-4FD8-A585-EA09A319B2D0}"/>
          </ac:spMkLst>
        </pc:spChg>
        <pc:spChg chg="add del">
          <ac:chgData name="Morgan Funtowicz" userId="eb7d910166da057a" providerId="LiveId" clId="{FE2C4F8C-483F-46C1-AC1E-E2CEB7FB0739}" dt="2020-10-06T08:38:15.929" v="335"/>
          <ac:spMkLst>
            <pc:docMk/>
            <pc:sldMk cId="349742617" sldId="262"/>
            <ac:spMk id="12" creationId="{479F5F2B-8B58-4140-AE6A-51F6C67B18D9}"/>
          </ac:spMkLst>
        </pc:spChg>
      </pc:sldChg>
      <pc:sldChg chg="modSp add del mod setBg">
        <pc:chgData name="Morgan Funtowicz" userId="eb7d910166da057a" providerId="LiveId" clId="{FE2C4F8C-483F-46C1-AC1E-E2CEB7FB0739}" dt="2020-10-06T09:41:37.571" v="1392" actId="47"/>
        <pc:sldMkLst>
          <pc:docMk/>
          <pc:sldMk cId="3981414882" sldId="262"/>
        </pc:sldMkLst>
        <pc:spChg chg="mod">
          <ac:chgData name="Morgan Funtowicz" userId="eb7d910166da057a" providerId="LiveId" clId="{FE2C4F8C-483F-46C1-AC1E-E2CEB7FB0739}" dt="2020-10-06T08:38:45.445" v="355" actId="20577"/>
          <ac:spMkLst>
            <pc:docMk/>
            <pc:sldMk cId="3981414882" sldId="262"/>
            <ac:spMk id="2" creationId="{5A11A771-BA69-449E-8E62-ABA6738F31CB}"/>
          </ac:spMkLst>
        </pc:spChg>
      </pc:sldChg>
      <pc:sldChg chg="modSp add mod setBg">
        <pc:chgData name="Morgan Funtowicz" userId="eb7d910166da057a" providerId="LiveId" clId="{FE2C4F8C-483F-46C1-AC1E-E2CEB7FB0739}" dt="2020-10-06T19:53:09.747" v="2081" actId="20577"/>
        <pc:sldMkLst>
          <pc:docMk/>
          <pc:sldMk cId="4154299324" sldId="263"/>
        </pc:sldMkLst>
        <pc:spChg chg="mod">
          <ac:chgData name="Morgan Funtowicz" userId="eb7d910166da057a" providerId="LiveId" clId="{FE2C4F8C-483F-46C1-AC1E-E2CEB7FB0739}" dt="2020-10-06T08:39:27.633" v="377" actId="20577"/>
          <ac:spMkLst>
            <pc:docMk/>
            <pc:sldMk cId="4154299324" sldId="263"/>
            <ac:spMk id="2" creationId="{5A11A771-BA69-449E-8E62-ABA6738F31CB}"/>
          </ac:spMkLst>
        </pc:spChg>
        <pc:spChg chg="mod">
          <ac:chgData name="Morgan Funtowicz" userId="eb7d910166da057a" providerId="LiveId" clId="{FE2C4F8C-483F-46C1-AC1E-E2CEB7FB0739}" dt="2020-10-06T19:53:09.747" v="2081" actId="20577"/>
          <ac:spMkLst>
            <pc:docMk/>
            <pc:sldMk cId="4154299324" sldId="263"/>
            <ac:spMk id="3" creationId="{D55A4B57-99C0-49D6-8B1F-73DE373CD0EE}"/>
          </ac:spMkLst>
        </pc:spChg>
      </pc:sldChg>
      <pc:sldChg chg="addSp delSp modSp add mod">
        <pc:chgData name="Morgan Funtowicz" userId="eb7d910166da057a" providerId="LiveId" clId="{FE2C4F8C-483F-46C1-AC1E-E2CEB7FB0739}" dt="2020-10-06T19:46:25.322" v="1740" actId="1076"/>
        <pc:sldMkLst>
          <pc:docMk/>
          <pc:sldMk cId="2292671170" sldId="264"/>
        </pc:sldMkLst>
        <pc:spChg chg="mod">
          <ac:chgData name="Morgan Funtowicz" userId="eb7d910166da057a" providerId="LiveId" clId="{FE2C4F8C-483F-46C1-AC1E-E2CEB7FB0739}" dt="2020-10-06T19:41:01.736" v="1652" actId="20577"/>
          <ac:spMkLst>
            <pc:docMk/>
            <pc:sldMk cId="2292671170" sldId="264"/>
            <ac:spMk id="2" creationId="{5A11A771-BA69-449E-8E62-ABA6738F31CB}"/>
          </ac:spMkLst>
        </pc:spChg>
        <pc:spChg chg="mod">
          <ac:chgData name="Morgan Funtowicz" userId="eb7d910166da057a" providerId="LiveId" clId="{FE2C4F8C-483F-46C1-AC1E-E2CEB7FB0739}" dt="2020-10-06T09:42:45.219" v="1465" actId="20577"/>
          <ac:spMkLst>
            <pc:docMk/>
            <pc:sldMk cId="2292671170" sldId="264"/>
            <ac:spMk id="3" creationId="{D55A4B57-99C0-49D6-8B1F-73DE373CD0EE}"/>
          </ac:spMkLst>
        </pc:spChg>
        <pc:spChg chg="add mod">
          <ac:chgData name="Morgan Funtowicz" userId="eb7d910166da057a" providerId="LiveId" clId="{FE2C4F8C-483F-46C1-AC1E-E2CEB7FB0739}" dt="2020-10-06T19:46:25.322" v="1740" actId="1076"/>
          <ac:spMkLst>
            <pc:docMk/>
            <pc:sldMk cId="2292671170" sldId="264"/>
            <ac:spMk id="5" creationId="{8DAA793A-A709-4D02-8B4A-B681FC601BD9}"/>
          </ac:spMkLst>
        </pc:spChg>
        <pc:spChg chg="add del mod">
          <ac:chgData name="Morgan Funtowicz" userId="eb7d910166da057a" providerId="LiveId" clId="{FE2C4F8C-483F-46C1-AC1E-E2CEB7FB0739}" dt="2020-10-06T19:43:17.468" v="1718" actId="478"/>
          <ac:spMkLst>
            <pc:docMk/>
            <pc:sldMk cId="2292671170" sldId="264"/>
            <ac:spMk id="6" creationId="{87C51F2F-EA78-4BCC-9B9C-6767DDD81C53}"/>
          </ac:spMkLst>
        </pc:spChg>
        <pc:picChg chg="add mod">
          <ac:chgData name="Morgan Funtowicz" userId="eb7d910166da057a" providerId="LiveId" clId="{FE2C4F8C-483F-46C1-AC1E-E2CEB7FB0739}" dt="2020-10-06T19:43:37.799" v="1720" actId="1076"/>
          <ac:picMkLst>
            <pc:docMk/>
            <pc:sldMk cId="2292671170" sldId="264"/>
            <ac:picMk id="1026" creationId="{3FABAAC6-A68D-4FA9-9F69-8C9F03C47C1D}"/>
          </ac:picMkLst>
        </pc:picChg>
      </pc:sldChg>
      <pc:sldChg chg="delSp add del setBg delDesignElem">
        <pc:chgData name="Morgan Funtowicz" userId="eb7d910166da057a" providerId="LiveId" clId="{FE2C4F8C-483F-46C1-AC1E-E2CEB7FB0739}" dt="2020-10-06T09:42:39.100" v="1463" actId="2696"/>
        <pc:sldMkLst>
          <pc:docMk/>
          <pc:sldMk cId="2424551630" sldId="264"/>
        </pc:sldMkLst>
        <pc:spChg chg="del">
          <ac:chgData name="Morgan Funtowicz" userId="eb7d910166da057a" providerId="LiveId" clId="{FE2C4F8C-483F-46C1-AC1E-E2CEB7FB0739}" dt="2020-10-06T09:42:36.109" v="1462"/>
          <ac:spMkLst>
            <pc:docMk/>
            <pc:sldMk cId="2424551630" sldId="264"/>
            <ac:spMk id="8" creationId="{7CB4857B-ED7C-444D-9F04-2F885114A1C2}"/>
          </ac:spMkLst>
        </pc:spChg>
        <pc:spChg chg="del">
          <ac:chgData name="Morgan Funtowicz" userId="eb7d910166da057a" providerId="LiveId" clId="{FE2C4F8C-483F-46C1-AC1E-E2CEB7FB0739}" dt="2020-10-06T09:42:36.109" v="1462"/>
          <ac:spMkLst>
            <pc:docMk/>
            <pc:sldMk cId="2424551630" sldId="264"/>
            <ac:spMk id="10" creationId="{D18046FB-44EA-4FD8-A585-EA09A319B2D0}"/>
          </ac:spMkLst>
        </pc:spChg>
        <pc:spChg chg="del">
          <ac:chgData name="Morgan Funtowicz" userId="eb7d910166da057a" providerId="LiveId" clId="{FE2C4F8C-483F-46C1-AC1E-E2CEB7FB0739}" dt="2020-10-06T09:42:36.109" v="1462"/>
          <ac:spMkLst>
            <pc:docMk/>
            <pc:sldMk cId="2424551630" sldId="264"/>
            <ac:spMk id="12" creationId="{479F5F2B-8B58-4140-AE6A-51F6C67B18D9}"/>
          </ac:spMkLst>
        </pc:spChg>
      </pc:sldChg>
      <pc:sldChg chg="addSp delSp modSp add mod">
        <pc:chgData name="Morgan Funtowicz" userId="eb7d910166da057a" providerId="LiveId" clId="{FE2C4F8C-483F-46C1-AC1E-E2CEB7FB0739}" dt="2020-10-06T19:46:15.943" v="1738" actId="1076"/>
        <pc:sldMkLst>
          <pc:docMk/>
          <pc:sldMk cId="2313535605" sldId="265"/>
        </pc:sldMkLst>
        <pc:spChg chg="mod">
          <ac:chgData name="Morgan Funtowicz" userId="eb7d910166da057a" providerId="LiveId" clId="{FE2C4F8C-483F-46C1-AC1E-E2CEB7FB0739}" dt="2020-10-06T09:43:07.901" v="1478" actId="20577"/>
          <ac:spMkLst>
            <pc:docMk/>
            <pc:sldMk cId="2313535605" sldId="265"/>
            <ac:spMk id="2" creationId="{5A11A771-BA69-449E-8E62-ABA6738F31CB}"/>
          </ac:spMkLst>
        </pc:spChg>
        <pc:spChg chg="del">
          <ac:chgData name="Morgan Funtowicz" userId="eb7d910166da057a" providerId="LiveId" clId="{FE2C4F8C-483F-46C1-AC1E-E2CEB7FB0739}" dt="2020-10-06T19:45:18.964" v="1730" actId="478"/>
          <ac:spMkLst>
            <pc:docMk/>
            <pc:sldMk cId="2313535605" sldId="265"/>
            <ac:spMk id="3" creationId="{D55A4B57-99C0-49D6-8B1F-73DE373CD0EE}"/>
          </ac:spMkLst>
        </pc:spChg>
        <pc:spChg chg="add del mod">
          <ac:chgData name="Morgan Funtowicz" userId="eb7d910166da057a" providerId="LiveId" clId="{FE2C4F8C-483F-46C1-AC1E-E2CEB7FB0739}" dt="2020-10-06T19:45:22.598" v="1731" actId="478"/>
          <ac:spMkLst>
            <pc:docMk/>
            <pc:sldMk cId="2313535605" sldId="265"/>
            <ac:spMk id="6" creationId="{354F8978-A47A-4DD1-8417-A1DCAE35A587}"/>
          </ac:spMkLst>
        </pc:spChg>
        <pc:spChg chg="add del mod">
          <ac:chgData name="Morgan Funtowicz" userId="eb7d910166da057a" providerId="LiveId" clId="{FE2C4F8C-483F-46C1-AC1E-E2CEB7FB0739}" dt="2020-10-06T19:45:41.058" v="1733" actId="478"/>
          <ac:spMkLst>
            <pc:docMk/>
            <pc:sldMk cId="2313535605" sldId="265"/>
            <ac:spMk id="7" creationId="{C06B87E8-AFC9-4F43-89B1-2E4ECD7FC004}"/>
          </ac:spMkLst>
        </pc:spChg>
        <pc:spChg chg="add mod">
          <ac:chgData name="Morgan Funtowicz" userId="eb7d910166da057a" providerId="LiveId" clId="{FE2C4F8C-483F-46C1-AC1E-E2CEB7FB0739}" dt="2020-10-06T19:46:15.943" v="1738" actId="1076"/>
          <ac:spMkLst>
            <pc:docMk/>
            <pc:sldMk cId="2313535605" sldId="265"/>
            <ac:spMk id="9" creationId="{A141EFE0-B9DF-443F-8A94-A6BDB1B263A0}"/>
          </ac:spMkLst>
        </pc:spChg>
        <pc:picChg chg="add mod">
          <ac:chgData name="Morgan Funtowicz" userId="eb7d910166da057a" providerId="LiveId" clId="{FE2C4F8C-483F-46C1-AC1E-E2CEB7FB0739}" dt="2020-10-06T19:45:09.520" v="1729" actId="1076"/>
          <ac:picMkLst>
            <pc:docMk/>
            <pc:sldMk cId="2313535605" sldId="265"/>
            <ac:picMk id="2050" creationId="{C4FA63B2-C591-44CE-9039-1FA46583E2EE}"/>
          </ac:picMkLst>
        </pc:picChg>
      </pc:sldChg>
      <pc:sldChg chg="new del">
        <pc:chgData name="Morgan Funtowicz" userId="eb7d910166da057a" providerId="LiveId" clId="{FE2C4F8C-483F-46C1-AC1E-E2CEB7FB0739}" dt="2020-10-06T19:53:19.429" v="2083" actId="47"/>
        <pc:sldMkLst>
          <pc:docMk/>
          <pc:sldMk cId="396371588" sldId="266"/>
        </pc:sldMkLst>
      </pc:sldChg>
      <pc:sldChg chg="new del">
        <pc:chgData name="Morgan Funtowicz" userId="eb7d910166da057a" providerId="LiveId" clId="{FE2C4F8C-483F-46C1-AC1E-E2CEB7FB0739}" dt="2020-10-06T19:21:50.630" v="1482" actId="47"/>
        <pc:sldMkLst>
          <pc:docMk/>
          <pc:sldMk cId="1861070660" sldId="266"/>
        </pc:sldMkLst>
      </pc:sldChg>
      <pc:sldChg chg="modSp add mod">
        <pc:chgData name="Morgan Funtowicz" userId="eb7d910166da057a" providerId="LiveId" clId="{FE2C4F8C-483F-46C1-AC1E-E2CEB7FB0739}" dt="2020-10-06T19:58:14.527" v="2695" actId="20577"/>
        <pc:sldMkLst>
          <pc:docMk/>
          <pc:sldMk cId="3171190197" sldId="266"/>
        </pc:sldMkLst>
        <pc:spChg chg="mod">
          <ac:chgData name="Morgan Funtowicz" userId="eb7d910166da057a" providerId="LiveId" clId="{FE2C4F8C-483F-46C1-AC1E-E2CEB7FB0739}" dt="2020-10-06T19:53:33.564" v="2094" actId="20577"/>
          <ac:spMkLst>
            <pc:docMk/>
            <pc:sldMk cId="3171190197" sldId="266"/>
            <ac:spMk id="2" creationId="{5A11A771-BA69-449E-8E62-ABA6738F31CB}"/>
          </ac:spMkLst>
        </pc:spChg>
        <pc:spChg chg="mod">
          <ac:chgData name="Morgan Funtowicz" userId="eb7d910166da057a" providerId="LiveId" clId="{FE2C4F8C-483F-46C1-AC1E-E2CEB7FB0739}" dt="2020-10-06T19:58:14.527" v="2695" actId="20577"/>
          <ac:spMkLst>
            <pc:docMk/>
            <pc:sldMk cId="3171190197" sldId="266"/>
            <ac:spMk id="3" creationId="{D55A4B57-99C0-49D6-8B1F-73DE373CD0EE}"/>
          </ac:spMkLst>
        </pc:spChg>
      </pc:sldChg>
      <pc:sldMasterChg chg="setBg modSldLayout">
        <pc:chgData name="Morgan Funtowicz" userId="eb7d910166da057a" providerId="LiveId" clId="{FE2C4F8C-483F-46C1-AC1E-E2CEB7FB0739}" dt="2020-10-06T08:44:40.600" v="391"/>
        <pc:sldMasterMkLst>
          <pc:docMk/>
          <pc:sldMasterMk cId="3620024386" sldId="2147483648"/>
        </pc:sldMasterMkLst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914065357" sldId="2147483649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1174711632" sldId="2147483650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987038075" sldId="2147483651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445372357" sldId="2147483652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86544473" sldId="2147483653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2217589803" sldId="2147483654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863848240" sldId="2147483655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2813068662" sldId="2147483656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1142935532" sldId="2147483657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986388315" sldId="2147483658"/>
          </pc:sldLayoutMkLst>
        </pc:sldLayoutChg>
        <pc:sldLayoutChg chg="setBg">
          <pc:chgData name="Morgan Funtowicz" userId="eb7d910166da057a" providerId="LiveId" clId="{FE2C4F8C-483F-46C1-AC1E-E2CEB7FB0739}" dt="2020-10-06T08:44:40.600" v="391"/>
          <pc:sldLayoutMkLst>
            <pc:docMk/>
            <pc:sldMasterMk cId="3620024386" sldId="2147483648"/>
            <pc:sldLayoutMk cId="382471427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86899-73B3-4ADC-914E-00526C4911CA}" type="datetimeFigureOut">
              <a:rPr lang="fr-FR" smtClean="0"/>
              <a:t>06/10/2020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FF89C-E5DE-46C0-AECB-DB1B11A321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85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44AA7-CB88-44DF-9039-9E0DA7D64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31826E-00FF-4FB9-8F46-7DDCFFDCF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658757-6A6D-4CFC-B605-95B3C309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DE0B-62EF-4309-804F-2774B37E9C31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5D0B32-75EA-42E3-B4A2-E4041752B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8E51F-9AC2-48D7-9CFF-7C8D9E14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06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F8075-9334-4D74-AD72-EEEB0AA2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F3F4E9-B6BE-4E01-AB1A-3140FA0A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5BCA22-CFC8-424B-BBA8-82402CA2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4DD6-6886-4F79-810F-C712DA842765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66859F-FD1C-4555-8DC0-CCACDB7E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9EFDA-B0BE-433B-82D4-BB274833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71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8DEF7-EC5B-4AB7-98CA-011824C0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CAA9CE-BDCC-4201-82FD-B376371E3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A43BE2-F977-4A5C-B52E-B4FAAE83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5DF6-D336-49C7-B231-A2E1196C378C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6CA2A-3868-4C1B-A4C2-BB733FAB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5EE0A2-9DCD-49C9-A18D-A19D664C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0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88A19-7E94-4712-975C-C4570615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A7E084-DB9B-435C-A95C-0114A9657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2D3050-79F6-4D4C-B617-5B7299AE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1F2E8C-D377-4939-8734-A3DC0BF1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FA7A-E400-41AE-A665-1883466A860C}" type="datetime1">
              <a:rPr lang="fr-FR" smtClean="0"/>
              <a:t>06/10/2020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5A68FA-B124-400B-A2A4-A00C34DF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F3622D-AD2D-4FBC-9A09-63B0973D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37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1346B-72BF-484A-93F7-F5C5325B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3C0993-2D48-4C6A-9D09-7DCD419BD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384D8A-0310-4F75-AC16-748FE2E38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FAB0C8-0B00-4B35-8983-50EFF96DD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EE3C9A-17D5-4B12-94D4-8B614C807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0C5E51A-B5C3-4FC7-8D50-62306533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CEEF-E6A5-44FB-BD58-16AEC4750D0C}" type="datetime1">
              <a:rPr lang="fr-FR" smtClean="0"/>
              <a:t>06/10/2020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3CA8-7D7F-41EF-A42C-C0F50BF7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F46DFC-E81E-4C03-8F1F-097D66E6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4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727A20-8DB0-4F80-99B9-2475D074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EDC525-6C5E-4050-9BD6-10099FB7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2F713-769B-4BC6-9605-040A4085052E}" type="datetime1">
              <a:rPr lang="fr-FR" smtClean="0"/>
              <a:t>06/10/2020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0830B3-A410-4E3C-9A8F-DD1E9225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CE4CAD-51B4-4CE7-B3AA-5C0A0039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58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160269-8022-4C58-B0DB-13BD340E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458E1-14DA-40C3-98AC-FFA1DCE90A55}" type="datetime1">
              <a:rPr lang="fr-FR" smtClean="0"/>
              <a:t>06/10/2020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DE00A3-4993-4F5F-A4FA-3891589B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3744F4-C525-4915-9D4C-B90A91D2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84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9071B1-B597-4894-826F-CCA2CEB5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470AAD-0DD7-4C4F-B2D6-1819E059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52DE09-200A-4A3F-8135-CD3F2D73F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84D3A8-FB46-4F91-B9B9-DBD80429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8974-D7BA-4825-9D88-24163CBC3400}" type="datetime1">
              <a:rPr lang="fr-FR" smtClean="0"/>
              <a:t>06/10/2020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6FAD40-25CF-485D-8916-F1C5D0B5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0592F5-A47A-4CB4-AA7B-6CE0AA62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06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6D97C-23E8-4F62-8D43-F71B479C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4A5127-4BC0-43A8-B8A4-6A92F961C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7CF0BB-C648-4C58-8E05-FEBBFB0A7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4EEE90-882D-46E8-B28E-DFE7D9DC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667C-4ABB-48CF-ABCF-1DBBCD371996}" type="datetime1">
              <a:rPr lang="fr-FR" smtClean="0"/>
              <a:t>06/10/2020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A37EA0-E986-47DA-8146-A983FE47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A2A850-A7DC-4B45-B12F-30374C488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93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688F2-091F-4E73-A82D-C927804A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077FCE-3DF2-4CF1-AE2F-54F3B540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DC56E-6AF2-4995-8FC5-7EBEBB2B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15B4-E995-4B3C-BE3C-7296B1595FFF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685D25-29FC-4F75-B4BB-EE1E9389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767E56-A2E4-4061-9E24-7E794EA1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38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E52256-ED09-482F-9B7C-CDCF49F08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B55AD3-ABD3-4724-8F73-3778C7451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2FF742-F625-4A0C-AFDE-60066C2F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974E-D0B9-4FB7-B3F4-2E4FA0E8831C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E4B488-BAA9-4817-B61D-532D5C86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32C86F-F42F-4283-8D8E-0E1259E0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71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93DD3D-04DD-4F0E-9DCE-A006BEDA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EFBC00-845A-49FA-B11C-D1448DA28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C2ACDB-25AC-4C20-BDC1-9AA31F09E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8438F-0D77-42B3-B5F5-FBFBFC8A9D77}" type="datetime1">
              <a:rPr lang="fr-FR" smtClean="0"/>
              <a:t>06/10/2020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5C16BB-3910-4ACD-A36F-EE1DC6EB0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4E79C1-1852-4544-897D-7729BAAB8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9A7F6-C01D-4BD0-9DF8-AA59B590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02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sv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microsoftazure/accelerate-your-nlp-pipelines-using-hugging-face-transformers-and-onnx-runtime-2443578f433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microsoftazure/faster-and-smaller-quantized-nlp-with-hugging-face-and-onnx-runtime-ec5525473bb7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Image for post">
            <a:extLst>
              <a:ext uri="{FF2B5EF4-FFF2-40B4-BE49-F238E27FC236}">
                <a16:creationId xmlns:a16="http://schemas.microsoft.com/office/drawing/2014/main" id="{3F84466F-98FB-452F-A989-9D34C01BE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"/>
          <a:stretch/>
        </p:blipFill>
        <p:spPr bwMode="auto">
          <a:xfrm>
            <a:off x="433136" y="378824"/>
            <a:ext cx="10755869" cy="403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F40CA114-B78B-4E3B-A785-96745276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E9F36F-24F9-41EE-B5A1-D0B5DD6C1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6" y="5091762"/>
            <a:ext cx="7834193" cy="1264588"/>
          </a:xfrm>
        </p:spPr>
        <p:txBody>
          <a:bodyPr anchor="ctr">
            <a:normAutofit/>
          </a:bodyPr>
          <a:lstStyle/>
          <a:p>
            <a:pPr algn="r" rtl="0"/>
            <a:r>
              <a:rPr lang="en-US" sz="2000" b="1" dirty="0">
                <a:effectLst/>
                <a:latin typeface="Slack-Lato"/>
              </a:rPr>
              <a:t>Efficient inference of transformers models</a:t>
            </a:r>
            <a:br>
              <a:rPr lang="en-US" sz="2000" b="1" dirty="0">
                <a:effectLst/>
                <a:latin typeface="Slack-Lato"/>
              </a:rPr>
            </a:br>
            <a:r>
              <a:rPr lang="en-US" sz="2000" dirty="0">
                <a:effectLst/>
                <a:latin typeface="Slack-Lato"/>
              </a:rPr>
              <a:t>Collaboration highlights between Hugging Face &amp; ONNX Runtime</a:t>
            </a:r>
            <a:endParaRPr lang="fr-FR" sz="2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52DB4E-CD0E-4408-95A5-C2414EE6A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9107" y="5091763"/>
            <a:ext cx="2974207" cy="1264587"/>
          </a:xfrm>
        </p:spPr>
        <p:txBody>
          <a:bodyPr anchor="ctr">
            <a:normAutofit/>
          </a:bodyPr>
          <a:lstStyle/>
          <a:p>
            <a:pPr algn="l"/>
            <a:r>
              <a:rPr lang="fr-FR" sz="2000" dirty="0"/>
              <a:t>Morgan Funtowicz</a:t>
            </a:r>
            <a:br>
              <a:rPr lang="fr-FR" sz="2000" dirty="0"/>
            </a:br>
            <a:r>
              <a:rPr lang="fr-FR" sz="2000" dirty="0"/>
              <a:t>ML </a:t>
            </a:r>
            <a:r>
              <a:rPr lang="fr-FR" sz="2000" dirty="0" err="1"/>
              <a:t>Engineer</a:t>
            </a:r>
            <a:r>
              <a:rPr lang="fr-FR" sz="2000" dirty="0"/>
              <a:t> 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que 10">
            <a:extLst>
              <a:ext uri="{FF2B5EF4-FFF2-40B4-BE49-F238E27FC236}">
                <a16:creationId xmlns:a16="http://schemas.microsoft.com/office/drawing/2014/main" id="{7C50263E-1F2B-4A94-B887-C4C774F99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347" y="5325744"/>
            <a:ext cx="862905" cy="7993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1E2A2E-F7D9-4C3D-8D8B-78CCEEAA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707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 err="1"/>
              <a:t>Hugging</a:t>
            </a:r>
            <a:r>
              <a:rPr lang="fr-FR"/>
              <a:t> Face </a:t>
            </a:r>
            <a:r>
              <a:rPr lang="fr-FR" dirty="0"/>
              <a:t>OSS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4B57-99C0-49D6-8B1F-73DE373C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530" y="1920238"/>
            <a:ext cx="7636594" cy="1173283"/>
          </a:xfrm>
        </p:spPr>
        <p:txBody>
          <a:bodyPr anchor="t">
            <a:normAutofit lnSpcReduction="10000"/>
          </a:bodyPr>
          <a:lstStyle/>
          <a:p>
            <a:r>
              <a:rPr lang="fr-FR" sz="2400" dirty="0"/>
              <a:t> 25+ </a:t>
            </a:r>
            <a:r>
              <a:rPr lang="fr-FR" sz="2400" dirty="0" err="1"/>
              <a:t>employees</a:t>
            </a:r>
            <a:r>
              <a:rPr lang="fr-FR" sz="2400" dirty="0"/>
              <a:t> in 2 offices (NYC &amp; Paris)</a:t>
            </a:r>
          </a:p>
          <a:p>
            <a:r>
              <a:rPr lang="fr-FR" sz="2400" dirty="0" err="1"/>
              <a:t>Raised</a:t>
            </a:r>
            <a:r>
              <a:rPr lang="fr-FR" sz="2400" dirty="0"/>
              <a:t> 15 M$ in </a:t>
            </a:r>
            <a:r>
              <a:rPr lang="fr-FR" sz="2400" dirty="0" err="1"/>
              <a:t>Serie</a:t>
            </a:r>
            <a:r>
              <a:rPr lang="fr-FR" sz="2400" dirty="0"/>
              <a:t> B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B370E841-82B6-4A8A-BCCE-BCE4759CAAD5}"/>
              </a:ext>
            </a:extLst>
          </p:cNvPr>
          <p:cNvSpPr txBox="1">
            <a:spLocks/>
          </p:cNvSpPr>
          <p:nvPr/>
        </p:nvSpPr>
        <p:spPr>
          <a:xfrm>
            <a:off x="1191027" y="1920239"/>
            <a:ext cx="1221761" cy="43856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dirty="0"/>
          </a:p>
          <a:p>
            <a:endParaRPr lang="fr-FR" sz="2400" dirty="0"/>
          </a:p>
        </p:txBody>
      </p:sp>
      <p:pic>
        <p:nvPicPr>
          <p:cNvPr id="9" name="Graphique 8" descr="Bâtiment">
            <a:extLst>
              <a:ext uri="{FF2B5EF4-FFF2-40B4-BE49-F238E27FC236}">
                <a16:creationId xmlns:a16="http://schemas.microsoft.com/office/drawing/2014/main" id="{C1182634-646B-4BD2-A9E2-EEB63CB56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425" y="1805939"/>
            <a:ext cx="1222530" cy="1222530"/>
          </a:xfrm>
          <a:prstGeom prst="rect">
            <a:avLst/>
          </a:prstGeom>
        </p:spPr>
      </p:pic>
      <p:pic>
        <p:nvPicPr>
          <p:cNvPr id="13" name="Graphique 12" descr="Fiche">
            <a:extLst>
              <a:ext uri="{FF2B5EF4-FFF2-40B4-BE49-F238E27FC236}">
                <a16:creationId xmlns:a16="http://schemas.microsoft.com/office/drawing/2014/main" id="{7A65794F-47C5-4602-A568-09A0F1227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4042" y="3561454"/>
            <a:ext cx="1068746" cy="1068746"/>
          </a:xfrm>
          <a:prstGeom prst="rect">
            <a:avLst/>
          </a:prstGeom>
        </p:spPr>
      </p:pic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78D77C8B-8285-41AE-BAFB-EC2FACD4DB27}"/>
              </a:ext>
            </a:extLst>
          </p:cNvPr>
          <p:cNvSpPr txBox="1">
            <a:spLocks/>
          </p:cNvSpPr>
          <p:nvPr/>
        </p:nvSpPr>
        <p:spPr>
          <a:xfrm>
            <a:off x="2763530" y="3426221"/>
            <a:ext cx="9054513" cy="129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      </a:t>
            </a:r>
            <a:r>
              <a:rPr lang="fr-FR" sz="2400" dirty="0" err="1"/>
              <a:t>transformers</a:t>
            </a:r>
            <a:r>
              <a:rPr lang="fr-FR" sz="2400" dirty="0"/>
              <a:t>  (      +34,000     )</a:t>
            </a:r>
          </a:p>
          <a:p>
            <a:pPr marL="0" indent="0">
              <a:buNone/>
            </a:pPr>
            <a:r>
              <a:rPr lang="fr-FR" sz="2400" dirty="0"/>
              <a:t>      </a:t>
            </a:r>
            <a:r>
              <a:rPr lang="fr-FR" sz="2400" dirty="0" err="1"/>
              <a:t>tokenizers</a:t>
            </a:r>
            <a:r>
              <a:rPr lang="fr-FR" sz="2400" dirty="0"/>
              <a:t>       (       +3,800      )</a:t>
            </a:r>
          </a:p>
          <a:p>
            <a:pPr marL="0" indent="0">
              <a:buNone/>
            </a:pPr>
            <a:r>
              <a:rPr lang="fr-FR" sz="2400" dirty="0"/>
              <a:t>      </a:t>
            </a:r>
            <a:r>
              <a:rPr lang="fr-FR" sz="2400" dirty="0" err="1"/>
              <a:t>datasets</a:t>
            </a:r>
            <a:r>
              <a:rPr lang="fr-FR" sz="2400" dirty="0"/>
              <a:t>          (       +4,200      )</a:t>
            </a:r>
          </a:p>
          <a:p>
            <a:endParaRPr lang="fr-FR" sz="2400" dirty="0"/>
          </a:p>
        </p:txBody>
      </p:sp>
      <p:pic>
        <p:nvPicPr>
          <p:cNvPr id="15" name="Graphique 14" descr="Internet des objets">
            <a:extLst>
              <a:ext uri="{FF2B5EF4-FFF2-40B4-BE49-F238E27FC236}">
                <a16:creationId xmlns:a16="http://schemas.microsoft.com/office/drawing/2014/main" id="{9EB03AAB-5752-48F6-9989-5C34A5BD3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4042" y="5163186"/>
            <a:ext cx="1068746" cy="1068746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C765DC20-3E96-4DAE-8047-F3503F088C79}"/>
              </a:ext>
            </a:extLst>
          </p:cNvPr>
          <p:cNvSpPr txBox="1">
            <a:spLocks/>
          </p:cNvSpPr>
          <p:nvPr/>
        </p:nvSpPr>
        <p:spPr>
          <a:xfrm>
            <a:off x="2632159" y="5163186"/>
            <a:ext cx="9185883" cy="11427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Community model hub </a:t>
            </a:r>
            <a:r>
              <a:rPr lang="fr-FR" sz="2400" dirty="0" err="1"/>
              <a:t>with</a:t>
            </a:r>
            <a:r>
              <a:rPr lang="fr-FR" sz="2400" dirty="0"/>
              <a:t> more </a:t>
            </a:r>
            <a:r>
              <a:rPr lang="fr-FR" sz="2400" dirty="0" err="1"/>
              <a:t>than</a:t>
            </a:r>
            <a:r>
              <a:rPr lang="fr-FR" sz="2400" dirty="0"/>
              <a:t> 3,000 </a:t>
            </a:r>
            <a:r>
              <a:rPr lang="fr-FR" sz="2400" dirty="0" err="1"/>
              <a:t>models</a:t>
            </a:r>
            <a:endParaRPr lang="fr-FR" sz="2400" dirty="0"/>
          </a:p>
          <a:p>
            <a:r>
              <a:rPr lang="fr-FR" sz="2400" dirty="0"/>
              <a:t>More </a:t>
            </a:r>
            <a:r>
              <a:rPr lang="fr-FR" sz="2400" dirty="0" err="1"/>
              <a:t>than</a:t>
            </a:r>
            <a:r>
              <a:rPr lang="fr-FR" sz="2400" dirty="0"/>
              <a:t> 3To of </a:t>
            </a:r>
            <a:r>
              <a:rPr lang="fr-FR" sz="2400" dirty="0" err="1"/>
              <a:t>models</a:t>
            </a:r>
            <a:r>
              <a:rPr lang="fr-FR" sz="2400" dirty="0"/>
              <a:t> </a:t>
            </a:r>
            <a:r>
              <a:rPr lang="fr-FR" sz="2400" dirty="0" err="1"/>
              <a:t>stored</a:t>
            </a:r>
            <a:r>
              <a:rPr lang="fr-FR" sz="2400" dirty="0"/>
              <a:t> in the cloud</a:t>
            </a:r>
          </a:p>
          <a:p>
            <a:r>
              <a:rPr lang="fr-FR" sz="2400" dirty="0"/>
              <a:t>More </a:t>
            </a:r>
            <a:r>
              <a:rPr lang="fr-FR" sz="2400" dirty="0" err="1"/>
              <a:t>than</a:t>
            </a:r>
            <a:r>
              <a:rPr lang="fr-FR" sz="2400" dirty="0"/>
              <a:t> 5 </a:t>
            </a:r>
            <a:r>
              <a:rPr lang="fr-FR" sz="2400" dirty="0" err="1"/>
              <a:t>models</a:t>
            </a:r>
            <a:r>
              <a:rPr lang="fr-FR" sz="2400" dirty="0"/>
              <a:t> </a:t>
            </a:r>
            <a:r>
              <a:rPr lang="fr-FR" sz="2400" dirty="0" err="1"/>
              <a:t>uploaded</a:t>
            </a:r>
            <a:r>
              <a:rPr lang="fr-FR" sz="2400" dirty="0"/>
              <a:t>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day</a:t>
            </a:r>
            <a:endParaRPr lang="fr-FR" sz="240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CA07C18E-A11B-4BE8-9600-20722F3E4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E7DF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U+1F5FD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Graphique 29">
            <a:extLst>
              <a:ext uri="{FF2B5EF4-FFF2-40B4-BE49-F238E27FC236}">
                <a16:creationId xmlns:a16="http://schemas.microsoft.com/office/drawing/2014/main" id="{B588283C-DFD1-4839-B6CC-EB7C3D6F86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40292" y="3457123"/>
            <a:ext cx="309447" cy="286646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4ABA0ECF-7003-462C-B6AF-1D68A9B881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40291" y="3876495"/>
            <a:ext cx="309447" cy="286646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2E268DC2-D899-45B1-93BD-375249FCBB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38570" y="4293033"/>
            <a:ext cx="309447" cy="286646"/>
          </a:xfrm>
          <a:prstGeom prst="rect">
            <a:avLst/>
          </a:prstGeom>
        </p:spPr>
      </p:pic>
      <p:pic>
        <p:nvPicPr>
          <p:cNvPr id="38" name="Image 37" descr="Une image contenant photo, petit, assis, lumière&#10;&#10;Description générée automatiquement">
            <a:extLst>
              <a:ext uri="{FF2B5EF4-FFF2-40B4-BE49-F238E27FC236}">
                <a16:creationId xmlns:a16="http://schemas.microsoft.com/office/drawing/2014/main" id="{399D259B-59D1-4BA8-A023-07D6E52F4D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134" y="3471054"/>
            <a:ext cx="269759" cy="269759"/>
          </a:xfrm>
          <a:prstGeom prst="rect">
            <a:avLst/>
          </a:prstGeom>
        </p:spPr>
      </p:pic>
      <p:pic>
        <p:nvPicPr>
          <p:cNvPr id="40" name="Image 39" descr="Une image contenant photo, petit, assis, lumière&#10;&#10;Description générée automatiquement">
            <a:extLst>
              <a:ext uri="{FF2B5EF4-FFF2-40B4-BE49-F238E27FC236}">
                <a16:creationId xmlns:a16="http://schemas.microsoft.com/office/drawing/2014/main" id="{DFCDD8AC-6E5D-44B7-94DD-514C34E4D8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812" y="3872937"/>
            <a:ext cx="269759" cy="269759"/>
          </a:xfrm>
          <a:prstGeom prst="rect">
            <a:avLst/>
          </a:prstGeom>
        </p:spPr>
      </p:pic>
      <p:pic>
        <p:nvPicPr>
          <p:cNvPr id="42" name="Image 41" descr="Une image contenant photo, petit, assis, lumière&#10;&#10;Description générée automatiquement">
            <a:extLst>
              <a:ext uri="{FF2B5EF4-FFF2-40B4-BE49-F238E27FC236}">
                <a16:creationId xmlns:a16="http://schemas.microsoft.com/office/drawing/2014/main" id="{1ACC6864-F8D6-41CF-A935-3E8D82044B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33" y="4274820"/>
            <a:ext cx="269759" cy="269759"/>
          </a:xfrm>
          <a:prstGeom prst="rect">
            <a:avLst/>
          </a:prstGeom>
        </p:spPr>
      </p:pic>
      <p:pic>
        <p:nvPicPr>
          <p:cNvPr id="44" name="Graphique 43" descr="Étoile">
            <a:extLst>
              <a:ext uri="{FF2B5EF4-FFF2-40B4-BE49-F238E27FC236}">
                <a16:creationId xmlns:a16="http://schemas.microsoft.com/office/drawing/2014/main" id="{61DD742C-BE62-49BA-BEC5-4319B50C04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0524" y="3419023"/>
            <a:ext cx="324746" cy="324746"/>
          </a:xfrm>
          <a:prstGeom prst="rect">
            <a:avLst/>
          </a:prstGeom>
        </p:spPr>
      </p:pic>
      <p:pic>
        <p:nvPicPr>
          <p:cNvPr id="46" name="Graphique 45" descr="Étoile">
            <a:extLst>
              <a:ext uri="{FF2B5EF4-FFF2-40B4-BE49-F238E27FC236}">
                <a16:creationId xmlns:a16="http://schemas.microsoft.com/office/drawing/2014/main" id="{51162D2A-7C39-441F-9DB1-416CAE46F2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3176" y="3845443"/>
            <a:ext cx="324746" cy="324746"/>
          </a:xfrm>
          <a:prstGeom prst="rect">
            <a:avLst/>
          </a:prstGeom>
        </p:spPr>
      </p:pic>
      <p:pic>
        <p:nvPicPr>
          <p:cNvPr id="48" name="Graphique 47" descr="Étoile">
            <a:extLst>
              <a:ext uri="{FF2B5EF4-FFF2-40B4-BE49-F238E27FC236}">
                <a16:creationId xmlns:a16="http://schemas.microsoft.com/office/drawing/2014/main" id="{5A885C32-F374-4759-8B40-D93A40B125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0524" y="4281470"/>
            <a:ext cx="324746" cy="32474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065D93-82C9-49B9-B0CD-62A8B114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26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ONNX Runtime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4B57-99C0-49D6-8B1F-73DE373C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fr-FR" sz="2400" dirty="0" err="1"/>
              <a:t>Looking</a:t>
            </a:r>
            <a:r>
              <a:rPr lang="fr-FR" sz="2400" dirty="0"/>
              <a:t> for a solution to export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PyTorch</a:t>
            </a:r>
            <a:r>
              <a:rPr lang="fr-FR" sz="2400" dirty="0"/>
              <a:t> &amp; </a:t>
            </a:r>
            <a:r>
              <a:rPr lang="fr-FR" sz="2400" dirty="0" err="1"/>
              <a:t>TensorFlow</a:t>
            </a:r>
            <a:r>
              <a:rPr lang="fr-FR" sz="2400" dirty="0"/>
              <a:t>.</a:t>
            </a:r>
          </a:p>
          <a:p>
            <a:endParaRPr lang="fr-FR" sz="2400" dirty="0"/>
          </a:p>
          <a:p>
            <a:r>
              <a:rPr lang="fr-FR" sz="2400" dirty="0"/>
              <a:t>Initial </a:t>
            </a:r>
            <a:r>
              <a:rPr lang="fr-FR" sz="2400" dirty="0" err="1"/>
              <a:t>integration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transformers</a:t>
            </a:r>
            <a:r>
              <a:rPr lang="fr-FR" sz="2400" dirty="0"/>
              <a:t> to </a:t>
            </a:r>
            <a:r>
              <a:rPr lang="fr-FR" sz="2400" dirty="0" err="1"/>
              <a:t>easily</a:t>
            </a:r>
            <a:r>
              <a:rPr lang="fr-FR" sz="2400" dirty="0"/>
              <a:t> export </a:t>
            </a:r>
            <a:r>
              <a:rPr lang="fr-FR" sz="2400" dirty="0" err="1"/>
              <a:t>wide</a:t>
            </a:r>
            <a:r>
              <a:rPr lang="fr-FR" sz="2400" dirty="0"/>
              <a:t> </a:t>
            </a:r>
            <a:r>
              <a:rPr lang="fr-FR" sz="2400" dirty="0" err="1"/>
              <a:t>variety</a:t>
            </a:r>
            <a:r>
              <a:rPr lang="fr-FR" sz="2400" dirty="0"/>
              <a:t> of </a:t>
            </a:r>
            <a:r>
              <a:rPr lang="fr-FR" sz="2400" dirty="0" err="1"/>
              <a:t>our</a:t>
            </a:r>
            <a:r>
              <a:rPr lang="fr-FR" sz="2400" dirty="0"/>
              <a:t> </a:t>
            </a:r>
            <a:r>
              <a:rPr lang="fr-FR" sz="2400" dirty="0" err="1"/>
              <a:t>models</a:t>
            </a:r>
            <a:r>
              <a:rPr lang="fr-FR" sz="2400" dirty="0"/>
              <a:t> (25 architectures, </a:t>
            </a:r>
            <a:r>
              <a:rPr lang="fr-FR" sz="2400" dirty="0" err="1"/>
              <a:t>from</a:t>
            </a:r>
            <a:r>
              <a:rPr lang="fr-FR" sz="2400" dirty="0"/>
              <a:t> BERT to Reformer &amp; more </a:t>
            </a:r>
            <a:r>
              <a:rPr lang="fr-FR" sz="2400" dirty="0" err="1"/>
              <a:t>recently</a:t>
            </a:r>
            <a:r>
              <a:rPr lang="fr-FR" sz="2400" dirty="0"/>
              <a:t> RAG).</a:t>
            </a:r>
          </a:p>
          <a:p>
            <a:endParaRPr lang="fr-FR" sz="2400" dirty="0"/>
          </a:p>
          <a:p>
            <a:r>
              <a:rPr lang="fr-FR" sz="2400" dirty="0" err="1"/>
              <a:t>Leverage</a:t>
            </a:r>
            <a:r>
              <a:rPr lang="fr-FR" sz="2400" dirty="0"/>
              <a:t> ONNX Runtime </a:t>
            </a:r>
            <a:r>
              <a:rPr lang="fr-FR" sz="2400" dirty="0" err="1"/>
              <a:t>optimizations</a:t>
            </a:r>
            <a:r>
              <a:rPr lang="fr-FR" sz="2400" dirty="0"/>
              <a:t> to speed-up </a:t>
            </a:r>
            <a:r>
              <a:rPr lang="fr-FR" sz="2400" dirty="0" err="1"/>
              <a:t>inference</a:t>
            </a:r>
            <a:r>
              <a:rPr lang="fr-FR" sz="2400" dirty="0"/>
              <a:t> on </a:t>
            </a:r>
            <a:r>
              <a:rPr lang="fr-FR" sz="2400" dirty="0" err="1"/>
              <a:t>variety</a:t>
            </a:r>
            <a:r>
              <a:rPr lang="fr-FR" sz="2400" dirty="0"/>
              <a:t> of hardwares and </a:t>
            </a:r>
            <a:r>
              <a:rPr lang="fr-FR" sz="2400" dirty="0" err="1"/>
              <a:t>platformes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Enable </a:t>
            </a:r>
            <a:r>
              <a:rPr lang="fr-FR" sz="2400" dirty="0" err="1"/>
              <a:t>quantization</a:t>
            </a:r>
            <a:r>
              <a:rPr lang="fr-FR" sz="2400" dirty="0"/>
              <a:t> for efficient </a:t>
            </a:r>
            <a:r>
              <a:rPr lang="fr-FR" sz="2400" dirty="0" err="1"/>
              <a:t>inference</a:t>
            </a:r>
            <a:r>
              <a:rPr lang="fr-FR" sz="2400" dirty="0"/>
              <a:t>.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5FFD9F-A3D5-4822-8493-3DD41D04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30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ONNX Runtime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4B57-99C0-49D6-8B1F-73DE373C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0DD6B9-2472-489B-9650-15DEC856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4</a:t>
            </a:fld>
            <a:endParaRPr lang="fr-FR"/>
          </a:p>
        </p:txBody>
      </p:sp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3FABAAC6-A68D-4FA9-9F69-8C9F03C47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593" y="1862129"/>
            <a:ext cx="6388835" cy="385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DAA793A-A709-4D02-8B4A-B681FC601BD9}"/>
              </a:ext>
            </a:extLst>
          </p:cNvPr>
          <p:cNvSpPr txBox="1"/>
          <p:nvPr/>
        </p:nvSpPr>
        <p:spPr>
          <a:xfrm>
            <a:off x="1234962" y="6033254"/>
            <a:ext cx="972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More information: </a:t>
            </a:r>
            <a:r>
              <a:rPr lang="en-US" b="0" i="0" dirty="0">
                <a:solidFill>
                  <a:srgbClr val="292929"/>
                </a:solidFill>
                <a:effectLst/>
                <a:latin typeface="medium-content-title-font"/>
                <a:hlinkClick r:id="rId3"/>
              </a:rPr>
              <a:t>Accelerate your NLP pipelines using Hugging Face Transformers and ONNX Runtime</a:t>
            </a:r>
            <a:endParaRPr lang="en-US" b="0" i="0" dirty="0">
              <a:solidFill>
                <a:srgbClr val="292929"/>
              </a:solidFill>
              <a:effectLst/>
              <a:latin typeface="medium-content-title-font"/>
            </a:endParaRPr>
          </a:p>
        </p:txBody>
      </p:sp>
    </p:spTree>
    <p:extLst>
      <p:ext uri="{BB962C8B-B14F-4D97-AF65-F5344CB8AC3E}">
        <p14:creationId xmlns:p14="http://schemas.microsoft.com/office/powerpoint/2010/main" val="2292671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ONNX Runtime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B2CE39-E6E5-4436-91AE-CA5BF130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5</a:t>
            </a:fld>
            <a:endParaRPr lang="fr-FR"/>
          </a:p>
        </p:txBody>
      </p:sp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C4FA63B2-C591-44CE-9039-1FA46583E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152" y="2572586"/>
            <a:ext cx="6747488" cy="324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141EFE0-B9DF-443F-8A94-A6BDB1B263A0}"/>
              </a:ext>
            </a:extLst>
          </p:cNvPr>
          <p:cNvSpPr txBox="1"/>
          <p:nvPr/>
        </p:nvSpPr>
        <p:spPr>
          <a:xfrm>
            <a:off x="1964971" y="6034524"/>
            <a:ext cx="874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More information: </a:t>
            </a:r>
            <a:r>
              <a:rPr lang="en-US" b="0" i="0" dirty="0">
                <a:solidFill>
                  <a:srgbClr val="292929"/>
                </a:solidFill>
                <a:effectLst/>
                <a:latin typeface="medium-content-title-font"/>
                <a:hlinkClick r:id="rId3"/>
              </a:rPr>
              <a:t>Faster and smaller quantized NLP with Hugging Face and ONNX Runtime</a:t>
            </a:r>
            <a:endParaRPr lang="en-US" b="0" i="0" dirty="0">
              <a:solidFill>
                <a:srgbClr val="292929"/>
              </a:solidFill>
              <a:effectLst/>
              <a:latin typeface="medium-content-title-font"/>
            </a:endParaRPr>
          </a:p>
        </p:txBody>
      </p:sp>
    </p:spTree>
    <p:extLst>
      <p:ext uri="{BB962C8B-B14F-4D97-AF65-F5344CB8AC3E}">
        <p14:creationId xmlns:p14="http://schemas.microsoft.com/office/powerpoint/2010/main" val="231353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 err="1"/>
              <a:t>Potential</a:t>
            </a:r>
            <a:r>
              <a:rPr lang="fr-FR" dirty="0"/>
              <a:t> direction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4B57-99C0-49D6-8B1F-73DE373C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endParaRPr lang="fr-FR" sz="2400" dirty="0"/>
          </a:p>
          <a:p>
            <a:r>
              <a:rPr lang="fr-FR" sz="2400" dirty="0" err="1"/>
              <a:t>Integrate</a:t>
            </a:r>
            <a:r>
              <a:rPr lang="fr-FR" sz="2400" dirty="0"/>
              <a:t> data </a:t>
            </a:r>
            <a:r>
              <a:rPr lang="fr-FR" sz="2400" dirty="0" err="1"/>
              <a:t>processing</a:t>
            </a:r>
            <a:r>
              <a:rPr lang="fr-FR" sz="2400" dirty="0"/>
              <a:t> </a:t>
            </a:r>
            <a:r>
              <a:rPr lang="fr-FR" sz="2400" dirty="0" err="1"/>
              <a:t>operators</a:t>
            </a:r>
            <a:r>
              <a:rPr lang="fr-FR" sz="2400" dirty="0"/>
              <a:t> </a:t>
            </a:r>
            <a:r>
              <a:rPr lang="fr-FR" sz="2400" dirty="0" err="1"/>
              <a:t>such</a:t>
            </a:r>
            <a:r>
              <a:rPr lang="fr-FR" sz="2400" dirty="0"/>
              <a:t> as </a:t>
            </a:r>
            <a:r>
              <a:rPr lang="fr-FR" sz="2400" dirty="0" err="1"/>
              <a:t>tokenization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our</a:t>
            </a:r>
            <a:r>
              <a:rPr lang="fr-FR" sz="2400" dirty="0"/>
              <a:t> Rust </a:t>
            </a:r>
            <a:r>
              <a:rPr lang="fr-FR" sz="2400" dirty="0" err="1"/>
              <a:t>backed</a:t>
            </a:r>
            <a:r>
              <a:rPr lang="fr-FR" sz="2400" dirty="0"/>
              <a:t> </a:t>
            </a:r>
            <a:r>
              <a:rPr lang="fr-FR" sz="2400" dirty="0" err="1"/>
              <a:t>tokenizers</a:t>
            </a:r>
            <a:r>
              <a:rPr lang="fr-FR" sz="2400" dirty="0"/>
              <a:t> </a:t>
            </a:r>
            <a:r>
              <a:rPr lang="fr-FR" sz="2400" dirty="0" err="1"/>
              <a:t>library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Supports </a:t>
            </a:r>
            <a:r>
              <a:rPr lang="fr-FR" sz="2400" dirty="0" err="1"/>
              <a:t>exporting</a:t>
            </a:r>
            <a:r>
              <a:rPr lang="fr-FR" sz="2400" dirty="0"/>
              <a:t> end-to-end NLP pipelines </a:t>
            </a:r>
          </a:p>
          <a:p>
            <a:endParaRPr lang="fr-FR" sz="2400" dirty="0"/>
          </a:p>
          <a:p>
            <a:r>
              <a:rPr lang="fr-FR" sz="2400" dirty="0" err="1"/>
              <a:t>PoC</a:t>
            </a:r>
            <a:r>
              <a:rPr lang="fr-FR" sz="2400" dirty="0"/>
              <a:t> new training </a:t>
            </a:r>
            <a:r>
              <a:rPr lang="fr-FR" sz="2400" dirty="0" err="1"/>
              <a:t>features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ONNX Runtime</a:t>
            </a:r>
          </a:p>
          <a:p>
            <a:endParaRPr lang="fr-FR" sz="2400" dirty="0"/>
          </a:p>
          <a:p>
            <a:r>
              <a:rPr lang="fr-FR" sz="2400" dirty="0" err="1"/>
              <a:t>PoC</a:t>
            </a:r>
            <a:r>
              <a:rPr lang="fr-FR" sz="2400" dirty="0"/>
              <a:t> for </a:t>
            </a:r>
            <a:r>
              <a:rPr lang="fr-FR" sz="2400" dirty="0" err="1"/>
              <a:t>inferencing</a:t>
            </a:r>
            <a:r>
              <a:rPr lang="fr-FR" sz="2400" dirty="0"/>
              <a:t> </a:t>
            </a:r>
            <a:r>
              <a:rPr lang="fr-FR" sz="2400" dirty="0" err="1"/>
              <a:t>such</a:t>
            </a:r>
            <a:r>
              <a:rPr lang="fr-FR" sz="2400" dirty="0"/>
              <a:t> </a:t>
            </a:r>
            <a:r>
              <a:rPr lang="fr-FR" sz="2400" dirty="0" err="1"/>
              <a:t>models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such</a:t>
            </a:r>
            <a:r>
              <a:rPr lang="fr-FR" sz="2400" dirty="0"/>
              <a:t> </a:t>
            </a:r>
            <a:r>
              <a:rPr lang="fr-FR" sz="2400" dirty="0" err="1"/>
              <a:t>various</a:t>
            </a:r>
            <a:r>
              <a:rPr lang="fr-FR" sz="2400" dirty="0"/>
              <a:t> architectures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0E44FA-2250-4B59-A171-BCF1DFA0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29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1A771-BA69-449E-8E62-ABA6738F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4B57-99C0-49D6-8B1F-73DE373C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fr-FR" sz="2400" dirty="0"/>
              <a:t>ONNX </a:t>
            </a:r>
            <a:r>
              <a:rPr lang="fr-FR" sz="2400" dirty="0" err="1"/>
              <a:t>integration</a:t>
            </a:r>
            <a:r>
              <a:rPr lang="fr-FR" sz="2400" dirty="0"/>
              <a:t> has </a:t>
            </a:r>
            <a:r>
              <a:rPr lang="fr-FR" sz="2400" dirty="0" err="1"/>
              <a:t>very</a:t>
            </a:r>
            <a:r>
              <a:rPr lang="fr-FR" sz="2400" dirty="0"/>
              <a:t> good perspectives at </a:t>
            </a:r>
            <a:r>
              <a:rPr lang="fr-FR" sz="2400" dirty="0" err="1"/>
              <a:t>Hugging</a:t>
            </a:r>
            <a:r>
              <a:rPr lang="fr-FR" sz="2400" dirty="0"/>
              <a:t> Face </a:t>
            </a:r>
            <a:r>
              <a:rPr lang="fr-FR" sz="2400" dirty="0" err="1"/>
              <a:t>both</a:t>
            </a:r>
            <a:r>
              <a:rPr lang="fr-FR" sz="2400" dirty="0"/>
              <a:t> for open source </a:t>
            </a:r>
            <a:r>
              <a:rPr lang="fr-FR" sz="2400" dirty="0" err="1"/>
              <a:t>projects</a:t>
            </a:r>
            <a:r>
              <a:rPr lang="fr-FR" sz="2400" dirty="0"/>
              <a:t> &amp; </a:t>
            </a:r>
            <a:r>
              <a:rPr lang="fr-FR" sz="2400" dirty="0" err="1"/>
              <a:t>internal</a:t>
            </a:r>
            <a:r>
              <a:rPr lang="fr-FR" sz="2400" dirty="0"/>
              <a:t>.</a:t>
            </a:r>
          </a:p>
          <a:p>
            <a:endParaRPr lang="fr-FR" sz="2400" dirty="0"/>
          </a:p>
          <a:p>
            <a:r>
              <a:rPr lang="fr-FR" sz="2400" dirty="0" err="1"/>
              <a:t>Well</a:t>
            </a:r>
            <a:r>
              <a:rPr lang="fr-FR" sz="2400" dirty="0"/>
              <a:t> </a:t>
            </a:r>
            <a:r>
              <a:rPr lang="fr-FR" sz="2400" dirty="0" err="1"/>
              <a:t>received</a:t>
            </a:r>
            <a:r>
              <a:rPr lang="fr-FR" sz="2400" dirty="0"/>
              <a:t> by the </a:t>
            </a:r>
            <a:r>
              <a:rPr lang="fr-FR" sz="2400" dirty="0" err="1"/>
              <a:t>transformers</a:t>
            </a:r>
            <a:r>
              <a:rPr lang="fr-FR" sz="2400" dirty="0"/>
              <a:t> </a:t>
            </a:r>
            <a:r>
              <a:rPr lang="fr-FR" sz="2400" dirty="0" err="1"/>
              <a:t>community</a:t>
            </a:r>
            <a:r>
              <a:rPr lang="fr-FR" sz="2400" dirty="0"/>
              <a:t>, </a:t>
            </a:r>
            <a:r>
              <a:rPr lang="fr-FR" sz="2400" dirty="0" err="1"/>
              <a:t>especially</a:t>
            </a:r>
            <a:r>
              <a:rPr lang="fr-FR" sz="2400" dirty="0"/>
              <a:t> for the </a:t>
            </a:r>
            <a:r>
              <a:rPr lang="fr-FR" sz="2400" dirty="0" err="1"/>
              <a:t>ones</a:t>
            </a:r>
            <a:r>
              <a:rPr lang="fr-FR" sz="2400" dirty="0"/>
              <a:t> </a:t>
            </a:r>
            <a:r>
              <a:rPr lang="fr-FR" sz="2400" dirty="0" err="1"/>
              <a:t>looking</a:t>
            </a:r>
            <a:r>
              <a:rPr lang="fr-FR" sz="2400" dirty="0"/>
              <a:t> to put </a:t>
            </a:r>
            <a:r>
              <a:rPr lang="fr-FR" sz="2400" dirty="0" err="1"/>
              <a:t>models</a:t>
            </a:r>
            <a:r>
              <a:rPr lang="fr-FR" sz="2400" dirty="0"/>
              <a:t> in production.</a:t>
            </a:r>
          </a:p>
          <a:p>
            <a:endParaRPr lang="fr-FR" sz="2400" dirty="0"/>
          </a:p>
          <a:p>
            <a:r>
              <a:rPr lang="fr-FR" sz="2400" dirty="0"/>
              <a:t>Issues and </a:t>
            </a:r>
            <a:r>
              <a:rPr lang="fr-FR" sz="2400" dirty="0" err="1"/>
              <a:t>PRs</a:t>
            </a:r>
            <a:r>
              <a:rPr lang="fr-FR" sz="2400" dirty="0"/>
              <a:t> continues to </a:t>
            </a:r>
            <a:r>
              <a:rPr lang="fr-FR" sz="2400" dirty="0" err="1"/>
              <a:t>improve</a:t>
            </a:r>
            <a:r>
              <a:rPr lang="fr-FR" sz="2400" dirty="0"/>
              <a:t> the </a:t>
            </a:r>
            <a:r>
              <a:rPr lang="fr-FR" sz="2400" dirty="0" err="1"/>
              <a:t>overall</a:t>
            </a:r>
            <a:r>
              <a:rPr lang="fr-FR" sz="2400" dirty="0"/>
              <a:t> </a:t>
            </a:r>
            <a:r>
              <a:rPr lang="fr-FR" sz="2400" dirty="0" err="1"/>
              <a:t>coverage</a:t>
            </a:r>
            <a:r>
              <a:rPr lang="fr-FR" sz="2400" dirty="0"/>
              <a:t>, for instance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recent</a:t>
            </a:r>
            <a:r>
              <a:rPr lang="fr-FR" sz="2400" dirty="0"/>
              <a:t> T5 support.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0E44FA-2250-4B59-A171-BCF1DFA0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7F6-C01D-4BD0-9DF8-AA59B5900E6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1901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280</Words>
  <Application>Microsoft Office PowerPoint</Application>
  <PresentationFormat>Grand écran</PresentationFormat>
  <Paragraphs>48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medium-content-title-font</vt:lpstr>
      <vt:lpstr>Slack-Lato</vt:lpstr>
      <vt:lpstr>Tw Cen MT</vt:lpstr>
      <vt:lpstr>Thème Office</vt:lpstr>
      <vt:lpstr>Efficient inference of transformers models Collaboration highlights between Hugging Face &amp; ONNX Runtime</vt:lpstr>
      <vt:lpstr>Hugging Face OSS</vt:lpstr>
      <vt:lpstr>Collaboration with ONNX Runtime</vt:lpstr>
      <vt:lpstr>Collaboration with ONNX Runtime</vt:lpstr>
      <vt:lpstr>Collaboration with ONNX Runtime</vt:lpstr>
      <vt:lpstr>Potential direction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inference of transformers models Collaboration highlights between Hugging Face &amp; ONNX Runtime</dc:title>
  <dc:creator>Morgan Funtowicz</dc:creator>
  <cp:lastModifiedBy>Morgan Funtowicz</cp:lastModifiedBy>
  <cp:revision>1</cp:revision>
  <dcterms:created xsi:type="dcterms:W3CDTF">2020-10-06T08:31:32Z</dcterms:created>
  <dcterms:modified xsi:type="dcterms:W3CDTF">2020-10-06T20:13:03Z</dcterms:modified>
</cp:coreProperties>
</file>