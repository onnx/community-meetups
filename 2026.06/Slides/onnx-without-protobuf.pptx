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58" r:id="rId5"/>
    <p:sldId id="259" r:id="rId6"/>
    <p:sldId id="260" r:id="rId7"/>
    <p:sldId id="269" r:id="rId8"/>
    <p:sldId id="262" r:id="rId9"/>
    <p:sldId id="265" r:id="rId10"/>
    <p:sldId id="263" r:id="rId11"/>
    <p:sldId id="264" r:id="rId12"/>
    <p:sldId id="266" r:id="rId13"/>
    <p:sldId id="267" r:id="rId14"/>
    <p:sldId id="271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E9ACF6-5EF6-45EE-A18B-06C72CE69CCE}" v="1" dt="2026-06-23T15:49:34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80033" autoAdjust="0"/>
  </p:normalViewPr>
  <p:slideViewPr>
    <p:cSldViewPr snapToGrid="0">
      <p:cViewPr varScale="1">
        <p:scale>
          <a:sx n="90" d="100"/>
          <a:sy n="90" d="100"/>
        </p:scale>
        <p:origin x="904" y="6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Dupre" userId="4eb195d4-5378-4b6a-8bdc-f58fcd36a9e9" providerId="ADAL" clId="{0C1C8078-BC91-4FA7-983F-7961922F1641}"/>
    <pc:docChg chg="undo custSel addSld modSld">
      <pc:chgData name="Xavier Dupre" userId="4eb195d4-5378-4b6a-8bdc-f58fcd36a9e9" providerId="ADAL" clId="{0C1C8078-BC91-4FA7-983F-7961922F1641}" dt="2026-06-23T15:49:34.465" v="1191"/>
      <pc:docMkLst>
        <pc:docMk/>
      </pc:docMkLst>
      <pc:sldChg chg="addSp modSp modNotesTx">
        <pc:chgData name="Xavier Dupre" userId="4eb195d4-5378-4b6a-8bdc-f58fcd36a9e9" providerId="ADAL" clId="{0C1C8078-BC91-4FA7-983F-7961922F1641}" dt="2026-06-23T15:49:34.465" v="1191"/>
        <pc:sldMkLst>
          <pc:docMk/>
          <pc:sldMk cId="1632976765" sldId="256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1632976765" sldId="256"/>
            <ac:picMk id="7" creationId="{718A0C5A-B8FB-E8C6-9221-1729E47AB9CF}"/>
          </ac:picMkLst>
        </pc:picChg>
      </pc:sldChg>
      <pc:sldChg chg="addSp modSp modNotesTx">
        <pc:chgData name="Xavier Dupre" userId="4eb195d4-5378-4b6a-8bdc-f58fcd36a9e9" providerId="ADAL" clId="{0C1C8078-BC91-4FA7-983F-7961922F1641}" dt="2026-06-23T15:49:34.465" v="1191"/>
        <pc:sldMkLst>
          <pc:docMk/>
          <pc:sldMk cId="2058934936" sldId="257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058934936" sldId="257"/>
            <ac:picMk id="8" creationId="{501A8BA3-5E3C-34F2-95C2-69F56BB3D4AE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3912332391" sldId="258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3912332391" sldId="258"/>
            <ac:picMk id="7" creationId="{BD98D66E-B0A4-86CC-C4CB-B9F8284CC3A8}"/>
          </ac:picMkLst>
        </pc:picChg>
      </pc:sldChg>
      <pc:sldChg chg="addSp modSp mod">
        <pc:chgData name="Xavier Dupre" userId="4eb195d4-5378-4b6a-8bdc-f58fcd36a9e9" providerId="ADAL" clId="{0C1C8078-BC91-4FA7-983F-7961922F1641}" dt="2026-06-23T15:49:34.465" v="1191"/>
        <pc:sldMkLst>
          <pc:docMk/>
          <pc:sldMk cId="2225826727" sldId="259"/>
        </pc:sldMkLst>
        <pc:spChg chg="mod">
          <ac:chgData name="Xavier Dupre" userId="4eb195d4-5378-4b6a-8bdc-f58fcd36a9e9" providerId="ADAL" clId="{0C1C8078-BC91-4FA7-983F-7961922F1641}" dt="2026-06-23T15:36:15.500" v="1157" actId="14100"/>
          <ac:spMkLst>
            <pc:docMk/>
            <pc:sldMk cId="2225826727" sldId="259"/>
            <ac:spMk id="2" creationId="{F639AC44-E84A-140A-87AE-1BBD091305FC}"/>
          </ac:spMkLst>
        </pc:spChg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225826727" sldId="259"/>
            <ac:picMk id="6" creationId="{458D3C00-2C21-184A-3A68-347F5396ACE2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2883675561" sldId="260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883675561" sldId="260"/>
            <ac:picMk id="7" creationId="{01FAA70E-FA80-F144-A4F8-B9E24A6F72E4}"/>
          </ac:picMkLst>
        </pc:picChg>
      </pc:sldChg>
      <pc:sldChg chg="addSp modSp modNotesTx">
        <pc:chgData name="Xavier Dupre" userId="4eb195d4-5378-4b6a-8bdc-f58fcd36a9e9" providerId="ADAL" clId="{0C1C8078-BC91-4FA7-983F-7961922F1641}" dt="2026-06-23T15:49:34.465" v="1191"/>
        <pc:sldMkLst>
          <pc:docMk/>
          <pc:sldMk cId="1446313" sldId="261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1446313" sldId="261"/>
            <ac:picMk id="6" creationId="{40DBF532-5445-EAC1-89E7-CA1BE9E00BA0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3057320389" sldId="262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3057320389" sldId="262"/>
            <ac:picMk id="8" creationId="{A460C6C2-0CF8-95E0-FBB3-D507BE8EFD93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180624348" sldId="263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180624348" sldId="263"/>
            <ac:picMk id="6" creationId="{A7B70A4B-9182-3C68-5886-6EE28F343513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2367414355" sldId="264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367414355" sldId="264"/>
            <ac:picMk id="7" creationId="{331A7814-09C8-21CF-1CC1-8156A84AB129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2087503800" sldId="265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087503800" sldId="265"/>
            <ac:picMk id="5" creationId="{07D80A86-C829-F566-A54D-1CE071C3D427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828652580" sldId="266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828652580" sldId="266"/>
            <ac:picMk id="8" creationId="{63ED5E0E-0812-FD0B-DF33-96D52E9D50E8}"/>
          </ac:picMkLst>
        </pc:picChg>
      </pc:sldChg>
      <pc:sldChg chg="addSp modSp mod">
        <pc:chgData name="Xavier Dupre" userId="4eb195d4-5378-4b6a-8bdc-f58fcd36a9e9" providerId="ADAL" clId="{0C1C8078-BC91-4FA7-983F-7961922F1641}" dt="2026-06-23T15:49:34.465" v="1191"/>
        <pc:sldMkLst>
          <pc:docMk/>
          <pc:sldMk cId="3007528765" sldId="267"/>
        </pc:sldMkLst>
        <pc:spChg chg="mod">
          <ac:chgData name="Xavier Dupre" userId="4eb195d4-5378-4b6a-8bdc-f58fcd36a9e9" providerId="ADAL" clId="{0C1C8078-BC91-4FA7-983F-7961922F1641}" dt="2026-06-23T15:37:31.558" v="1189" actId="14100"/>
          <ac:spMkLst>
            <pc:docMk/>
            <pc:sldMk cId="3007528765" sldId="267"/>
            <ac:spMk id="6" creationId="{6E4D191C-4E1D-4183-F18D-3F992A64A571}"/>
          </ac:spMkLst>
        </pc:spChg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3007528765" sldId="267"/>
            <ac:picMk id="7" creationId="{47688497-E9F0-2923-60A6-DCBD371F16EA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2849076446" sldId="269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849076446" sldId="269"/>
            <ac:picMk id="6" creationId="{9C40AD9C-F380-109B-E173-0DB49BB0F83A}"/>
          </ac:picMkLst>
        </pc:picChg>
      </pc:sldChg>
      <pc:sldChg chg="addSp modSp">
        <pc:chgData name="Xavier Dupre" userId="4eb195d4-5378-4b6a-8bdc-f58fcd36a9e9" providerId="ADAL" clId="{0C1C8078-BC91-4FA7-983F-7961922F1641}" dt="2026-06-23T15:49:34.465" v="1191"/>
        <pc:sldMkLst>
          <pc:docMk/>
          <pc:sldMk cId="2333825406" sldId="270"/>
        </pc:sldMkLst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333825406" sldId="270"/>
            <ac:picMk id="6" creationId="{0A96B4D1-3702-D4E3-D9D5-2ED66EB70237}"/>
          </ac:picMkLst>
        </pc:picChg>
      </pc:sldChg>
      <pc:sldChg chg="addSp modSp new mod">
        <pc:chgData name="Xavier Dupre" userId="4eb195d4-5378-4b6a-8bdc-f58fcd36a9e9" providerId="ADAL" clId="{0C1C8078-BC91-4FA7-983F-7961922F1641}" dt="2026-06-23T15:49:34.465" v="1191"/>
        <pc:sldMkLst>
          <pc:docMk/>
          <pc:sldMk cId="2659404807" sldId="271"/>
        </pc:sldMkLst>
        <pc:spChg chg="mod">
          <ac:chgData name="Xavier Dupre" userId="4eb195d4-5378-4b6a-8bdc-f58fcd36a9e9" providerId="ADAL" clId="{0C1C8078-BC91-4FA7-983F-7961922F1641}" dt="2026-06-23T09:36:36.481" v="135" actId="26606"/>
          <ac:spMkLst>
            <pc:docMk/>
            <pc:sldMk cId="2659404807" sldId="271"/>
            <ac:spMk id="2" creationId="{F988D2C1-8D40-71EA-E80C-FF795EC8BFE8}"/>
          </ac:spMkLst>
        </pc:spChg>
        <pc:spChg chg="mod">
          <ac:chgData name="Xavier Dupre" userId="4eb195d4-5378-4b6a-8bdc-f58fcd36a9e9" providerId="ADAL" clId="{0C1C8078-BC91-4FA7-983F-7961922F1641}" dt="2026-06-23T09:45:27.638" v="294" actId="20577"/>
          <ac:spMkLst>
            <pc:docMk/>
            <pc:sldMk cId="2659404807" sldId="271"/>
            <ac:spMk id="3" creationId="{3F9BE443-9E68-8824-4651-9E6B3769E9A9}"/>
          </ac:spMkLst>
        </pc:spChg>
        <pc:spChg chg="add">
          <ac:chgData name="Xavier Dupre" userId="4eb195d4-5378-4b6a-8bdc-f58fcd36a9e9" providerId="ADAL" clId="{0C1C8078-BC91-4FA7-983F-7961922F1641}" dt="2026-06-23T09:36:36.481" v="135" actId="26606"/>
          <ac:spMkLst>
            <pc:docMk/>
            <pc:sldMk cId="2659404807" sldId="271"/>
            <ac:spMk id="10" creationId="{A1B2C3D4-1234-5678-9ABC-DEF012345678}"/>
          </ac:spMkLst>
        </pc:spChg>
        <pc:picChg chg="add mod">
          <ac:chgData name="Xavier Dupre" userId="4eb195d4-5378-4b6a-8bdc-f58fcd36a9e9" providerId="ADAL" clId="{0C1C8078-BC91-4FA7-983F-7961922F1641}" dt="2026-06-23T15:49:34.465" v="1191"/>
          <ac:picMkLst>
            <pc:docMk/>
            <pc:sldMk cId="2659404807" sldId="271"/>
            <ac:picMk id="6" creationId="{CEB9E0B3-E6F0-659C-572E-7E04F09CB75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743AB-AC98-4E8D-924E-70076E51E8B0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293B1-D15B-483D-9627-EAA13B153B8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21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Hi, </a:t>
            </a:r>
            <a:r>
              <a:rPr lang="fr-FR" dirty="0" err="1"/>
              <a:t>I’m</a:t>
            </a:r>
            <a:r>
              <a:rPr lang="fr-FR" dirty="0"/>
              <a:t> Xavier Dupré, I </a:t>
            </a:r>
            <a:r>
              <a:rPr lang="fr-FR" dirty="0" err="1"/>
              <a:t>usually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on </a:t>
            </a:r>
            <a:r>
              <a:rPr lang="fr-FR" dirty="0" err="1"/>
              <a:t>converters</a:t>
            </a:r>
            <a:r>
              <a:rPr lang="fr-FR" dirty="0"/>
              <a:t> or kernels or </a:t>
            </a:r>
            <a:r>
              <a:rPr lang="fr-FR" dirty="0" err="1"/>
              <a:t>onnx</a:t>
            </a:r>
            <a:r>
              <a:rPr lang="fr-FR" dirty="0"/>
              <a:t> or </a:t>
            </a:r>
            <a:r>
              <a:rPr lang="fr-FR" dirty="0" err="1"/>
              <a:t>anything</a:t>
            </a:r>
            <a:r>
              <a:rPr lang="fr-FR" dirty="0"/>
              <a:t> </a:t>
            </a:r>
            <a:r>
              <a:rPr lang="fr-FR" dirty="0" err="1"/>
              <a:t>related</a:t>
            </a:r>
            <a:r>
              <a:rPr lang="fr-FR" dirty="0"/>
              <a:t> to </a:t>
            </a:r>
            <a:r>
              <a:rPr lang="fr-FR" dirty="0" err="1"/>
              <a:t>onnx</a:t>
            </a:r>
            <a:r>
              <a:rPr lang="fr-FR" dirty="0"/>
              <a:t> in </a:t>
            </a:r>
            <a:r>
              <a:rPr lang="fr-FR" dirty="0" err="1"/>
              <a:t>fact</a:t>
            </a:r>
            <a:r>
              <a:rPr lang="fr-FR" dirty="0"/>
              <a:t>. But </a:t>
            </a:r>
            <a:r>
              <a:rPr lang="fr-FR" dirty="0" err="1"/>
              <a:t>today</a:t>
            </a:r>
            <a:r>
              <a:rPr lang="fr-FR" dirty="0"/>
              <a:t>, </a:t>
            </a:r>
            <a:r>
              <a:rPr lang="fr-FR" dirty="0" err="1"/>
              <a:t>I’d</a:t>
            </a:r>
            <a:r>
              <a:rPr lang="fr-FR" dirty="0"/>
              <a:t> like to talk about </a:t>
            </a:r>
            <a:r>
              <a:rPr lang="fr-FR" dirty="0" err="1"/>
              <a:t>freedom</a:t>
            </a:r>
            <a:r>
              <a:rPr lang="fr-FR" dirty="0"/>
              <a:t>: I </a:t>
            </a:r>
            <a:r>
              <a:rPr lang="fr-FR" dirty="0" err="1"/>
              <a:t>imagined</a:t>
            </a:r>
            <a:r>
              <a:rPr lang="fr-FR" dirty="0"/>
              <a:t> a world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protobuf</a:t>
            </a:r>
            <a:r>
              <a:rPr lang="fr-FR" dirty="0"/>
              <a:t>, the </a:t>
            </a:r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piece</a:t>
            </a:r>
            <a:r>
              <a:rPr lang="fr-FR" dirty="0"/>
              <a:t> of </a:t>
            </a:r>
            <a:r>
              <a:rPr lang="fr-FR" dirty="0" err="1"/>
              <a:t>onnx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293B1-D15B-483D-9627-EAA13B153B8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75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Why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rid</a:t>
            </a:r>
            <a:r>
              <a:rPr lang="fr-FR" dirty="0"/>
              <a:t> of </a:t>
            </a:r>
            <a:r>
              <a:rPr lang="fr-FR" dirty="0" err="1"/>
              <a:t>protobuf</a:t>
            </a:r>
            <a:r>
              <a:rPr lang="fr-FR" dirty="0"/>
              <a:t>? Well, when I first </a:t>
            </a:r>
            <a:r>
              <a:rPr lang="fr-FR" dirty="0" err="1"/>
              <a:t>heard</a:t>
            </a:r>
            <a:r>
              <a:rPr lang="fr-FR" dirty="0"/>
              <a:t> about </a:t>
            </a:r>
            <a:r>
              <a:rPr lang="fr-FR" dirty="0" err="1"/>
              <a:t>it</a:t>
            </a:r>
            <a:r>
              <a:rPr lang="fr-FR" dirty="0"/>
              <a:t>, I </a:t>
            </a:r>
            <a:r>
              <a:rPr lang="fr-FR" dirty="0" err="1"/>
              <a:t>thought</a:t>
            </a:r>
            <a:r>
              <a:rPr lang="fr-FR" dirty="0"/>
              <a:t> </a:t>
            </a:r>
            <a:r>
              <a:rPr lang="fr-FR" dirty="0" err="1"/>
              <a:t>why</a:t>
            </a:r>
            <a:r>
              <a:rPr lang="fr-FR" dirty="0"/>
              <a:t> do i </a:t>
            </a:r>
            <a:r>
              <a:rPr lang="fr-FR" dirty="0" err="1"/>
              <a:t>need</a:t>
            </a:r>
            <a:r>
              <a:rPr lang="fr-FR" dirty="0"/>
              <a:t> a </a:t>
            </a:r>
            <a:r>
              <a:rPr lang="fr-FR" dirty="0" err="1"/>
              <a:t>such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tool</a:t>
            </a:r>
            <a:r>
              <a:rPr lang="fr-FR" dirty="0"/>
              <a:t> to </a:t>
            </a:r>
            <a:r>
              <a:rPr lang="fr-FR" dirty="0" err="1"/>
              <a:t>serialize</a:t>
            </a:r>
            <a:r>
              <a:rPr lang="fr-FR" dirty="0"/>
              <a:t> and </a:t>
            </a:r>
            <a:r>
              <a:rPr lang="fr-FR" dirty="0" err="1"/>
              <a:t>it</a:t>
            </a:r>
            <a:r>
              <a:rPr lang="fr-FR" dirty="0"/>
              <a:t> was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 to compile </a:t>
            </a:r>
            <a:r>
              <a:rPr lang="fr-FR" dirty="0" err="1"/>
              <a:t>it</a:t>
            </a:r>
            <a:r>
              <a:rPr lang="fr-FR" dirty="0"/>
              <a:t> on </a:t>
            </a:r>
            <a:r>
              <a:rPr lang="fr-FR" dirty="0" err="1"/>
              <a:t>windows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293B1-D15B-483D-9627-EAA13B153B8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548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 </a:t>
            </a:r>
            <a:r>
              <a:rPr lang="fr-FR" dirty="0" err="1"/>
              <a:t>learned</a:t>
            </a:r>
            <a:r>
              <a:rPr lang="fr-FR" dirty="0"/>
              <a:t> a lot about the format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trying</a:t>
            </a:r>
            <a:r>
              <a:rPr lang="fr-FR" dirty="0"/>
              <a:t> to </a:t>
            </a:r>
            <a:r>
              <a:rPr lang="fr-FR" dirty="0" err="1"/>
              <a:t>remove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 </a:t>
            </a:r>
            <a:r>
              <a:rPr lang="fr-FR" dirty="0" err="1"/>
              <a:t>Because</a:t>
            </a:r>
            <a:r>
              <a:rPr lang="fr-FR" dirty="0"/>
              <a:t> if I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remove</a:t>
            </a:r>
            <a:r>
              <a:rPr lang="fr-FR" dirty="0"/>
              <a:t> </a:t>
            </a:r>
            <a:r>
              <a:rPr lang="fr-FR" dirty="0" err="1"/>
              <a:t>protobuf</a:t>
            </a:r>
            <a:r>
              <a:rPr lang="fr-FR" dirty="0"/>
              <a:t>, I </a:t>
            </a:r>
            <a:r>
              <a:rPr lang="fr-FR" dirty="0" err="1"/>
              <a:t>had</a:t>
            </a:r>
            <a:r>
              <a:rPr lang="fr-FR" dirty="0"/>
              <a:t> to </a:t>
            </a:r>
            <a:r>
              <a:rPr lang="fr-FR" dirty="0" err="1"/>
              <a:t>keep</a:t>
            </a:r>
            <a:r>
              <a:rPr lang="fr-FR" dirty="0"/>
              <a:t> the format. So I </a:t>
            </a:r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to </a:t>
            </a:r>
            <a:r>
              <a:rPr lang="fr-FR" dirty="0" err="1"/>
              <a:t>learn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293B1-D15B-483D-9627-EAA13B153B8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0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D8B08-0344-6559-0DBB-717DC0108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3A9C13-CC16-A076-0C20-9C1F94A89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0F637A-79C2-F008-7A95-59441598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B19811-4529-8A53-E192-D1E02EB6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48258C-4147-FE6C-BD60-0BCCA014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05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EE5B8-9D7E-1191-5D7E-18B651674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4F4691-2186-756F-C074-6B82938F3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06ED15-1014-10D0-F189-C6659821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E8D954-E411-6017-958D-D594AA76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7D2185-9CBC-DE7F-0376-4FDE9C2A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28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FAB0AA-B020-31F2-0DBB-8E0F8F3A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150E74-2E43-5087-BB12-EBE9EF07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900CFC-C982-10EC-E346-6FCF2ED6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1602FD-844D-55D8-44A6-054A9A00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2F122E-D038-9E50-898D-C0E7709A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170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60D2EC-2F9E-42F1-1DF5-094EE25F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21F44E-09D3-E421-3EC8-78A886507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B748E9-A6F9-9B63-0526-A5AD27C4C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5F4579-0CE1-ED43-02C8-9E6DA35B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59969E-6073-AB0F-A7E2-9BE2FF3B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A4ED49-01C9-902D-9D55-B86C27D1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8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5D518A-5C9F-9627-9563-4D42CAFC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9620BA-7839-627E-057C-F94E1D463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FE53E9-AAD7-7976-6BEF-11A7F0790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783CD0-12FB-B2FE-8DCB-E508E496B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B08983-8F91-06C9-C0B8-288386BE8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BC5779-2EB8-43C7-54F5-2951CAD3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0219DE-9653-1354-B5E5-CE328169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F52EBA1-7977-0A9A-0109-5C4636F6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27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07951-0E07-B4B1-D0E6-5BF1C9E0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F06909-10C3-FA37-BCCC-3FCD6FF6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6A5AAA-ACF4-3B7E-6F50-D1863A8D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EFD67F-8082-0029-B5BB-E6904C49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789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DDDE5FA-A51A-CB52-A6A0-D1BD6503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A81A4D-52EC-0BF0-A3FE-BD0D5156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14A3A6-4176-66D4-F7C3-3A760A52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97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C5D268-095D-6643-161E-4F564CE5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7468F-3CCB-0074-E9BC-02D1C5AF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85ED93-950C-B02A-8903-543251E11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9057D9-5ACA-50B0-C8E4-39C64063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9E5A02-09A4-AF6B-D4F1-4B55059B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7A4C8B-1053-D2AB-FC45-6BAF755F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54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29F40-A96D-FEF6-BA66-A9305EB8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A44EA2-B8A8-2A89-3723-FBE593286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7956C9-1713-0947-2C50-812B7D638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2D724E-3A15-8A00-D67A-54672434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C7FD1A-53F3-1DF1-34D9-C94F54FD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280952-16E4-2262-709C-4AA06709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59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C08C7-B039-D7CA-7D3F-CDCF999E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D1A54D-6814-2FDD-7D17-E8278DE23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E94FB4-E525-DF5E-59AB-0808FDD6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3CCD74-1191-4006-F2C4-3001D846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1A4676-B37D-EF89-953E-241A39E3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425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E907A6C-A561-8731-21F7-FE3E48B8B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B888D1-3348-BA34-B54F-BB3A88DBA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CAD47E-D797-3378-E014-E61A1359F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96923C-D5A2-5B69-56F6-44FC8DF7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6E6C41-060C-2879-DA97-62FDF1EF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62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7D11327-A510-846D-DE03-967E7075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AF651-D4BF-103D-C535-336819150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B55FEE-3D6D-2786-DADF-52AD38275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1CEEB-663D-4459-A1EC-85D78EF2C613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545E4B-C2DD-D217-4753-5C98306F4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4DD7B1-1F6D-09D2-DB47-BCDC45DBE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72141-34A7-48BD-B8D4-FAF8F6D740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64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onnx/pull/720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xadupre.github.io/docs/onnx-light/index.html" TargetMode="External"/><Relationship Id="rId2" Type="http://schemas.openxmlformats.org/officeDocument/2006/relationships/hyperlink" Target="https://github.com/xadupre/onnx-ligh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xadupre.github.io/dashboard/onnx-light/shape-inference-coverage.html" TargetMode="External"/><Relationship Id="rId5" Type="http://schemas.openxmlformats.org/officeDocument/2006/relationships/hyperlink" Target="https://xadupre.github.io/dashboard/onnx-light/backend-test-coverage.html" TargetMode="External"/><Relationship Id="rId4" Type="http://schemas.openxmlformats.org/officeDocument/2006/relationships/hyperlink" Target="https://xadupre.github.io/dashboard/onnx/backend-test-coverag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F5046-1732-C922-A1CD-322351306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onnx</a:t>
            </a:r>
            <a:r>
              <a:rPr lang="fr-FR" dirty="0"/>
              <a:t>-light</a:t>
            </a:r>
            <a:br>
              <a:rPr lang="fr-FR" dirty="0"/>
            </a:br>
            <a:r>
              <a:rPr lang="fr-FR" dirty="0" err="1"/>
              <a:t>onnx</a:t>
            </a:r>
            <a:r>
              <a:rPr lang="fr-FR" dirty="0"/>
              <a:t> </a:t>
            </a:r>
            <a:r>
              <a:rPr lang="fr-FR" dirty="0" err="1"/>
              <a:t>protobuf</a:t>
            </a:r>
            <a:r>
              <a:rPr lang="fr-FR" dirty="0"/>
              <a:t> free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0EE82D-14CB-B98F-761A-9EE2C2685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C++ only</a:t>
            </a:r>
          </a:p>
          <a:p>
            <a:r>
              <a:rPr lang="fr-FR" dirty="0" err="1"/>
              <a:t>parallelized</a:t>
            </a:r>
            <a:endParaRPr lang="fr-FR" dirty="0"/>
          </a:p>
          <a:p>
            <a:r>
              <a:rPr lang="fr-FR" dirty="0"/>
              <a:t>…</a:t>
            </a:r>
          </a:p>
          <a:p>
            <a:r>
              <a:rPr lang="fr-FR" dirty="0"/>
              <a:t>Xavier Dupré</a:t>
            </a:r>
          </a:p>
        </p:txBody>
      </p:sp>
    </p:spTree>
    <p:extLst>
      <p:ext uri="{BB962C8B-B14F-4D97-AF65-F5344CB8AC3E}">
        <p14:creationId xmlns:p14="http://schemas.microsoft.com/office/powerpoint/2010/main" val="163297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901EBA-50A7-9A34-3792-E77E20AB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Protobuf</a:t>
            </a:r>
            <a:r>
              <a:rPr lang="fr-FR" dirty="0"/>
              <a:t>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B77741-DA43-11EA-49BE-0B142FDC6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196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Since I </a:t>
            </a:r>
            <a:r>
              <a:rPr lang="fr-FR" dirty="0" err="1"/>
              <a:t>started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journey</a:t>
            </a:r>
            <a:r>
              <a:rPr lang="fr-FR" dirty="0"/>
              <a:t> on ONNX, </a:t>
            </a:r>
            <a:r>
              <a:rPr lang="fr-FR" dirty="0" err="1"/>
              <a:t>protobuf</a:t>
            </a:r>
            <a:r>
              <a:rPr lang="fr-FR" dirty="0"/>
              <a:t> has always been a pain:</a:t>
            </a:r>
          </a:p>
          <a:p>
            <a:r>
              <a:rPr lang="fr-FR" dirty="0" err="1"/>
              <a:t>Frequent</a:t>
            </a:r>
            <a:r>
              <a:rPr lang="fr-FR" dirty="0"/>
              <a:t> </a:t>
            </a:r>
            <a:r>
              <a:rPr lang="fr-FR" dirty="0" err="1"/>
              <a:t>conflicts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installed</a:t>
            </a:r>
            <a:r>
              <a:rPr lang="fr-FR" dirty="0"/>
              <a:t> version and the one </a:t>
            </a:r>
            <a:r>
              <a:rPr lang="fr-FR" dirty="0" err="1"/>
              <a:t>used</a:t>
            </a:r>
            <a:r>
              <a:rPr lang="fr-FR" dirty="0"/>
              <a:t> by ONNX</a:t>
            </a:r>
          </a:p>
          <a:p>
            <a:r>
              <a:rPr lang="fr-FR" dirty="0" err="1"/>
              <a:t>Unable</a:t>
            </a:r>
            <a:r>
              <a:rPr lang="fr-FR" dirty="0"/>
              <a:t> to switch from Python to C++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serialization</a:t>
            </a:r>
            <a:endParaRPr lang="fr-FR" dirty="0"/>
          </a:p>
          <a:p>
            <a:r>
              <a:rPr lang="fr-FR" dirty="0" err="1"/>
              <a:t>Complex</a:t>
            </a:r>
            <a:r>
              <a:rPr lang="fr-FR" dirty="0"/>
              <a:t> compilation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generate</a:t>
            </a:r>
            <a:r>
              <a:rPr lang="fr-FR" dirty="0"/>
              <a:t> a header first.</a:t>
            </a:r>
          </a:p>
          <a:p>
            <a:r>
              <a:rPr lang="fr-FR" dirty="0" err="1"/>
              <a:t>Unable</a:t>
            </a:r>
            <a:r>
              <a:rPr lang="fr-FR" dirty="0"/>
              <a:t> to </a:t>
            </a:r>
            <a:r>
              <a:rPr lang="fr-FR" dirty="0" err="1"/>
              <a:t>extend</a:t>
            </a:r>
            <a:r>
              <a:rPr lang="fr-FR" dirty="0"/>
              <a:t> the API.</a:t>
            </a:r>
          </a:p>
          <a:p>
            <a:r>
              <a:rPr lang="fr-FR" dirty="0"/>
              <a:t>2 Gb limitation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4D94E6A-A867-F07A-5AAA-F329CCBA8AE1}"/>
              </a:ext>
            </a:extLst>
          </p:cNvPr>
          <p:cNvSpPr txBox="1"/>
          <p:nvPr/>
        </p:nvSpPr>
        <p:spPr>
          <a:xfrm>
            <a:off x="7140633" y="5908100"/>
            <a:ext cx="341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/>
              <a:t>Let’s</a:t>
            </a:r>
            <a:r>
              <a:rPr lang="fr-FR" sz="3200" b="1" dirty="0"/>
              <a:t> </a:t>
            </a:r>
            <a:r>
              <a:rPr lang="fr-FR" sz="3200" b="1" dirty="0" err="1"/>
              <a:t>try</a:t>
            </a:r>
            <a:r>
              <a:rPr lang="fr-FR" sz="3200" b="1" dirty="0"/>
              <a:t> </a:t>
            </a:r>
            <a:r>
              <a:rPr lang="fr-FR" sz="3200" b="1" dirty="0" err="1"/>
              <a:t>without</a:t>
            </a:r>
            <a:r>
              <a:rPr lang="fr-FR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93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B3EBF-3A7F-A7EC-2FDC-CDE5D17E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First question?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A2D4DB-4F64-141F-8010-CFD2DE5B6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6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Can </a:t>
            </a:r>
            <a:r>
              <a:rPr lang="fr-FR" dirty="0" err="1"/>
              <a:t>we</a:t>
            </a:r>
            <a:r>
              <a:rPr lang="fr-FR" dirty="0"/>
              <a:t> do </a:t>
            </a:r>
            <a:r>
              <a:rPr lang="fr-FR" dirty="0" err="1"/>
              <a:t>protobuf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protobuf</a:t>
            </a:r>
            <a:r>
              <a:rPr lang="fr-FR" dirty="0"/>
              <a:t>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hlinkClick r:id="rId3"/>
              </a:rPr>
              <a:t>ONNX2: prototype for a replacement of </a:t>
            </a:r>
            <a:r>
              <a:rPr lang="fr-FR" dirty="0" err="1">
                <a:hlinkClick r:id="rId3"/>
              </a:rPr>
              <a:t>protobuf</a:t>
            </a:r>
            <a:r>
              <a:rPr lang="fr-FR" dirty="0">
                <a:hlinkClick r:id="rId3"/>
              </a:rPr>
              <a:t> = </a:t>
            </a:r>
            <a:r>
              <a:rPr lang="fr-FR" dirty="0" err="1">
                <a:hlinkClick r:id="rId3"/>
              </a:rPr>
              <a:t>same</a:t>
            </a:r>
            <a:r>
              <a:rPr lang="fr-FR" dirty="0">
                <a:hlinkClick r:id="rId3"/>
              </a:rPr>
              <a:t> API, </a:t>
            </a:r>
            <a:r>
              <a:rPr lang="fr-FR" dirty="0" err="1">
                <a:hlinkClick r:id="rId3"/>
              </a:rPr>
              <a:t>same</a:t>
            </a:r>
            <a:r>
              <a:rPr lang="fr-FR" dirty="0">
                <a:hlinkClick r:id="rId3"/>
              </a:rPr>
              <a:t> format as ONNX but </a:t>
            </a:r>
            <a:r>
              <a:rPr lang="fr-FR" dirty="0" err="1">
                <a:hlinkClick r:id="rId3"/>
              </a:rPr>
              <a:t>without</a:t>
            </a:r>
            <a:r>
              <a:rPr lang="fr-FR" dirty="0">
                <a:hlinkClick r:id="rId3"/>
              </a:rPr>
              <a:t> </a:t>
            </a:r>
            <a:r>
              <a:rPr lang="fr-FR" dirty="0" err="1">
                <a:hlinkClick r:id="rId3"/>
              </a:rPr>
              <a:t>protobuf</a:t>
            </a:r>
            <a:r>
              <a:rPr lang="fr-FR" dirty="0">
                <a:hlinkClick r:id="rId3"/>
              </a:rPr>
              <a:t> by </a:t>
            </a:r>
            <a:r>
              <a:rPr lang="fr-FR" dirty="0" err="1">
                <a:hlinkClick r:id="rId3"/>
              </a:rPr>
              <a:t>xadupre</a:t>
            </a:r>
            <a:r>
              <a:rPr lang="fr-FR" dirty="0">
                <a:hlinkClick r:id="rId3"/>
              </a:rPr>
              <a:t> · Pull </a:t>
            </a:r>
            <a:r>
              <a:rPr lang="fr-FR" dirty="0" err="1">
                <a:hlinkClick r:id="rId3"/>
              </a:rPr>
              <a:t>Request</a:t>
            </a:r>
            <a:r>
              <a:rPr lang="fr-FR" dirty="0">
                <a:hlinkClick r:id="rId3"/>
              </a:rPr>
              <a:t> #7208 · </a:t>
            </a:r>
            <a:r>
              <a:rPr lang="fr-FR" dirty="0" err="1">
                <a:hlinkClick r:id="rId3"/>
              </a:rPr>
              <a:t>onnx</a:t>
            </a:r>
            <a:r>
              <a:rPr lang="fr-FR" dirty="0">
                <a:hlinkClick r:id="rId3"/>
              </a:rPr>
              <a:t>/</a:t>
            </a:r>
            <a:r>
              <a:rPr lang="fr-FR" dirty="0" err="1">
                <a:hlinkClick r:id="rId3"/>
              </a:rPr>
              <a:t>onnx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So </a:t>
            </a:r>
            <a:r>
              <a:rPr lang="fr-FR" dirty="0" err="1"/>
              <a:t>it</a:t>
            </a:r>
            <a:r>
              <a:rPr lang="fr-FR" dirty="0"/>
              <a:t> is possible.</a:t>
            </a:r>
          </a:p>
          <a:p>
            <a:pPr marL="0" indent="0">
              <a:buNone/>
            </a:pPr>
            <a:r>
              <a:rPr lang="fr-FR" dirty="0" err="1"/>
              <a:t>What’s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? Smooth rewriting or </a:t>
            </a:r>
            <a:r>
              <a:rPr lang="fr-FR" dirty="0" err="1"/>
              <a:t>complete</a:t>
            </a:r>
            <a:r>
              <a:rPr lang="fr-FR" dirty="0"/>
              <a:t> rewriting from scratch?</a:t>
            </a:r>
          </a:p>
          <a:p>
            <a:pPr marL="0" indent="0">
              <a:buNone/>
            </a:pPr>
            <a:r>
              <a:rPr lang="fr-FR" dirty="0"/>
              <a:t>Maybe </a:t>
            </a:r>
            <a:r>
              <a:rPr lang="fr-FR" dirty="0" err="1"/>
              <a:t>two</a:t>
            </a:r>
            <a:r>
              <a:rPr lang="fr-FR" dirty="0"/>
              <a:t> ONNX are </a:t>
            </a:r>
            <a:r>
              <a:rPr lang="fr-FR" dirty="0" err="1"/>
              <a:t>better</a:t>
            </a:r>
            <a:r>
              <a:rPr lang="fr-FR" dirty="0"/>
              <a:t>: </a:t>
            </a:r>
            <a:r>
              <a:rPr lang="fr-FR" dirty="0" err="1"/>
              <a:t>users</a:t>
            </a:r>
            <a:r>
              <a:rPr lang="fr-FR" dirty="0"/>
              <a:t> can </a:t>
            </a:r>
            <a:r>
              <a:rPr lang="fr-FR" dirty="0" err="1"/>
              <a:t>implement</a:t>
            </a:r>
            <a:r>
              <a:rPr lang="fr-FR" dirty="0"/>
              <a:t> a switch and check </a:t>
            </a:r>
            <a:r>
              <a:rPr lang="fr-FR" dirty="0" err="1"/>
              <a:t>both</a:t>
            </a:r>
            <a:r>
              <a:rPr lang="fr-FR" dirty="0"/>
              <a:t> at the </a:t>
            </a:r>
            <a:r>
              <a:rPr lang="fr-FR" dirty="0" err="1"/>
              <a:t>same</a:t>
            </a:r>
            <a:r>
              <a:rPr lang="fr-FR" dirty="0"/>
              <a:t> time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introducing</a:t>
            </a:r>
            <a:r>
              <a:rPr lang="fr-FR" dirty="0"/>
              <a:t> major </a:t>
            </a:r>
            <a:r>
              <a:rPr lang="fr-FR" dirty="0" err="1"/>
              <a:t>breaking</a:t>
            </a:r>
            <a:r>
              <a:rPr lang="fr-FR" dirty="0"/>
              <a:t> changes. </a:t>
            </a:r>
            <a:r>
              <a:rPr lang="fr-FR" b="1" dirty="0" err="1"/>
              <a:t>Let’s</a:t>
            </a:r>
            <a:r>
              <a:rPr lang="fr-FR" b="1" dirty="0"/>
              <a:t> rewrite.</a:t>
            </a:r>
          </a:p>
        </p:txBody>
      </p:sp>
    </p:spTree>
    <p:extLst>
      <p:ext uri="{BB962C8B-B14F-4D97-AF65-F5344CB8AC3E}">
        <p14:creationId xmlns:p14="http://schemas.microsoft.com/office/powerpoint/2010/main" val="144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ECD17-9FF8-DB0B-10B9-B24A5E27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 </a:t>
            </a:r>
            <a:r>
              <a:rPr lang="fr-FR" dirty="0" err="1"/>
              <a:t>protobuf</a:t>
            </a:r>
            <a:r>
              <a:rPr lang="fr-FR" dirty="0"/>
              <a:t> but </a:t>
            </a:r>
            <a:r>
              <a:rPr lang="fr-FR" dirty="0" err="1"/>
              <a:t>also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9338F2-BE0C-CFC2-77C7-EA7960DA0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9495" cy="4351338"/>
          </a:xfrm>
        </p:spPr>
        <p:txBody>
          <a:bodyPr>
            <a:normAutofit fontScale="92500" lnSpcReduction="10000"/>
          </a:bodyPr>
          <a:lstStyle/>
          <a:p>
            <a:pPr fontAlgn="ctr"/>
            <a:r>
              <a:rPr lang="fr-FR" dirty="0"/>
              <a:t>No </a:t>
            </a:r>
            <a:r>
              <a:rPr lang="fr-FR" dirty="0" err="1"/>
              <a:t>protobuf</a:t>
            </a:r>
            <a:endParaRPr lang="fr-FR" dirty="0"/>
          </a:p>
          <a:p>
            <a:pPr lvl="1" fontAlgn="ctr"/>
            <a:r>
              <a:rPr lang="fr-FR" dirty="0" err="1"/>
              <a:t>removes</a:t>
            </a:r>
            <a:r>
              <a:rPr lang="fr-FR" dirty="0"/>
              <a:t> the 2 GB limitation</a:t>
            </a:r>
          </a:p>
          <a:p>
            <a:pPr lvl="1" fontAlgn="ctr"/>
            <a:r>
              <a:rPr lang="fr-FR" dirty="0" err="1"/>
              <a:t>Parallelization</a:t>
            </a:r>
            <a:endParaRPr lang="fr-FR" dirty="0"/>
          </a:p>
          <a:p>
            <a:pPr lvl="1" fontAlgn="ctr"/>
            <a:r>
              <a:rPr lang="fr-FR" dirty="0" err="1"/>
              <a:t>Implement</a:t>
            </a:r>
            <a:r>
              <a:rPr lang="fr-FR" dirty="0"/>
              <a:t> custom </a:t>
            </a:r>
            <a:r>
              <a:rPr lang="fr-FR" dirty="0" err="1"/>
              <a:t>loading</a:t>
            </a:r>
            <a:r>
              <a:rPr lang="fr-FR" dirty="0"/>
              <a:t> </a:t>
            </a:r>
            <a:r>
              <a:rPr lang="fr-FR" dirty="0" err="1"/>
              <a:t>strategies</a:t>
            </a:r>
            <a:r>
              <a:rPr lang="fr-FR" dirty="0"/>
              <a:t> (</a:t>
            </a:r>
            <a:r>
              <a:rPr lang="fr-FR" dirty="0" err="1"/>
              <a:t>read</a:t>
            </a:r>
            <a:r>
              <a:rPr lang="fr-FR" dirty="0"/>
              <a:t> only part of a model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loading</a:t>
            </a:r>
            <a:r>
              <a:rPr lang="fr-FR" dirty="0"/>
              <a:t> the </a:t>
            </a:r>
            <a:r>
              <a:rPr lang="fr-FR" dirty="0" err="1"/>
              <a:t>entire</a:t>
            </a:r>
            <a:r>
              <a:rPr lang="fr-FR" dirty="0"/>
              <a:t> file, etc.), </a:t>
            </a:r>
            <a:r>
              <a:rPr lang="fr-FR" dirty="0" err="1"/>
              <a:t>alignment</a:t>
            </a:r>
            <a:endParaRPr lang="fr-FR" dirty="0"/>
          </a:p>
          <a:p>
            <a:pPr lvl="1" fontAlgn="ctr"/>
            <a:r>
              <a:rPr lang="fr-FR" dirty="0"/>
              <a:t>Native C++ support for </a:t>
            </a:r>
            <a:r>
              <a:rPr lang="fr-FR" dirty="0" err="1"/>
              <a:t>weight</a:t>
            </a:r>
            <a:r>
              <a:rPr lang="fr-FR" dirty="0"/>
              <a:t> files</a:t>
            </a:r>
          </a:p>
          <a:p>
            <a:pPr lvl="1" fontAlgn="ctr"/>
            <a:r>
              <a:rPr lang="fr-FR" dirty="0" err="1"/>
              <a:t>Minimize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 and </a:t>
            </a:r>
            <a:r>
              <a:rPr lang="fr-FR" dirty="0" err="1"/>
              <a:t>security</a:t>
            </a:r>
            <a:r>
              <a:rPr lang="fr-FR" dirty="0"/>
              <a:t> issues</a:t>
            </a:r>
          </a:p>
          <a:p>
            <a:pPr fontAlgn="ctr"/>
            <a:r>
              <a:rPr lang="fr-FR" dirty="0"/>
              <a:t>No </a:t>
            </a:r>
            <a:r>
              <a:rPr lang="fr-FR" dirty="0" err="1"/>
              <a:t>serialization</a:t>
            </a:r>
            <a:r>
              <a:rPr lang="fr-FR" dirty="0"/>
              <a:t> layer </a:t>
            </a:r>
            <a:r>
              <a:rPr lang="fr-FR" dirty="0" err="1"/>
              <a:t>between</a:t>
            </a:r>
            <a:r>
              <a:rPr lang="fr-FR" dirty="0"/>
              <a:t> Python and C++.</a:t>
            </a:r>
          </a:p>
          <a:p>
            <a:pPr fontAlgn="ctr"/>
            <a:r>
              <a:rPr lang="fr-FR" dirty="0" err="1"/>
              <a:t>Same</a:t>
            </a:r>
            <a:r>
              <a:rPr lang="fr-FR" dirty="0"/>
              <a:t> C++ and Python APIs</a:t>
            </a:r>
          </a:p>
          <a:p>
            <a:pPr fontAlgn="ctr"/>
            <a:r>
              <a:rPr lang="fr-FR" dirty="0"/>
              <a:t>No auto-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Markdown</a:t>
            </a:r>
            <a:r>
              <a:rPr lang="fr-FR" dirty="0"/>
              <a:t> files in the repository: no longer PR </a:t>
            </a:r>
            <a:r>
              <a:rPr lang="fr-FR" dirty="0" err="1"/>
              <a:t>with</a:t>
            </a:r>
            <a:r>
              <a:rPr lang="fr-FR" dirty="0"/>
              <a:t> 200 files </a:t>
            </a:r>
            <a:r>
              <a:rPr lang="fr-FR" dirty="0" err="1"/>
              <a:t>modified</a:t>
            </a:r>
            <a:r>
              <a:rPr lang="fr-FR" dirty="0"/>
              <a:t>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E167BE-B747-6DB2-4798-3727DDDE6FBC}"/>
              </a:ext>
            </a:extLst>
          </p:cNvPr>
          <p:cNvSpPr txBox="1"/>
          <p:nvPr/>
        </p:nvSpPr>
        <p:spPr>
          <a:xfrm>
            <a:off x="5303362" y="4660366"/>
            <a:ext cx="358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4"/>
                </a:solidFill>
              </a:rPr>
              <a:t>import </a:t>
            </a:r>
            <a:r>
              <a:rPr lang="fr-FR" i="1" dirty="0" err="1">
                <a:solidFill>
                  <a:schemeClr val="accent4"/>
                </a:solidFill>
              </a:rPr>
              <a:t>onnx_light.onnx</a:t>
            </a:r>
            <a:r>
              <a:rPr lang="fr-FR" i="1" dirty="0">
                <a:solidFill>
                  <a:schemeClr val="accent4"/>
                </a:solidFill>
              </a:rPr>
              <a:t> as </a:t>
            </a:r>
            <a:r>
              <a:rPr lang="fr-FR" i="1" dirty="0" err="1">
                <a:solidFill>
                  <a:schemeClr val="accent4"/>
                </a:solidFill>
              </a:rPr>
              <a:t>onnx</a:t>
            </a:r>
            <a:endParaRPr lang="fr-FR" i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33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39AC44-E84A-140A-87AE-1BBD0913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2374" cy="1325563"/>
          </a:xfrm>
        </p:spPr>
        <p:txBody>
          <a:bodyPr/>
          <a:lstStyle/>
          <a:p>
            <a:r>
              <a:rPr lang="fr-FR" dirty="0"/>
              <a:t>Other </a:t>
            </a:r>
            <a:r>
              <a:rPr lang="fr-FR" dirty="0" err="1"/>
              <a:t>requirements</a:t>
            </a:r>
            <a:r>
              <a:rPr lang="fr-FR" dirty="0"/>
              <a:t> (or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I’d</a:t>
            </a:r>
            <a:r>
              <a:rPr lang="fr-FR" dirty="0"/>
              <a:t> like to change)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2235C7-D536-CE26-59EB-8505F393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2375" cy="4351338"/>
          </a:xfrm>
        </p:spPr>
        <p:txBody>
          <a:bodyPr>
            <a:normAutofit/>
          </a:bodyPr>
          <a:lstStyle/>
          <a:p>
            <a:pPr fontAlgn="ctr"/>
            <a:r>
              <a:rPr lang="fr-FR" dirty="0"/>
              <a:t>No backend tests </a:t>
            </a:r>
            <a:r>
              <a:rPr lang="fr-FR" dirty="0" err="1"/>
              <a:t>stored</a:t>
            </a:r>
            <a:r>
              <a:rPr lang="fr-FR" dirty="0"/>
              <a:t> as files: backend tests </a:t>
            </a:r>
            <a:r>
              <a:rPr lang="fr-FR" dirty="0" err="1"/>
              <a:t>implemented</a:t>
            </a:r>
            <a:r>
              <a:rPr lang="fr-FR" dirty="0"/>
              <a:t> as C++ </a:t>
            </a:r>
            <a:r>
              <a:rPr lang="fr-FR" dirty="0" err="1"/>
              <a:t>functions</a:t>
            </a:r>
            <a:r>
              <a:rPr lang="fr-FR" dirty="0"/>
              <a:t>.</a:t>
            </a:r>
          </a:p>
          <a:p>
            <a:pPr fontAlgn="ctr"/>
            <a:r>
              <a:rPr lang="fr-FR" dirty="0"/>
              <a:t>Backend tests are </a:t>
            </a:r>
            <a:r>
              <a:rPr lang="fr-FR" dirty="0" err="1"/>
              <a:t>generated</a:t>
            </a:r>
            <a:r>
              <a:rPr lang="fr-FR" dirty="0"/>
              <a:t> from a </a:t>
            </a:r>
            <a:r>
              <a:rPr lang="fr-FR" dirty="0" err="1"/>
              <a:t>shared</a:t>
            </a:r>
            <a:r>
              <a:rPr lang="fr-FR" dirty="0"/>
              <a:t> </a:t>
            </a:r>
            <a:r>
              <a:rPr lang="fr-FR" dirty="0" err="1"/>
              <a:t>random</a:t>
            </a:r>
            <a:r>
              <a:rPr lang="fr-FR" dirty="0"/>
              <a:t> test suite</a:t>
            </a:r>
          </a:p>
          <a:p>
            <a:pPr fontAlgn="ctr"/>
            <a:r>
              <a:rPr lang="fr-FR" dirty="0" err="1"/>
              <a:t>Expected</a:t>
            </a:r>
            <a:r>
              <a:rPr lang="fr-FR" dirty="0"/>
              <a:t> outputs are </a:t>
            </a:r>
            <a:r>
              <a:rPr lang="fr-FR" dirty="0" err="1"/>
              <a:t>produced</a:t>
            </a:r>
            <a:r>
              <a:rPr lang="fr-FR" dirty="0"/>
              <a:t> by C++ kernels.</a:t>
            </a:r>
          </a:p>
          <a:p>
            <a:pPr fontAlgn="ctr"/>
            <a:r>
              <a:rPr lang="fr-FR" dirty="0"/>
              <a:t>Kernels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parallelized</a:t>
            </a:r>
            <a:r>
              <a:rPr lang="fr-FR" dirty="0"/>
              <a:t> except </a:t>
            </a:r>
            <a:r>
              <a:rPr lang="fr-FR" dirty="0" err="1"/>
              <a:t>reductions</a:t>
            </a:r>
            <a:r>
              <a:rPr lang="fr-FR" dirty="0"/>
              <a:t> to </a:t>
            </a:r>
            <a:r>
              <a:rPr lang="fr-FR" dirty="0" err="1"/>
              <a:t>ensure</a:t>
            </a:r>
            <a:r>
              <a:rPr lang="fr-FR" dirty="0"/>
              <a:t> </a:t>
            </a:r>
            <a:r>
              <a:rPr lang="fr-FR" dirty="0" err="1"/>
              <a:t>deterministic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.</a:t>
            </a:r>
          </a:p>
          <a:p>
            <a:pPr fontAlgn="ctr"/>
            <a:r>
              <a:rPr lang="fr-FR" dirty="0"/>
              <a:t>Flexible C++ </a:t>
            </a:r>
            <a:r>
              <a:rPr lang="fr-FR" dirty="0" err="1"/>
              <a:t>linking</a:t>
            </a:r>
            <a:r>
              <a:rPr lang="fr-FR" dirty="0"/>
              <a:t>: </a:t>
            </a:r>
            <a:r>
              <a:rPr lang="fr-FR" dirty="0" err="1"/>
              <a:t>users</a:t>
            </a:r>
            <a:r>
              <a:rPr lang="fr-FR" dirty="0"/>
              <a:t> can link only the </a:t>
            </a:r>
            <a:r>
              <a:rPr lang="fr-FR" dirty="0" err="1"/>
              <a:t>reading</a:t>
            </a:r>
            <a:r>
              <a:rPr lang="fr-FR" dirty="0"/>
              <a:t>/</a:t>
            </a:r>
            <a:r>
              <a:rPr lang="fr-FR" dirty="0" err="1"/>
              <a:t>writing</a:t>
            </a:r>
            <a:r>
              <a:rPr lang="fr-FR" dirty="0"/>
              <a:t>/</a:t>
            </a:r>
            <a:r>
              <a:rPr lang="fr-FR" dirty="0" err="1"/>
              <a:t>serialization</a:t>
            </a:r>
            <a:r>
              <a:rPr lang="fr-FR" dirty="0"/>
              <a:t> components, or </a:t>
            </a:r>
            <a:r>
              <a:rPr lang="fr-FR" dirty="0" err="1"/>
              <a:t>include</a:t>
            </a:r>
            <a:r>
              <a:rPr lang="fr-FR" dirty="0"/>
              <a:t> </a:t>
            </a:r>
            <a:r>
              <a:rPr lang="fr-FR" dirty="0" err="1"/>
              <a:t>schemas</a:t>
            </a:r>
            <a:r>
              <a:rPr lang="fr-FR" dirty="0"/>
              <a:t>, kernels, and/or backend tests as </a:t>
            </a:r>
            <a:r>
              <a:rPr lang="fr-FR" dirty="0" err="1"/>
              <a:t>needed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5826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32BD1-BA68-D319-FC5D-9E00499A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And </a:t>
            </a:r>
            <a:r>
              <a:rPr lang="fr-FR" dirty="0" err="1"/>
              <a:t>Symbolic</a:t>
            </a:r>
            <a:r>
              <a:rPr lang="fr-FR" dirty="0"/>
              <a:t> Shape </a:t>
            </a:r>
            <a:r>
              <a:rPr lang="fr-FR" dirty="0" err="1"/>
              <a:t>Inference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8E8F23-40BB-5909-608A-2DE794ADC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16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symbolic</a:t>
            </a:r>
            <a:r>
              <a:rPr lang="fr-FR" dirty="0"/>
              <a:t> </a:t>
            </a:r>
            <a:r>
              <a:rPr lang="fr-FR" dirty="0" err="1"/>
              <a:t>shapes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unk__0, unk__1…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0572AB-4C9A-EEF6-7C48-4934D48E7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920" y="83127"/>
            <a:ext cx="3432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7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3F670-9F5C-A8A2-74CE-301EAA9C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did</a:t>
            </a:r>
            <a:r>
              <a:rPr lang="fr-FR" dirty="0"/>
              <a:t> I </a:t>
            </a:r>
            <a:r>
              <a:rPr lang="fr-FR" dirty="0" err="1"/>
              <a:t>get</a:t>
            </a:r>
            <a:r>
              <a:rPr lang="fr-FR" dirty="0"/>
              <a:t>?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196A64-BDC0-E9F6-3412-01E6B9472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07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6BF35C-6617-A27E-2157-4749013A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Core </a:t>
            </a:r>
            <a:r>
              <a:rPr lang="fr-FR" dirty="0" err="1"/>
              <a:t>pieces</a:t>
            </a:r>
            <a:r>
              <a:rPr lang="fr-FR" dirty="0"/>
              <a:t>: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endParaRPr lang="fr-FR" dirty="0"/>
          </a:p>
        </p:txBody>
      </p:sp>
      <p:pic>
        <p:nvPicPr>
          <p:cNvPr id="4" name="Graphique 3" descr="Dependency graph between the onnx-light C++ libraries">
            <a:extLst>
              <a:ext uri="{FF2B5EF4-FFF2-40B4-BE49-F238E27FC236}">
                <a16:creationId xmlns:a16="http://schemas.microsoft.com/office/drawing/2014/main" id="{9DACCCE4-57F8-8A82-33EF-6074DAA14E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3491" y="1690688"/>
            <a:ext cx="4962525" cy="38385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42EC4B9-AC52-F143-9C0A-08B262CD489D}"/>
              </a:ext>
            </a:extLst>
          </p:cNvPr>
          <p:cNvSpPr txBox="1"/>
          <p:nvPr/>
        </p:nvSpPr>
        <p:spPr>
          <a:xfrm>
            <a:off x="6353694" y="5770332"/>
            <a:ext cx="273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Parse and </a:t>
            </a:r>
            <a:r>
              <a:rPr lang="fr-FR" dirty="0" err="1"/>
              <a:t>serialize</a:t>
            </a:r>
            <a:r>
              <a:rPr lang="fr-FR" dirty="0"/>
              <a:t>, no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(1.5Mb)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1D894BB-E140-4D2B-3A92-463505D0E2C7}"/>
              </a:ext>
            </a:extLst>
          </p:cNvPr>
          <p:cNvCxnSpPr/>
          <p:nvPr/>
        </p:nvCxnSpPr>
        <p:spPr>
          <a:xfrm>
            <a:off x="6583680" y="5529263"/>
            <a:ext cx="573578" cy="281333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36A376A7-548F-CB4A-DFE2-E65B835337F3}"/>
              </a:ext>
            </a:extLst>
          </p:cNvPr>
          <p:cNvSpPr txBox="1"/>
          <p:nvPr/>
        </p:nvSpPr>
        <p:spPr>
          <a:xfrm>
            <a:off x="375750" y="2690135"/>
            <a:ext cx="273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Existing</a:t>
            </a:r>
            <a:r>
              <a:rPr lang="fr-FR" dirty="0"/>
              <a:t> C++ </a:t>
            </a:r>
            <a:r>
              <a:rPr lang="fr-FR" dirty="0" err="1"/>
              <a:t>onnx</a:t>
            </a:r>
            <a:r>
              <a:rPr lang="fr-FR" dirty="0"/>
              <a:t> </a:t>
            </a:r>
            <a:r>
              <a:rPr lang="fr-FR" dirty="0" err="1"/>
              <a:t>library</a:t>
            </a:r>
            <a:r>
              <a:rPr lang="fr-FR" dirty="0"/>
              <a:t>, no change (5Mb)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CB6BEDD-1E6F-A932-3B13-E57482DAE052}"/>
              </a:ext>
            </a:extLst>
          </p:cNvPr>
          <p:cNvCxnSpPr>
            <a:cxnSpLocks/>
          </p:cNvCxnSpPr>
          <p:nvPr/>
        </p:nvCxnSpPr>
        <p:spPr>
          <a:xfrm flipH="1">
            <a:off x="2814034" y="3078051"/>
            <a:ext cx="592428" cy="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C09A637-B6BE-9555-A8D3-19993F07BFCB}"/>
              </a:ext>
            </a:extLst>
          </p:cNvPr>
          <p:cNvSpPr txBox="1"/>
          <p:nvPr/>
        </p:nvSpPr>
        <p:spPr>
          <a:xfrm>
            <a:off x="8620375" y="3609975"/>
            <a:ext cx="1985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Light Schema (2Mb) (not </a:t>
            </a:r>
            <a:r>
              <a:rPr lang="fr-FR" dirty="0" err="1"/>
              <a:t>loaded</a:t>
            </a:r>
            <a:r>
              <a:rPr lang="fr-FR" dirty="0"/>
              <a:t> as </a:t>
            </a:r>
            <a:r>
              <a:rPr lang="fr-FR" dirty="0" err="1"/>
              <a:t>static</a:t>
            </a:r>
            <a:r>
              <a:rPr lang="fr-FR" dirty="0"/>
              <a:t> variable)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A96B776-E521-832A-37AF-D0673AAA7617}"/>
              </a:ext>
            </a:extLst>
          </p:cNvPr>
          <p:cNvCxnSpPr>
            <a:cxnSpLocks/>
          </p:cNvCxnSpPr>
          <p:nvPr/>
        </p:nvCxnSpPr>
        <p:spPr>
          <a:xfrm flipH="1">
            <a:off x="3108101" y="4338034"/>
            <a:ext cx="1423116" cy="42137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D8CEE087-A152-C2A5-3CAC-85D1AAD0DFD2}"/>
              </a:ext>
            </a:extLst>
          </p:cNvPr>
          <p:cNvSpPr txBox="1"/>
          <p:nvPr/>
        </p:nvSpPr>
        <p:spPr>
          <a:xfrm>
            <a:off x="1496212" y="4701121"/>
            <a:ext cx="1764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Graph manipulations (0.6 Mb)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E9AAC2B6-984B-A371-007D-1CE2494A11CC}"/>
              </a:ext>
            </a:extLst>
          </p:cNvPr>
          <p:cNvCxnSpPr>
            <a:cxnSpLocks/>
          </p:cNvCxnSpPr>
          <p:nvPr/>
        </p:nvCxnSpPr>
        <p:spPr>
          <a:xfrm>
            <a:off x="8133008" y="4127679"/>
            <a:ext cx="573110" cy="1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F533B5E1-C8C7-FF3F-CCA7-3300615ECBA4}"/>
              </a:ext>
            </a:extLst>
          </p:cNvPr>
          <p:cNvSpPr txBox="1"/>
          <p:nvPr/>
        </p:nvSpPr>
        <p:spPr>
          <a:xfrm>
            <a:off x="8942116" y="2754884"/>
            <a:ext cx="1985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New Shape </a:t>
            </a:r>
            <a:r>
              <a:rPr lang="fr-FR" dirty="0" err="1"/>
              <a:t>Inference</a:t>
            </a:r>
            <a:r>
              <a:rPr lang="fr-FR" dirty="0"/>
              <a:t> (1.5Mb)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3A48809-B65E-0794-BE83-8AF0E89C9D19}"/>
              </a:ext>
            </a:extLst>
          </p:cNvPr>
          <p:cNvSpPr txBox="1"/>
          <p:nvPr/>
        </p:nvSpPr>
        <p:spPr>
          <a:xfrm>
            <a:off x="8748777" y="1771984"/>
            <a:ext cx="1542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C++ Kernels (4.8 Mb)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5FE631A-FBF3-F368-9705-F9F8D5D09FEE}"/>
              </a:ext>
            </a:extLst>
          </p:cNvPr>
          <p:cNvCxnSpPr>
            <a:cxnSpLocks/>
          </p:cNvCxnSpPr>
          <p:nvPr/>
        </p:nvCxnSpPr>
        <p:spPr>
          <a:xfrm>
            <a:off x="8369006" y="3078050"/>
            <a:ext cx="573110" cy="1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51FBE8D2-05A1-798C-F1A5-727A9525FC97}"/>
              </a:ext>
            </a:extLst>
          </p:cNvPr>
          <p:cNvCxnSpPr>
            <a:cxnSpLocks/>
          </p:cNvCxnSpPr>
          <p:nvPr/>
        </p:nvCxnSpPr>
        <p:spPr>
          <a:xfrm flipV="1">
            <a:off x="6483927" y="2094969"/>
            <a:ext cx="2136448" cy="65991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79E72062-7C8D-1186-C538-C5E16C005819}"/>
              </a:ext>
            </a:extLst>
          </p:cNvPr>
          <p:cNvSpPr txBox="1"/>
          <p:nvPr/>
        </p:nvSpPr>
        <p:spPr>
          <a:xfrm>
            <a:off x="1496212" y="1546143"/>
            <a:ext cx="1542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2000+ C++ Backend tests (7 Mb)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7718946-D5EB-7259-4569-114266BA53EB}"/>
              </a:ext>
            </a:extLst>
          </p:cNvPr>
          <p:cNvCxnSpPr>
            <a:cxnSpLocks/>
            <a:endCxn id="35" idx="3"/>
          </p:cNvCxnSpPr>
          <p:nvPr/>
        </p:nvCxnSpPr>
        <p:spPr>
          <a:xfrm flipH="1" flipV="1">
            <a:off x="3038591" y="2007808"/>
            <a:ext cx="1492626" cy="2061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32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1C82D-F816-BCFD-0FD1-808AB337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Parsing</a:t>
            </a:r>
            <a:r>
              <a:rPr lang="fr-FR" dirty="0"/>
              <a:t> and </a:t>
            </a:r>
            <a:r>
              <a:rPr lang="fr-FR" dirty="0" err="1"/>
              <a:t>Serializing</a:t>
            </a:r>
            <a:r>
              <a:rPr lang="fr-FR" dirty="0"/>
              <a:t> Options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226137A-12AA-5E50-AFCE-CBC90698321E}"/>
              </a:ext>
            </a:extLst>
          </p:cNvPr>
          <p:cNvSpPr txBox="1"/>
          <p:nvPr/>
        </p:nvSpPr>
        <p:spPr>
          <a:xfrm>
            <a:off x="838200" y="1913549"/>
            <a:ext cx="55376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Data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aligned</a:t>
            </a:r>
            <a:r>
              <a:rPr lang="fr-FR" dirty="0"/>
              <a:t> when </a:t>
            </a:r>
            <a:r>
              <a:rPr lang="fr-FR" dirty="0" err="1"/>
              <a:t>loading</a:t>
            </a:r>
            <a:r>
              <a:rPr lang="fr-FR" dirty="0"/>
              <a:t> </a:t>
            </a:r>
            <a:r>
              <a:rPr lang="fr-FR" dirty="0" err="1"/>
              <a:t>tensor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Parallelization</a:t>
            </a:r>
            <a:r>
              <a:rPr lang="fr-FR" dirty="0"/>
              <a:t> is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Onnxruntime</a:t>
            </a:r>
            <a:r>
              <a:rPr lang="fr-FR" dirty="0"/>
              <a:t> </a:t>
            </a:r>
            <a:r>
              <a:rPr lang="fr-FR" dirty="0" err="1"/>
              <a:t>flatbuffers</a:t>
            </a:r>
            <a:r>
              <a:rPr lang="fr-FR" dirty="0"/>
              <a:t> is </a:t>
            </a:r>
            <a:r>
              <a:rPr lang="fr-FR" dirty="0" err="1"/>
              <a:t>supported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More </a:t>
            </a:r>
            <a:r>
              <a:rPr lang="fr-FR" dirty="0" err="1"/>
              <a:t>secure</a:t>
            </a:r>
            <a:r>
              <a:rPr lang="fr-FR" dirty="0"/>
              <a:t>: </a:t>
            </a:r>
            <a:r>
              <a:rPr lang="fr-FR" dirty="0" err="1"/>
              <a:t>limit</a:t>
            </a:r>
            <a:r>
              <a:rPr lang="fr-FR" dirty="0"/>
              <a:t> </a:t>
            </a:r>
            <a:r>
              <a:rPr lang="fr-FR" dirty="0" err="1"/>
              <a:t>recursivity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Other scenarios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implemented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 callback to </a:t>
            </a:r>
            <a:r>
              <a:rPr lang="fr-FR" dirty="0" err="1"/>
              <a:t>allocate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on GPU or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memory.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3C3456-9454-C7BD-1FD1-CF27DDB08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292" y="1959269"/>
            <a:ext cx="4824712" cy="20308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A26B5FA-EAF4-1FDE-AB2B-2D192DDB9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292" y="4490264"/>
            <a:ext cx="4839406" cy="139089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A7A48A7-2EA7-75EE-906D-24CBAEFBE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542" y="4167735"/>
            <a:ext cx="3417923" cy="255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0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04F72-6792-4DDA-1A98-578E0848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kernel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FEDA3F5-A51C-D498-B556-74BB6756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44" y="1812175"/>
            <a:ext cx="5649660" cy="331516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7EF5734-2B42-9766-9942-1C707D96E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781" y="1812175"/>
            <a:ext cx="5687219" cy="298174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C2996EC-75BF-8B66-AE70-5B6EADD7B048}"/>
              </a:ext>
            </a:extLst>
          </p:cNvPr>
          <p:cNvSpPr txBox="1"/>
          <p:nvPr/>
        </p:nvSpPr>
        <p:spPr>
          <a:xfrm>
            <a:off x="838200" y="5494713"/>
            <a:ext cx="316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Simple kernel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CF351BE-E7FC-1204-F3E4-E9E191543CAD}"/>
              </a:ext>
            </a:extLst>
          </p:cNvPr>
          <p:cNvSpPr txBox="1"/>
          <p:nvPr/>
        </p:nvSpPr>
        <p:spPr>
          <a:xfrm>
            <a:off x="6858950" y="5127337"/>
            <a:ext cx="3160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Dispatch </a:t>
            </a:r>
            <a:r>
              <a:rPr lang="fr-FR" dirty="0" err="1"/>
              <a:t>mechanism</a:t>
            </a:r>
            <a:r>
              <a:rPr lang="fr-FR" dirty="0"/>
              <a:t> to support all types.</a:t>
            </a:r>
          </a:p>
        </p:txBody>
      </p:sp>
    </p:spTree>
    <p:extLst>
      <p:ext uri="{BB962C8B-B14F-4D97-AF65-F5344CB8AC3E}">
        <p14:creationId xmlns:p14="http://schemas.microsoft.com/office/powerpoint/2010/main" val="18062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2B2D4-1B0F-ACD0-7930-D7CF7588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CB104F-AE81-393D-B076-23CB492C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Backend test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53349AA-E429-855A-8903-7E550F5C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400" y="1820421"/>
            <a:ext cx="5820587" cy="438211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9158EE7-2D71-8B3A-9C07-8CCD9C5C602A}"/>
              </a:ext>
            </a:extLst>
          </p:cNvPr>
          <p:cNvSpPr txBox="1"/>
          <p:nvPr/>
        </p:nvSpPr>
        <p:spPr>
          <a:xfrm>
            <a:off x="1014152" y="3025833"/>
            <a:ext cx="2851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Very </a:t>
            </a:r>
            <a:r>
              <a:rPr lang="fr-FR" dirty="0" err="1"/>
              <a:t>similar</a:t>
            </a:r>
            <a:r>
              <a:rPr lang="fr-FR" dirty="0"/>
              <a:t> to the </a:t>
            </a:r>
            <a:r>
              <a:rPr lang="fr-FR" dirty="0" err="1"/>
              <a:t>existing</a:t>
            </a:r>
            <a:r>
              <a:rPr lang="fr-FR" dirty="0"/>
              <a:t> </a:t>
            </a:r>
            <a:r>
              <a:rPr lang="fr-FR" dirty="0" err="1"/>
              <a:t>ones</a:t>
            </a:r>
            <a:r>
              <a:rPr lang="fr-FR" dirty="0"/>
              <a:t> except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file.</a:t>
            </a:r>
          </a:p>
        </p:txBody>
      </p:sp>
    </p:spTree>
    <p:extLst>
      <p:ext uri="{BB962C8B-B14F-4D97-AF65-F5344CB8AC3E}">
        <p14:creationId xmlns:p14="http://schemas.microsoft.com/office/powerpoint/2010/main" val="236741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147392-66E0-FA77-B244-43131C63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New tests </a:t>
            </a:r>
            <a:r>
              <a:rPr lang="fr-FR" dirty="0" err="1"/>
              <a:t>related</a:t>
            </a:r>
            <a:r>
              <a:rPr lang="fr-FR" dirty="0"/>
              <a:t> to </a:t>
            </a:r>
            <a:r>
              <a:rPr lang="fr-FR" dirty="0" err="1"/>
              <a:t>shape</a:t>
            </a:r>
            <a:r>
              <a:rPr lang="fr-FR" dirty="0"/>
              <a:t> </a:t>
            </a:r>
            <a:r>
              <a:rPr lang="fr-FR" dirty="0" err="1"/>
              <a:t>inference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D16712-E3E8-3021-E911-8EE66274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1982" cy="1050579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value_info</a:t>
            </a:r>
            <a:r>
              <a:rPr lang="fr-FR" dirty="0"/>
              <a:t> is </a:t>
            </a:r>
            <a:r>
              <a:rPr lang="fr-FR" dirty="0" err="1"/>
              <a:t>filled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expected</a:t>
            </a:r>
            <a:r>
              <a:rPr lang="fr-FR" dirty="0"/>
              <a:t> values.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A2F7AF5-09DD-7B61-9D4D-772060D6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680" y="1280014"/>
            <a:ext cx="3291120" cy="54425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E815BB7-F56A-20CC-3788-037AC339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65" y="3429000"/>
            <a:ext cx="5420481" cy="21053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D3C79D8-F2E3-7B3F-C951-42DD5DC4A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001" y="3471497"/>
            <a:ext cx="1695687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5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21B182-931B-8D38-2AE3-66FD1050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Symbolic</a:t>
            </a:r>
            <a:r>
              <a:rPr lang="fr-FR" dirty="0"/>
              <a:t> Expressions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CB1641B-DE8D-BDE2-6660-81A68BB80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1190" y="1690688"/>
            <a:ext cx="4566551" cy="435133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E4D191C-4E1D-4183-F18D-3F992A64A571}"/>
              </a:ext>
            </a:extLst>
          </p:cNvPr>
          <p:cNvSpPr txBox="1"/>
          <p:nvPr/>
        </p:nvSpPr>
        <p:spPr>
          <a:xfrm>
            <a:off x="964276" y="1928553"/>
            <a:ext cx="57776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Only </a:t>
            </a:r>
            <a:r>
              <a:rPr lang="fr-FR" dirty="0" err="1"/>
              <a:t>symbols</a:t>
            </a:r>
            <a:r>
              <a:rPr lang="fr-FR" dirty="0"/>
              <a:t>, no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keep</a:t>
            </a:r>
            <a:r>
              <a:rPr lang="fr-FR" dirty="0"/>
              <a:t> short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divisions: // and /: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// to round the </a:t>
            </a:r>
            <a:r>
              <a:rPr lang="fr-FR" dirty="0" err="1"/>
              <a:t>results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/: when the exact </a:t>
            </a:r>
            <a:r>
              <a:rPr lang="fr-FR" dirty="0" err="1"/>
              <a:t>result</a:t>
            </a:r>
            <a:r>
              <a:rPr lang="fr-FR" dirty="0"/>
              <a:t> is an </a:t>
            </a:r>
            <a:r>
              <a:rPr lang="fr-FR" dirty="0" err="1"/>
              <a:t>integer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When </a:t>
            </a:r>
            <a:r>
              <a:rPr lang="fr-FR" dirty="0" err="1"/>
              <a:t>Reshape</a:t>
            </a:r>
            <a:r>
              <a:rPr lang="fr-FR" dirty="0"/>
              <a:t>(x[N], [-1, 2]), </a:t>
            </a:r>
            <a:r>
              <a:rPr lang="fr-FR" dirty="0" err="1"/>
              <a:t>we</a:t>
            </a:r>
            <a:r>
              <a:rPr lang="fr-FR" dirty="0"/>
              <a:t> know </a:t>
            </a:r>
            <a:r>
              <a:rPr lang="fr-FR" dirty="0" err="1"/>
              <a:t>that</a:t>
            </a:r>
            <a:r>
              <a:rPr lang="fr-FR" dirty="0"/>
              <a:t> N is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use N/:2 and not N//2.</a:t>
            </a:r>
          </a:p>
          <a:p>
            <a:endParaRPr lang="fr-FR" dirty="0"/>
          </a:p>
          <a:p>
            <a:r>
              <a:rPr lang="fr-FR" dirty="0"/>
              <a:t>2*(N/:2) == N but 2*(N//2)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D0FC24-993B-D2C2-7509-786C2132E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04" y="4906356"/>
            <a:ext cx="6156595" cy="119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2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8D2C1-8D40-71EA-E80C-FF795EC8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Next </a:t>
            </a:r>
            <a:r>
              <a:rPr lang="fr-FR"/>
              <a:t>steps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9BE443-9E68-8824-4651-9E6B3769E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Implements</a:t>
            </a:r>
            <a:r>
              <a:rPr lang="fr-FR" dirty="0"/>
              <a:t> a switch in </a:t>
            </a:r>
            <a:r>
              <a:rPr lang="fr-FR" dirty="0" err="1"/>
              <a:t>ir-py</a:t>
            </a:r>
            <a:r>
              <a:rPr lang="fr-FR" dirty="0"/>
              <a:t> to check </a:t>
            </a:r>
            <a:r>
              <a:rPr lang="fr-FR" dirty="0" err="1"/>
              <a:t>it</a:t>
            </a:r>
            <a:r>
              <a:rPr lang="fr-FR" dirty="0"/>
              <a:t> is compatible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onnx_light.onnx</a:t>
            </a:r>
            <a:r>
              <a:rPr lang="fr-FR" dirty="0"/>
              <a:t> </a:t>
            </a:r>
          </a:p>
          <a:p>
            <a:r>
              <a:rPr lang="fr-FR" dirty="0"/>
              <a:t>Do the </a:t>
            </a:r>
            <a:r>
              <a:rPr lang="fr-FR" dirty="0" err="1"/>
              <a:t>same</a:t>
            </a:r>
            <a:r>
              <a:rPr lang="fr-FR" dirty="0"/>
              <a:t> for </a:t>
            </a:r>
            <a:r>
              <a:rPr lang="fr-FR" dirty="0" err="1"/>
              <a:t>onnxruntime</a:t>
            </a:r>
            <a:r>
              <a:rPr lang="fr-FR" dirty="0"/>
              <a:t> and </a:t>
            </a:r>
            <a:r>
              <a:rPr lang="fr-FR" dirty="0" err="1"/>
              <a:t>validate</a:t>
            </a:r>
            <a:r>
              <a:rPr lang="fr-FR" dirty="0"/>
              <a:t> the C++ API</a:t>
            </a:r>
          </a:p>
          <a:p>
            <a:r>
              <a:rPr lang="fr-FR" dirty="0"/>
              <a:t>Supports more </a:t>
            </a:r>
            <a:r>
              <a:rPr lang="fr-FR" dirty="0" err="1"/>
              <a:t>loading</a:t>
            </a:r>
            <a:r>
              <a:rPr lang="fr-FR" dirty="0"/>
              <a:t>/</a:t>
            </a:r>
            <a:r>
              <a:rPr lang="fr-FR" dirty="0" err="1"/>
              <a:t>saving</a:t>
            </a:r>
            <a:r>
              <a:rPr lang="fr-FR" dirty="0"/>
              <a:t> scenarios</a:t>
            </a:r>
          </a:p>
          <a:p>
            <a:r>
              <a:rPr lang="fr-FR"/>
              <a:t>Expose standard graph </a:t>
            </a:r>
            <a:r>
              <a:rPr lang="fr-FR" dirty="0"/>
              <a:t>transformations (</a:t>
            </a:r>
            <a:r>
              <a:rPr lang="fr-FR" dirty="0" err="1"/>
              <a:t>dead</a:t>
            </a:r>
            <a:r>
              <a:rPr lang="fr-FR" dirty="0"/>
              <a:t> end </a:t>
            </a:r>
            <a:r>
              <a:rPr lang="fr-FR" dirty="0" err="1"/>
              <a:t>removal</a:t>
            </a:r>
            <a:r>
              <a:rPr lang="fr-FR" dirty="0"/>
              <a:t>, …)</a:t>
            </a:r>
          </a:p>
        </p:txBody>
      </p:sp>
      <p:sp>
        <p:nvSpPr>
          <p:cNvPr id="10" name="Checkbox 10">
            <a:extLst>
              <a:ext uri="{FF2B5EF4-FFF2-40B4-BE49-F238E27FC236}">
                <a16:creationId xmlns:a16="http://schemas.microsoft.com/office/drawing/2014/main" id="{A1B2C3D4-1234-5678-9ABC-DEF012345678}"/>
              </a:ext>
            </a:extLst>
          </p:cNvPr>
          <p:cNvSpPr/>
          <p:nvPr/>
        </p:nvSpPr>
        <p:spPr>
          <a:xfrm>
            <a:off x="457200" y="182562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fr-FR" sz="1800" b="1">
                <a:solidFill>
                  <a:srgbClr val="2E7D32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2659404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3C064E-7752-8A28-5E8E-972196A3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Source and Documentation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B9AAFFB-2DC3-442F-79E3-BB02048DEFCF}"/>
              </a:ext>
            </a:extLst>
          </p:cNvPr>
          <p:cNvSpPr txBox="1"/>
          <p:nvPr/>
        </p:nvSpPr>
        <p:spPr>
          <a:xfrm>
            <a:off x="838201" y="2921847"/>
            <a:ext cx="110747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Source: </a:t>
            </a:r>
            <a:r>
              <a:rPr lang="fr-FR" dirty="0" err="1">
                <a:hlinkClick r:id="rId2"/>
              </a:rPr>
              <a:t>xadupre</a:t>
            </a:r>
            <a:r>
              <a:rPr lang="fr-FR" dirty="0">
                <a:hlinkClick r:id="rId2"/>
              </a:rPr>
              <a:t>/</a:t>
            </a:r>
            <a:r>
              <a:rPr lang="fr-FR" dirty="0" err="1">
                <a:hlinkClick r:id="rId2"/>
              </a:rPr>
              <a:t>onnx</a:t>
            </a:r>
            <a:r>
              <a:rPr lang="fr-FR" dirty="0">
                <a:hlinkClick r:id="rId2"/>
              </a:rPr>
              <a:t>-light: </a:t>
            </a:r>
            <a:r>
              <a:rPr lang="fr-FR" dirty="0" err="1">
                <a:hlinkClick r:id="rId2"/>
              </a:rPr>
              <a:t>onnx</a:t>
            </a:r>
            <a:r>
              <a:rPr lang="fr-FR" dirty="0">
                <a:hlinkClick r:id="rId2"/>
              </a:rPr>
              <a:t> </a:t>
            </a:r>
            <a:r>
              <a:rPr lang="fr-FR" dirty="0" err="1">
                <a:hlinkClick r:id="rId2"/>
              </a:rPr>
              <a:t>without</a:t>
            </a:r>
            <a:r>
              <a:rPr lang="fr-FR" dirty="0">
                <a:hlinkClick r:id="rId2"/>
              </a:rPr>
              <a:t> </a:t>
            </a:r>
            <a:r>
              <a:rPr lang="fr-FR" dirty="0" err="1">
                <a:hlinkClick r:id="rId2"/>
              </a:rPr>
              <a:t>protobuf</a:t>
            </a:r>
            <a:endParaRPr lang="fr-F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Documentation: </a:t>
            </a:r>
            <a:r>
              <a:rPr lang="fr-FR" dirty="0" err="1">
                <a:hlinkClick r:id="rId3"/>
              </a:rPr>
              <a:t>onnx</a:t>
            </a:r>
            <a:r>
              <a:rPr lang="fr-FR" dirty="0">
                <a:hlinkClick r:id="rId3"/>
              </a:rPr>
              <a:t>-light — </a:t>
            </a:r>
            <a:r>
              <a:rPr lang="fr-FR" dirty="0" err="1">
                <a:hlinkClick r:id="rId3"/>
              </a:rPr>
              <a:t>onnx</a:t>
            </a:r>
            <a:r>
              <a:rPr lang="fr-FR" dirty="0">
                <a:hlinkClick r:id="rId3"/>
              </a:rPr>
              <a:t>-light 0.1.1 documentation</a:t>
            </a:r>
            <a:endParaRPr lang="fr-F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Evaluation of </a:t>
            </a:r>
            <a:r>
              <a:rPr lang="fr-FR" dirty="0" err="1"/>
              <a:t>onnx</a:t>
            </a:r>
            <a:r>
              <a:rPr lang="fr-FR" dirty="0"/>
              <a:t>-light on </a:t>
            </a:r>
            <a:r>
              <a:rPr lang="fr-FR" dirty="0" err="1"/>
              <a:t>onnx</a:t>
            </a:r>
            <a:r>
              <a:rPr lang="fr-FR" dirty="0"/>
              <a:t> backend tests: </a:t>
            </a:r>
            <a:r>
              <a:rPr lang="fr-FR" dirty="0" err="1">
                <a:hlinkClick r:id="rId4"/>
              </a:rPr>
              <a:t>onnx</a:t>
            </a:r>
            <a:r>
              <a:rPr lang="fr-FR" dirty="0">
                <a:hlinkClick r:id="rId4"/>
              </a:rPr>
              <a:t> — backend </a:t>
            </a:r>
            <a:r>
              <a:rPr lang="fr-FR" dirty="0" err="1">
                <a:hlinkClick r:id="rId4"/>
              </a:rPr>
              <a:t>node</a:t>
            </a:r>
            <a:r>
              <a:rPr lang="fr-FR" dirty="0">
                <a:hlinkClick r:id="rId4"/>
              </a:rPr>
              <a:t> test </a:t>
            </a:r>
            <a:r>
              <a:rPr lang="fr-FR" dirty="0" err="1">
                <a:hlinkClick r:id="rId4"/>
              </a:rPr>
              <a:t>coverage</a:t>
            </a:r>
            <a:endParaRPr lang="fr-F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All backend tests in </a:t>
            </a:r>
            <a:r>
              <a:rPr lang="fr-FR" dirty="0" err="1"/>
              <a:t>onnx</a:t>
            </a:r>
            <a:r>
              <a:rPr lang="fr-FR" dirty="0"/>
              <a:t>-light: </a:t>
            </a:r>
            <a:r>
              <a:rPr lang="fr-FR" dirty="0" err="1">
                <a:hlinkClick r:id="rId5"/>
              </a:rPr>
              <a:t>onnx</a:t>
            </a:r>
            <a:r>
              <a:rPr lang="fr-FR" dirty="0">
                <a:hlinkClick r:id="rId5"/>
              </a:rPr>
              <a:t>-light — backend test </a:t>
            </a:r>
            <a:r>
              <a:rPr lang="fr-FR" dirty="0" err="1">
                <a:hlinkClick r:id="rId5"/>
              </a:rPr>
              <a:t>coverage</a:t>
            </a:r>
            <a:r>
              <a:rPr lang="fr-FR" dirty="0">
                <a:hlinkClick r:id="rId5"/>
              </a:rPr>
              <a:t> (</a:t>
            </a:r>
            <a:r>
              <a:rPr lang="fr-FR" dirty="0" err="1">
                <a:hlinkClick r:id="rId5"/>
              </a:rPr>
              <a:t>onnxruntime</a:t>
            </a:r>
            <a:r>
              <a:rPr lang="fr-FR" dirty="0">
                <a:hlinkClick r:id="rId5"/>
              </a:rPr>
              <a:t> vs </a:t>
            </a:r>
            <a:r>
              <a:rPr lang="fr-FR" dirty="0" err="1">
                <a:hlinkClick r:id="rId5"/>
              </a:rPr>
              <a:t>reference</a:t>
            </a:r>
            <a:r>
              <a:rPr lang="fr-FR" dirty="0">
                <a:hlinkClick r:id="rId5"/>
              </a:rPr>
              <a:t> vs </a:t>
            </a:r>
            <a:r>
              <a:rPr lang="fr-FR" dirty="0" err="1">
                <a:hlinkClick r:id="rId5"/>
              </a:rPr>
              <a:t>onnx</a:t>
            </a:r>
            <a:r>
              <a:rPr lang="fr-FR" dirty="0">
                <a:hlinkClick r:id="rId5"/>
              </a:rPr>
              <a:t>-light)</a:t>
            </a:r>
            <a:endParaRPr lang="fr-F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 err="1"/>
              <a:t>Comparison</a:t>
            </a:r>
            <a:r>
              <a:rPr lang="fr-FR" dirty="0"/>
              <a:t> of </a:t>
            </a:r>
            <a:r>
              <a:rPr lang="fr-FR" dirty="0" err="1"/>
              <a:t>shape</a:t>
            </a:r>
            <a:r>
              <a:rPr lang="fr-FR" dirty="0"/>
              <a:t> </a:t>
            </a:r>
            <a:r>
              <a:rPr lang="fr-FR" dirty="0" err="1"/>
              <a:t>inference</a:t>
            </a:r>
            <a:r>
              <a:rPr lang="fr-FR" dirty="0"/>
              <a:t> </a:t>
            </a:r>
            <a:r>
              <a:rPr lang="fr-FR" dirty="0" err="1"/>
              <a:t>algorithms</a:t>
            </a:r>
            <a:r>
              <a:rPr lang="fr-FR" dirty="0"/>
              <a:t>: </a:t>
            </a:r>
            <a:r>
              <a:rPr lang="fr-FR" dirty="0" err="1">
                <a:hlinkClick r:id="rId6"/>
              </a:rPr>
              <a:t>onnx</a:t>
            </a:r>
            <a:r>
              <a:rPr lang="fr-FR" dirty="0">
                <a:hlinkClick r:id="rId6"/>
              </a:rPr>
              <a:t>-light — </a:t>
            </a:r>
            <a:r>
              <a:rPr lang="fr-FR" dirty="0" err="1">
                <a:hlinkClick r:id="rId6"/>
              </a:rPr>
              <a:t>shape</a:t>
            </a:r>
            <a:r>
              <a:rPr lang="fr-FR" dirty="0">
                <a:hlinkClick r:id="rId6"/>
              </a:rPr>
              <a:t> </a:t>
            </a:r>
            <a:r>
              <a:rPr lang="fr-FR" dirty="0" err="1">
                <a:hlinkClick r:id="rId6"/>
              </a:rPr>
              <a:t>inference</a:t>
            </a:r>
            <a:r>
              <a:rPr lang="fr-FR" dirty="0">
                <a:hlinkClick r:id="rId6"/>
              </a:rPr>
              <a:t> </a:t>
            </a:r>
            <a:r>
              <a:rPr lang="fr-FR" dirty="0" err="1">
                <a:hlinkClick r:id="rId6"/>
              </a:rPr>
              <a:t>coverage</a:t>
            </a:r>
            <a:r>
              <a:rPr lang="fr-FR" dirty="0">
                <a:hlinkClick r:id="rId6"/>
              </a:rPr>
              <a:t> (</a:t>
            </a:r>
            <a:r>
              <a:rPr lang="fr-FR" dirty="0" err="1">
                <a:hlinkClick r:id="rId6"/>
              </a:rPr>
              <a:t>onnx</a:t>
            </a:r>
            <a:r>
              <a:rPr lang="fr-FR" dirty="0">
                <a:hlinkClick r:id="rId6"/>
              </a:rPr>
              <a:t>-light vs </a:t>
            </a:r>
            <a:r>
              <a:rPr lang="fr-FR" dirty="0" err="1">
                <a:hlinkClick r:id="rId6"/>
              </a:rPr>
              <a:t>onnx-light.onnx_optim</a:t>
            </a:r>
            <a:r>
              <a:rPr lang="fr-FR" dirty="0">
                <a:hlinkClick r:id="rId6"/>
              </a:rPr>
              <a:t> vs </a:t>
            </a:r>
            <a:r>
              <a:rPr lang="fr-FR" dirty="0" err="1">
                <a:hlinkClick r:id="rId6"/>
              </a:rPr>
              <a:t>onnx</a:t>
            </a:r>
            <a:r>
              <a:rPr lang="fr-FR" dirty="0">
                <a:hlinkClick r:id="rId6"/>
              </a:rPr>
              <a:t> vs </a:t>
            </a:r>
            <a:r>
              <a:rPr lang="fr-FR" dirty="0" err="1">
                <a:hlinkClick r:id="rId6"/>
              </a:rPr>
              <a:t>onnx-shape-inference</a:t>
            </a:r>
            <a:r>
              <a:rPr lang="fr-FR" dirty="0">
                <a:hlinkClick r:id="rId6"/>
              </a:rPr>
              <a:t> vs </a:t>
            </a:r>
            <a:r>
              <a:rPr lang="fr-FR" dirty="0" err="1">
                <a:hlinkClick r:id="rId6"/>
              </a:rPr>
              <a:t>onnxruntime.transformers</a:t>
            </a:r>
            <a:r>
              <a:rPr lang="fr-FR" dirty="0">
                <a:hlinkClick r:id="rId6"/>
              </a:rPr>
              <a:t> vs </a:t>
            </a:r>
            <a:r>
              <a:rPr lang="fr-FR" dirty="0" err="1">
                <a:hlinkClick r:id="rId6"/>
              </a:rPr>
              <a:t>yobx</a:t>
            </a:r>
            <a:r>
              <a:rPr lang="fr-FR" dirty="0">
                <a:hlinkClick r:id="rId6"/>
              </a:rPr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8254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831</Words>
  <Application>Microsoft Office PowerPoint</Application>
  <PresentationFormat>Widescreen</PresentationFormat>
  <Paragraphs>90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onnx-light onnx protobuf free</vt:lpstr>
      <vt:lpstr>Protobuf…</vt:lpstr>
      <vt:lpstr>First question?</vt:lpstr>
      <vt:lpstr>No protobuf but also</vt:lpstr>
      <vt:lpstr>Other requirements (or things I’d like to change)</vt:lpstr>
      <vt:lpstr>And Symbolic Shape Inference</vt:lpstr>
      <vt:lpstr>What did I get?</vt:lpstr>
      <vt:lpstr>Core pieces: take what you need</vt:lpstr>
      <vt:lpstr>Parsing and Serializing Options</vt:lpstr>
      <vt:lpstr>A kernel</vt:lpstr>
      <vt:lpstr>Backend test</vt:lpstr>
      <vt:lpstr>New tests related to shape inference</vt:lpstr>
      <vt:lpstr>Symbolic Expressions</vt:lpstr>
      <vt:lpstr>Next steps</vt:lpstr>
      <vt:lpstr>Source and 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Dupre</dc:creator>
  <cp:lastModifiedBy>Ganesan Ramalingam</cp:lastModifiedBy>
  <cp:revision>2</cp:revision>
  <dcterms:created xsi:type="dcterms:W3CDTF">2026-06-23T07:53:29Z</dcterms:created>
  <dcterms:modified xsi:type="dcterms:W3CDTF">2026-07-07T23:54:59Z</dcterms:modified>
</cp:coreProperties>
</file>