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91" r:id="rId3"/>
    <p:sldId id="259" r:id="rId4"/>
    <p:sldId id="293" r:id="rId5"/>
    <p:sldId id="261" r:id="rId6"/>
    <p:sldId id="294" r:id="rId7"/>
    <p:sldId id="295" r:id="rId8"/>
    <p:sldId id="296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4A8E32-A873-46A9-9D61-1549EBFE4469}" v="18" dt="2026-06-26T00:07:44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esan Ramalingam" userId="fa309b9d-d840-4aa0-ab1f-49e5fe98d8b2" providerId="ADAL" clId="{505154D3-2D15-4050-8EE7-966E2E1D62CD}"/>
    <pc:docChg chg="undo custSel addSld delSld modSld sldOrd">
      <pc:chgData name="Ganesan Ramalingam" userId="fa309b9d-d840-4aa0-ab1f-49e5fe98d8b2" providerId="ADAL" clId="{505154D3-2D15-4050-8EE7-966E2E1D62CD}" dt="2026-06-26T00:08:06.488" v="757" actId="2696"/>
      <pc:docMkLst>
        <pc:docMk/>
      </pc:docMkLst>
      <pc:sldChg chg="addSp delSp modSp mod modClrScheme chgLayout">
        <pc:chgData name="Ganesan Ramalingam" userId="fa309b9d-d840-4aa0-ab1f-49e5fe98d8b2" providerId="ADAL" clId="{505154D3-2D15-4050-8EE7-966E2E1D62CD}" dt="2026-06-25T23:08:47.820" v="605" actId="20577"/>
        <pc:sldMkLst>
          <pc:docMk/>
          <pc:sldMk cId="0" sldId="259"/>
        </pc:sldMkLst>
        <pc:spChg chg="add mod ord">
          <ac:chgData name="Ganesan Ramalingam" userId="fa309b9d-d840-4aa0-ab1f-49e5fe98d8b2" providerId="ADAL" clId="{505154D3-2D15-4050-8EE7-966E2E1D62CD}" dt="2026-06-25T22:52:50.633" v="192" actId="207"/>
          <ac:spMkLst>
            <pc:docMk/>
            <pc:sldMk cId="0" sldId="259"/>
            <ac:spMk id="2" creationId="{8FF50D25-B843-C659-A2A6-5A43DAFC35C7}"/>
          </ac:spMkLst>
        </pc:spChg>
        <pc:spChg chg="add mod ord">
          <ac:chgData name="Ganesan Ramalingam" userId="fa309b9d-d840-4aa0-ab1f-49e5fe98d8b2" providerId="ADAL" clId="{505154D3-2D15-4050-8EE7-966E2E1D62CD}" dt="2026-06-25T23:08:47.820" v="605" actId="20577"/>
          <ac:spMkLst>
            <pc:docMk/>
            <pc:sldMk cId="0" sldId="259"/>
            <ac:spMk id="3" creationId="{434F4D51-6E7E-29CF-D34A-4DE5C033D197}"/>
          </ac:spMkLst>
        </pc:spChg>
        <pc:spChg chg="del mod">
          <ac:chgData name="Ganesan Ramalingam" userId="fa309b9d-d840-4aa0-ab1f-49e5fe98d8b2" providerId="ADAL" clId="{505154D3-2D15-4050-8EE7-966E2E1D62CD}" dt="2026-06-25T22:51:48.265" v="156" actId="478"/>
          <ac:spMkLst>
            <pc:docMk/>
            <pc:sldMk cId="0" sldId="259"/>
            <ac:spMk id="109" creationId="{00000000-0000-0000-0000-000000000000}"/>
          </ac:spMkLst>
        </pc:spChg>
        <pc:spChg chg="del">
          <ac:chgData name="Ganesan Ramalingam" userId="fa309b9d-d840-4aa0-ab1f-49e5fe98d8b2" providerId="ADAL" clId="{505154D3-2D15-4050-8EE7-966E2E1D62CD}" dt="2026-06-25T22:50:19.588" v="152" actId="21"/>
          <ac:spMkLst>
            <pc:docMk/>
            <pc:sldMk cId="0" sldId="259"/>
            <ac:spMk id="110" creationId="{00000000-0000-0000-0000-000000000000}"/>
          </ac:spMkLst>
        </pc:spChg>
        <pc:spChg chg="del">
          <ac:chgData name="Ganesan Ramalingam" userId="fa309b9d-d840-4aa0-ab1f-49e5fe98d8b2" providerId="ADAL" clId="{505154D3-2D15-4050-8EE7-966E2E1D62CD}" dt="2026-06-25T22:50:19.588" v="152" actId="21"/>
          <ac:spMkLst>
            <pc:docMk/>
            <pc:sldMk cId="0" sldId="259"/>
            <ac:spMk id="111" creationId="{00000000-0000-0000-0000-000000000000}"/>
          </ac:spMkLst>
        </pc:spChg>
        <pc:spChg chg="del mod">
          <ac:chgData name="Ganesan Ramalingam" userId="fa309b9d-d840-4aa0-ab1f-49e5fe98d8b2" providerId="ADAL" clId="{505154D3-2D15-4050-8EE7-966E2E1D62CD}" dt="2026-06-25T22:51:48.265" v="156" actId="478"/>
          <ac:spMkLst>
            <pc:docMk/>
            <pc:sldMk cId="0" sldId="259"/>
            <ac:spMk id="112" creationId="{00000000-0000-0000-0000-000000000000}"/>
          </ac:spMkLst>
        </pc:spChg>
        <pc:spChg chg="del">
          <ac:chgData name="Ganesan Ramalingam" userId="fa309b9d-d840-4aa0-ab1f-49e5fe98d8b2" providerId="ADAL" clId="{505154D3-2D15-4050-8EE7-966E2E1D62CD}" dt="2026-06-25T22:50:27.292" v="153" actId="478"/>
          <ac:spMkLst>
            <pc:docMk/>
            <pc:sldMk cId="0" sldId="259"/>
            <ac:spMk id="113" creationId="{00000000-0000-0000-0000-000000000000}"/>
          </ac:spMkLst>
        </pc:spChg>
        <pc:spChg chg="del">
          <ac:chgData name="Ganesan Ramalingam" userId="fa309b9d-d840-4aa0-ab1f-49e5fe98d8b2" providerId="ADAL" clId="{505154D3-2D15-4050-8EE7-966E2E1D62CD}" dt="2026-06-25T22:50:27.292" v="153" actId="478"/>
          <ac:spMkLst>
            <pc:docMk/>
            <pc:sldMk cId="0" sldId="259"/>
            <ac:spMk id="114" creationId="{00000000-0000-0000-0000-000000000000}"/>
          </ac:spMkLst>
        </pc:spChg>
        <pc:spChg chg="del mod">
          <ac:chgData name="Ganesan Ramalingam" userId="fa309b9d-d840-4aa0-ab1f-49e5fe98d8b2" providerId="ADAL" clId="{505154D3-2D15-4050-8EE7-966E2E1D62CD}" dt="2026-06-25T22:51:48.265" v="156" actId="478"/>
          <ac:spMkLst>
            <pc:docMk/>
            <pc:sldMk cId="0" sldId="259"/>
            <ac:spMk id="116" creationId="{00000000-0000-0000-0000-000000000000}"/>
          </ac:spMkLst>
        </pc:spChg>
        <pc:spChg chg="del mod">
          <ac:chgData name="Ganesan Ramalingam" userId="fa309b9d-d840-4aa0-ab1f-49e5fe98d8b2" providerId="ADAL" clId="{505154D3-2D15-4050-8EE7-966E2E1D62CD}" dt="2026-06-25T22:51:48.265" v="156" actId="478"/>
          <ac:spMkLst>
            <pc:docMk/>
            <pc:sldMk cId="0" sldId="259"/>
            <ac:spMk id="117" creationId="{00000000-0000-0000-0000-000000000000}"/>
          </ac:spMkLst>
        </pc:spChg>
        <pc:spChg chg="del">
          <ac:chgData name="Ganesan Ramalingam" userId="fa309b9d-d840-4aa0-ab1f-49e5fe98d8b2" providerId="ADAL" clId="{505154D3-2D15-4050-8EE7-966E2E1D62CD}" dt="2026-06-25T22:50:27.292" v="153" actId="478"/>
          <ac:spMkLst>
            <pc:docMk/>
            <pc:sldMk cId="0" sldId="259"/>
            <ac:spMk id="120" creationId="{00000000-0000-0000-0000-000000000000}"/>
          </ac:spMkLst>
        </pc:spChg>
        <pc:spChg chg="del">
          <ac:chgData name="Ganesan Ramalingam" userId="fa309b9d-d840-4aa0-ab1f-49e5fe98d8b2" providerId="ADAL" clId="{505154D3-2D15-4050-8EE7-966E2E1D62CD}" dt="2026-06-25T22:50:27.292" v="153" actId="478"/>
          <ac:spMkLst>
            <pc:docMk/>
            <pc:sldMk cId="0" sldId="259"/>
            <ac:spMk id="121" creationId="{00000000-0000-0000-0000-000000000000}"/>
          </ac:spMkLst>
        </pc:spChg>
        <pc:spChg chg="del">
          <ac:chgData name="Ganesan Ramalingam" userId="fa309b9d-d840-4aa0-ab1f-49e5fe98d8b2" providerId="ADAL" clId="{505154D3-2D15-4050-8EE7-966E2E1D62CD}" dt="2026-06-25T22:50:27.292" v="153" actId="478"/>
          <ac:spMkLst>
            <pc:docMk/>
            <pc:sldMk cId="0" sldId="259"/>
            <ac:spMk id="123" creationId="{00000000-0000-0000-0000-000000000000}"/>
          </ac:spMkLst>
        </pc:spChg>
        <pc:spChg chg="del">
          <ac:chgData name="Ganesan Ramalingam" userId="fa309b9d-d840-4aa0-ab1f-49e5fe98d8b2" providerId="ADAL" clId="{505154D3-2D15-4050-8EE7-966E2E1D62CD}" dt="2026-06-25T22:50:27.292" v="153" actId="478"/>
          <ac:spMkLst>
            <pc:docMk/>
            <pc:sldMk cId="0" sldId="259"/>
            <ac:spMk id="124" creationId="{00000000-0000-0000-0000-000000000000}"/>
          </ac:spMkLst>
        </pc:spChg>
        <pc:spChg chg="del mod">
          <ac:chgData name="Ganesan Ramalingam" userId="fa309b9d-d840-4aa0-ab1f-49e5fe98d8b2" providerId="ADAL" clId="{505154D3-2D15-4050-8EE7-966E2E1D62CD}" dt="2026-06-25T22:51:48.265" v="156" actId="478"/>
          <ac:spMkLst>
            <pc:docMk/>
            <pc:sldMk cId="0" sldId="259"/>
            <ac:spMk id="125" creationId="{00000000-0000-0000-0000-000000000000}"/>
          </ac:spMkLst>
        </pc:spChg>
        <pc:spChg chg="del mod">
          <ac:chgData name="Ganesan Ramalingam" userId="fa309b9d-d840-4aa0-ab1f-49e5fe98d8b2" providerId="ADAL" clId="{505154D3-2D15-4050-8EE7-966E2E1D62CD}" dt="2026-06-25T22:51:48.265" v="156" actId="478"/>
          <ac:spMkLst>
            <pc:docMk/>
            <pc:sldMk cId="0" sldId="259"/>
            <ac:spMk id="126" creationId="{00000000-0000-0000-0000-000000000000}"/>
          </ac:spMkLst>
        </pc:spChg>
        <pc:spChg chg="del">
          <ac:chgData name="Ganesan Ramalingam" userId="fa309b9d-d840-4aa0-ab1f-49e5fe98d8b2" providerId="ADAL" clId="{505154D3-2D15-4050-8EE7-966E2E1D62CD}" dt="2026-06-25T22:50:27.292" v="153" actId="478"/>
          <ac:spMkLst>
            <pc:docMk/>
            <pc:sldMk cId="0" sldId="259"/>
            <ac:spMk id="127" creationId="{00000000-0000-0000-0000-000000000000}"/>
          </ac:spMkLst>
        </pc:spChg>
        <pc:spChg chg="del">
          <ac:chgData name="Ganesan Ramalingam" userId="fa309b9d-d840-4aa0-ab1f-49e5fe98d8b2" providerId="ADAL" clId="{505154D3-2D15-4050-8EE7-966E2E1D62CD}" dt="2026-06-25T22:50:27.292" v="153" actId="478"/>
          <ac:spMkLst>
            <pc:docMk/>
            <pc:sldMk cId="0" sldId="259"/>
            <ac:spMk id="129" creationId="{00000000-0000-0000-0000-000000000000}"/>
          </ac:spMkLst>
        </pc:spChg>
        <pc:spChg chg="del">
          <ac:chgData name="Ganesan Ramalingam" userId="fa309b9d-d840-4aa0-ab1f-49e5fe98d8b2" providerId="ADAL" clId="{505154D3-2D15-4050-8EE7-966E2E1D62CD}" dt="2026-06-25T22:50:27.292" v="153" actId="478"/>
          <ac:spMkLst>
            <pc:docMk/>
            <pc:sldMk cId="0" sldId="259"/>
            <ac:spMk id="130" creationId="{00000000-0000-0000-0000-000000000000}"/>
          </ac:spMkLst>
        </pc:spChg>
        <pc:spChg chg="del">
          <ac:chgData name="Ganesan Ramalingam" userId="fa309b9d-d840-4aa0-ab1f-49e5fe98d8b2" providerId="ADAL" clId="{505154D3-2D15-4050-8EE7-966E2E1D62CD}" dt="2026-06-25T22:50:27.292" v="153" actId="478"/>
          <ac:spMkLst>
            <pc:docMk/>
            <pc:sldMk cId="0" sldId="259"/>
            <ac:spMk id="131" creationId="{00000000-0000-0000-0000-000000000000}"/>
          </ac:spMkLst>
        </pc:spChg>
        <pc:spChg chg="del mod">
          <ac:chgData name="Ganesan Ramalingam" userId="fa309b9d-d840-4aa0-ab1f-49e5fe98d8b2" providerId="ADAL" clId="{505154D3-2D15-4050-8EE7-966E2E1D62CD}" dt="2026-06-25T22:53:06.023" v="193" actId="478"/>
          <ac:spMkLst>
            <pc:docMk/>
            <pc:sldMk cId="0" sldId="259"/>
            <ac:spMk id="132" creationId="{00000000-0000-0000-0000-000000000000}"/>
          </ac:spMkLst>
        </pc:spChg>
        <pc:spChg chg="del">
          <ac:chgData name="Ganesan Ramalingam" userId="fa309b9d-d840-4aa0-ab1f-49e5fe98d8b2" providerId="ADAL" clId="{505154D3-2D15-4050-8EE7-966E2E1D62CD}" dt="2026-06-25T22:53:18.293" v="194" actId="478"/>
          <ac:spMkLst>
            <pc:docMk/>
            <pc:sldMk cId="0" sldId="259"/>
            <ac:spMk id="133" creationId="{00000000-0000-0000-0000-000000000000}"/>
          </ac:spMkLst>
        </pc:spChg>
        <pc:spChg chg="del mod">
          <ac:chgData name="Ganesan Ramalingam" userId="fa309b9d-d840-4aa0-ab1f-49e5fe98d8b2" providerId="ADAL" clId="{505154D3-2D15-4050-8EE7-966E2E1D62CD}" dt="2026-06-25T22:51:48.265" v="156" actId="478"/>
          <ac:spMkLst>
            <pc:docMk/>
            <pc:sldMk cId="0" sldId="259"/>
            <ac:spMk id="200" creationId="{00000000-0000-0000-0000-000000000000}"/>
          </ac:spMkLst>
        </pc:spChg>
        <pc:spChg chg="del mod">
          <ac:chgData name="Ganesan Ramalingam" userId="fa309b9d-d840-4aa0-ab1f-49e5fe98d8b2" providerId="ADAL" clId="{505154D3-2D15-4050-8EE7-966E2E1D62CD}" dt="2026-06-25T22:51:48.265" v="156" actId="478"/>
          <ac:spMkLst>
            <pc:docMk/>
            <pc:sldMk cId="0" sldId="259"/>
            <ac:spMk id="201" creationId="{00000000-0000-0000-0000-000000000000}"/>
          </ac:spMkLst>
        </pc:spChg>
        <pc:picChg chg="del">
          <ac:chgData name="Ganesan Ramalingam" userId="fa309b9d-d840-4aa0-ab1f-49e5fe98d8b2" providerId="ADAL" clId="{505154D3-2D15-4050-8EE7-966E2E1D62CD}" dt="2026-06-25T22:51:48.265" v="156" actId="478"/>
          <ac:picMkLst>
            <pc:docMk/>
            <pc:sldMk cId="0" sldId="259"/>
            <ac:picMk id="115" creationId="{00000000-0000-0000-0000-000000000000}"/>
          </ac:picMkLst>
        </pc:picChg>
      </pc:sldChg>
      <pc:sldChg chg="del">
        <pc:chgData name="Ganesan Ramalingam" userId="fa309b9d-d840-4aa0-ab1f-49e5fe98d8b2" providerId="ADAL" clId="{505154D3-2D15-4050-8EE7-966E2E1D62CD}" dt="2026-06-25T23:55:11.936" v="698" actId="2696"/>
        <pc:sldMkLst>
          <pc:docMk/>
          <pc:sldMk cId="3227172430" sldId="288"/>
        </pc:sldMkLst>
      </pc:sldChg>
      <pc:sldChg chg="modSp del mod">
        <pc:chgData name="Ganesan Ramalingam" userId="fa309b9d-d840-4aa0-ab1f-49e5fe98d8b2" providerId="ADAL" clId="{505154D3-2D15-4050-8EE7-966E2E1D62CD}" dt="2026-06-26T00:08:06.488" v="757" actId="2696"/>
        <pc:sldMkLst>
          <pc:docMk/>
          <pc:sldMk cId="1994426162" sldId="290"/>
        </pc:sldMkLst>
        <pc:spChg chg="mod">
          <ac:chgData name="Ganesan Ramalingam" userId="fa309b9d-d840-4aa0-ab1f-49e5fe98d8b2" providerId="ADAL" clId="{505154D3-2D15-4050-8EE7-966E2E1D62CD}" dt="2026-06-25T23:56:32.064" v="703" actId="403"/>
          <ac:spMkLst>
            <pc:docMk/>
            <pc:sldMk cId="1994426162" sldId="290"/>
            <ac:spMk id="7" creationId="{B7D07ABF-8E48-4F13-5921-5EE3254CE78C}"/>
          </ac:spMkLst>
        </pc:spChg>
      </pc:sldChg>
      <pc:sldChg chg="modSp new mod">
        <pc:chgData name="Ganesan Ramalingam" userId="fa309b9d-d840-4aa0-ab1f-49e5fe98d8b2" providerId="ADAL" clId="{505154D3-2D15-4050-8EE7-966E2E1D62CD}" dt="2026-06-25T23:14:21.780" v="608" actId="20577"/>
        <pc:sldMkLst>
          <pc:docMk/>
          <pc:sldMk cId="605915176" sldId="291"/>
        </pc:sldMkLst>
        <pc:spChg chg="mod">
          <ac:chgData name="Ganesan Ramalingam" userId="fa309b9d-d840-4aa0-ab1f-49e5fe98d8b2" providerId="ADAL" clId="{505154D3-2D15-4050-8EE7-966E2E1D62CD}" dt="2026-06-25T22:35:56.369" v="8" actId="20577"/>
          <ac:spMkLst>
            <pc:docMk/>
            <pc:sldMk cId="605915176" sldId="291"/>
            <ac:spMk id="2" creationId="{E45C872D-3C7E-4475-9A53-C1191FD89543}"/>
          </ac:spMkLst>
        </pc:spChg>
        <pc:spChg chg="mod">
          <ac:chgData name="Ganesan Ramalingam" userId="fa309b9d-d840-4aa0-ab1f-49e5fe98d8b2" providerId="ADAL" clId="{505154D3-2D15-4050-8EE7-966E2E1D62CD}" dt="2026-06-25T23:14:21.780" v="608" actId="20577"/>
          <ac:spMkLst>
            <pc:docMk/>
            <pc:sldMk cId="605915176" sldId="291"/>
            <ac:spMk id="3" creationId="{4419069F-DF84-4349-226E-D51CB8ED9770}"/>
          </ac:spMkLst>
        </pc:spChg>
      </pc:sldChg>
      <pc:sldChg chg="add del">
        <pc:chgData name="Ganesan Ramalingam" userId="fa309b9d-d840-4aa0-ab1f-49e5fe98d8b2" providerId="ADAL" clId="{505154D3-2D15-4050-8EE7-966E2E1D62CD}" dt="2026-06-25T23:08:57.594" v="606" actId="2696"/>
        <pc:sldMkLst>
          <pc:docMk/>
          <pc:sldMk cId="429522081" sldId="292"/>
        </pc:sldMkLst>
      </pc:sldChg>
      <pc:sldChg chg="modSp add mod">
        <pc:chgData name="Ganesan Ramalingam" userId="fa309b9d-d840-4aa0-ab1f-49e5fe98d8b2" providerId="ADAL" clId="{505154D3-2D15-4050-8EE7-966E2E1D62CD}" dt="2026-06-25T23:08:02.798" v="577" actId="207"/>
        <pc:sldMkLst>
          <pc:docMk/>
          <pc:sldMk cId="1911265488" sldId="293"/>
        </pc:sldMkLst>
        <pc:spChg chg="mod">
          <ac:chgData name="Ganesan Ramalingam" userId="fa309b9d-d840-4aa0-ab1f-49e5fe98d8b2" providerId="ADAL" clId="{505154D3-2D15-4050-8EE7-966E2E1D62CD}" dt="2026-06-25T23:08:02.798" v="577" actId="207"/>
          <ac:spMkLst>
            <pc:docMk/>
            <pc:sldMk cId="1911265488" sldId="293"/>
            <ac:spMk id="2" creationId="{771ABA20-81B5-49C1-3CFD-B3F4ED816869}"/>
          </ac:spMkLst>
        </pc:spChg>
        <pc:spChg chg="mod">
          <ac:chgData name="Ganesan Ramalingam" userId="fa309b9d-d840-4aa0-ab1f-49e5fe98d8b2" providerId="ADAL" clId="{505154D3-2D15-4050-8EE7-966E2E1D62CD}" dt="2026-06-25T23:07:36.660" v="575" actId="20577"/>
          <ac:spMkLst>
            <pc:docMk/>
            <pc:sldMk cId="1911265488" sldId="293"/>
            <ac:spMk id="3" creationId="{3FFE115D-C856-D1DB-D783-9F2B478708BC}"/>
          </ac:spMkLst>
        </pc:spChg>
      </pc:sldChg>
      <pc:sldChg chg="modSp add mod ord">
        <pc:chgData name="Ganesan Ramalingam" userId="fa309b9d-d840-4aa0-ab1f-49e5fe98d8b2" providerId="ADAL" clId="{505154D3-2D15-4050-8EE7-966E2E1D62CD}" dt="2026-06-25T23:53:11.726" v="673" actId="27636"/>
        <pc:sldMkLst>
          <pc:docMk/>
          <pc:sldMk cId="1845646881" sldId="294"/>
        </pc:sldMkLst>
        <pc:spChg chg="mod">
          <ac:chgData name="Ganesan Ramalingam" userId="fa309b9d-d840-4aa0-ab1f-49e5fe98d8b2" providerId="ADAL" clId="{505154D3-2D15-4050-8EE7-966E2E1D62CD}" dt="2026-06-25T23:47:11.396" v="650" actId="20577"/>
          <ac:spMkLst>
            <pc:docMk/>
            <pc:sldMk cId="1845646881" sldId="294"/>
            <ac:spMk id="2" creationId="{6E6EDD7C-A0FF-165F-8A55-3A9780C281E3}"/>
          </ac:spMkLst>
        </pc:spChg>
        <pc:spChg chg="mod">
          <ac:chgData name="Ganesan Ramalingam" userId="fa309b9d-d840-4aa0-ab1f-49e5fe98d8b2" providerId="ADAL" clId="{505154D3-2D15-4050-8EE7-966E2E1D62CD}" dt="2026-06-25T23:53:11.726" v="673" actId="27636"/>
          <ac:spMkLst>
            <pc:docMk/>
            <pc:sldMk cId="1845646881" sldId="294"/>
            <ac:spMk id="3" creationId="{12AE5457-8178-64F0-69C1-6ADDDE197758}"/>
          </ac:spMkLst>
        </pc:spChg>
      </pc:sldChg>
      <pc:sldChg chg="modSp add mod">
        <pc:chgData name="Ganesan Ramalingam" userId="fa309b9d-d840-4aa0-ab1f-49e5fe98d8b2" providerId="ADAL" clId="{505154D3-2D15-4050-8EE7-966E2E1D62CD}" dt="2026-06-25T23:55:00.409" v="697" actId="6549"/>
        <pc:sldMkLst>
          <pc:docMk/>
          <pc:sldMk cId="3027324403" sldId="295"/>
        </pc:sldMkLst>
        <pc:spChg chg="mod">
          <ac:chgData name="Ganesan Ramalingam" userId="fa309b9d-d840-4aa0-ab1f-49e5fe98d8b2" providerId="ADAL" clId="{505154D3-2D15-4050-8EE7-966E2E1D62CD}" dt="2026-06-25T23:54:20.146" v="689" actId="20577"/>
          <ac:spMkLst>
            <pc:docMk/>
            <pc:sldMk cId="3027324403" sldId="295"/>
            <ac:spMk id="2" creationId="{6EAADDEE-1CB1-8406-680E-E292284216C4}"/>
          </ac:spMkLst>
        </pc:spChg>
        <pc:spChg chg="mod">
          <ac:chgData name="Ganesan Ramalingam" userId="fa309b9d-d840-4aa0-ab1f-49e5fe98d8b2" providerId="ADAL" clId="{505154D3-2D15-4050-8EE7-966E2E1D62CD}" dt="2026-06-25T23:55:00.409" v="697" actId="6549"/>
          <ac:spMkLst>
            <pc:docMk/>
            <pc:sldMk cId="3027324403" sldId="295"/>
            <ac:spMk id="3" creationId="{3C0E1C46-31D6-0D1B-391B-7756E8C6E957}"/>
          </ac:spMkLst>
        </pc:spChg>
      </pc:sldChg>
      <pc:sldChg chg="modSp add mod">
        <pc:chgData name="Ganesan Ramalingam" userId="fa309b9d-d840-4aa0-ab1f-49e5fe98d8b2" providerId="ADAL" clId="{505154D3-2D15-4050-8EE7-966E2E1D62CD}" dt="2026-06-26T00:07:44.084" v="756" actId="27636"/>
        <pc:sldMkLst>
          <pc:docMk/>
          <pc:sldMk cId="2295315279" sldId="296"/>
        </pc:sldMkLst>
        <pc:spChg chg="mod">
          <ac:chgData name="Ganesan Ramalingam" userId="fa309b9d-d840-4aa0-ab1f-49e5fe98d8b2" providerId="ADAL" clId="{505154D3-2D15-4050-8EE7-966E2E1D62CD}" dt="2026-06-26T00:06:16.671" v="745" actId="6549"/>
          <ac:spMkLst>
            <pc:docMk/>
            <pc:sldMk cId="2295315279" sldId="296"/>
            <ac:spMk id="2" creationId="{D40303E1-A685-86AE-893E-12DF87E9B195}"/>
          </ac:spMkLst>
        </pc:spChg>
        <pc:spChg chg="mod">
          <ac:chgData name="Ganesan Ramalingam" userId="fa309b9d-d840-4aa0-ab1f-49e5fe98d8b2" providerId="ADAL" clId="{505154D3-2D15-4050-8EE7-966E2E1D62CD}" dt="2026-06-26T00:07:44.084" v="756" actId="27636"/>
          <ac:spMkLst>
            <pc:docMk/>
            <pc:sldMk cId="2295315279" sldId="296"/>
            <ac:spMk id="3" creationId="{BEAB87C7-FD00-C66F-C53F-6AB0A0F26137}"/>
          </ac:spMkLst>
        </pc:spChg>
      </pc:sldChg>
    </pc:docChg>
  </pc:docChgLst>
  <pc:docChgLst>
    <pc:chgData name="Ganesan Ramalingam" userId="fa309b9d-d840-4aa0-ab1f-49e5fe98d8b2" providerId="ADAL" clId="{F8284AD9-7646-46A4-AC3A-0511F9FCACDB}"/>
    <pc:docChg chg="addSld delSld modSld delMainMaster">
      <pc:chgData name="Ganesan Ramalingam" userId="fa309b9d-d840-4aa0-ab1f-49e5fe98d8b2" providerId="ADAL" clId="{F8284AD9-7646-46A4-AC3A-0511F9FCACDB}" dt="2026-06-22T23:28:53.316" v="336"/>
      <pc:docMkLst>
        <pc:docMk/>
      </pc:docMkLst>
      <pc:sldChg chg="add">
        <pc:chgData name="Ganesan Ramalingam" userId="fa309b9d-d840-4aa0-ab1f-49e5fe98d8b2" providerId="ADAL" clId="{F8284AD9-7646-46A4-AC3A-0511F9FCACDB}" dt="2026-06-22T23:04:42.777" v="1"/>
        <pc:sldMkLst>
          <pc:docMk/>
          <pc:sldMk cId="0" sldId="257"/>
        </pc:sldMkLst>
      </pc:sldChg>
      <pc:sldChg chg="add">
        <pc:chgData name="Ganesan Ramalingam" userId="fa309b9d-d840-4aa0-ab1f-49e5fe98d8b2" providerId="ADAL" clId="{F8284AD9-7646-46A4-AC3A-0511F9FCACDB}" dt="2026-06-22T23:09:18.706" v="3"/>
        <pc:sldMkLst>
          <pc:docMk/>
          <pc:sldMk cId="0" sldId="259"/>
        </pc:sldMkLst>
      </pc:sldChg>
      <pc:sldChg chg="modSp add mod">
        <pc:chgData name="Ganesan Ramalingam" userId="fa309b9d-d840-4aa0-ab1f-49e5fe98d8b2" providerId="ADAL" clId="{F8284AD9-7646-46A4-AC3A-0511F9FCACDB}" dt="2026-06-22T23:10:31.310" v="6" actId="20577"/>
        <pc:sldMkLst>
          <pc:docMk/>
          <pc:sldMk cId="0" sldId="261"/>
        </pc:sldMkLst>
        <pc:spChg chg="mod">
          <ac:chgData name="Ganesan Ramalingam" userId="fa309b9d-d840-4aa0-ab1f-49e5fe98d8b2" providerId="ADAL" clId="{F8284AD9-7646-46A4-AC3A-0511F9FCACDB}" dt="2026-06-22T23:10:31.310" v="6" actId="20577"/>
          <ac:spMkLst>
            <pc:docMk/>
            <pc:sldMk cId="0" sldId="261"/>
            <ac:spMk id="151" creationId="{00000000-0000-0000-0000-000000000000}"/>
          </ac:spMkLst>
        </pc:spChg>
      </pc:sldChg>
      <pc:sldChg chg="add">
        <pc:chgData name="Ganesan Ramalingam" userId="fa309b9d-d840-4aa0-ab1f-49e5fe98d8b2" providerId="ADAL" clId="{F8284AD9-7646-46A4-AC3A-0511F9FCACDB}" dt="2026-06-22T23:28:53.316" v="336"/>
        <pc:sldMkLst>
          <pc:docMk/>
          <pc:sldMk cId="2045274773" sldId="289"/>
        </pc:sldMkLst>
      </pc:sldChg>
      <pc:sldChg chg="add">
        <pc:chgData name="Ganesan Ramalingam" userId="fa309b9d-d840-4aa0-ab1f-49e5fe98d8b2" providerId="ADAL" clId="{F8284AD9-7646-46A4-AC3A-0511F9FCACDB}" dt="2026-06-22T23:26:22.033" v="335"/>
        <pc:sldMkLst>
          <pc:docMk/>
          <pc:sldMk cId="1994426162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A6D086-5898-4843-BEEA-50AC77F88DE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410A2-3C68-40FE-9294-3041905AC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88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EDBF923-D706-3DFF-70B6-98794382A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EDB04BC0-EFC3-56B8-A179-BD8967864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228E5E8F-0CC5-7862-322D-05FBF25D7C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6037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69D138A-0DCE-0348-6F27-19EBB4128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779965A-3BA7-339A-94D9-D1EC6D847B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C989EB9F-D680-F620-9D0B-A20835EC2F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6780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2F719FE-7BBB-9716-D072-AA0E215D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59CA8199-3D71-01AE-915C-7E73C6DCF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C8D1758F-C0FD-96C8-7752-F93561D6C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0502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AFE404D-0934-1111-80DE-AAD1EB2F7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39C13FFA-F03B-AAAD-0619-AA20C3EEF3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C79FFEE9-F885-8127-A416-C30CA6A879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8446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80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23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98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4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7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19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4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28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6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78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33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90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70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3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1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288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24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DBD7FA5-0B9B-4549-891B-D69C40D13B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A6A7D1F-32DD-482F-9ADF-335E7A3F0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624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nx/working-groups/tree/main/generative-ai/genai-interfac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3573660"/>
            <a:ext cx="2667000" cy="9715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0" y="3573660"/>
            <a:ext cx="2667000" cy="9715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0" y="3573660"/>
            <a:ext cx="2667000" cy="9715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197422" y="1731615"/>
            <a:ext cx="979700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ONNX GenAI Working Group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805237" y="2592585"/>
            <a:ext cx="458152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Year in Review (June 2025 – May 2026)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009775" y="3773685"/>
            <a:ext cx="2266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29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009775" y="4183260"/>
            <a:ext cx="2266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MEETINGS COMPLETED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962525" y="3773685"/>
            <a:ext cx="22669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Bi-Weekly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962525" y="4183260"/>
            <a:ext cx="2266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CADENCE STATUS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7915275" y="3773685"/>
            <a:ext cx="22669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Multi-Org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915275" y="4183260"/>
            <a:ext cx="2266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ACTIVE COLLABORATION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16E0A6-E2F2-1774-357B-8D3C611E1CEC}"/>
              </a:ext>
            </a:extLst>
          </p:cNvPr>
          <p:cNvSpPr txBox="1"/>
          <p:nvPr/>
        </p:nvSpPr>
        <p:spPr>
          <a:xfrm>
            <a:off x="3092958" y="5205393"/>
            <a:ext cx="597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Chairs: Yamini Nimmagadda, Javier Martinez, G. Ramalingam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C872D-3C7E-4475-9A53-C1191FD8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069F-DF84-4349-226E-D51CB8ED9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rmAutofit/>
          </a:bodyPr>
          <a:lstStyle/>
          <a:p>
            <a:r>
              <a:rPr lang="en-US" sz="2400" dirty="0"/>
              <a:t>Goal: Enable recent GenAI models</a:t>
            </a:r>
          </a:p>
          <a:p>
            <a:endParaRPr lang="en-US" sz="2400" dirty="0"/>
          </a:p>
          <a:p>
            <a:r>
              <a:rPr lang="en-US" sz="2400" dirty="0"/>
              <a:t>Technical focus: overlaps other SIGs</a:t>
            </a:r>
          </a:p>
          <a:p>
            <a:pPr lvl="1"/>
            <a:r>
              <a:rPr lang="en-US" sz="2000" dirty="0"/>
              <a:t>Operator SIG</a:t>
            </a:r>
          </a:p>
          <a:p>
            <a:pPr lvl="1"/>
            <a:r>
              <a:rPr lang="en-US" sz="2000" dirty="0"/>
              <a:t>Converter SIG</a:t>
            </a:r>
          </a:p>
          <a:p>
            <a:endParaRPr lang="en-US" sz="2400" dirty="0"/>
          </a:p>
          <a:p>
            <a:r>
              <a:rPr lang="en-US" sz="2400" dirty="0"/>
              <a:t>+ Other new areas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0591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0D25-B843-C659-A2A6-5A43DAFC3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</a:t>
            </a:r>
            <a:r>
              <a:rPr lang="en-US" dirty="0">
                <a:solidFill>
                  <a:srgbClr val="00B0F0"/>
                </a:solidFill>
              </a:rPr>
              <a:t>standardized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F4D51-6E7E-29CF-D34A-4DE5C033D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rmAutofit fontScale="92500" lnSpcReduction="20000"/>
          </a:bodyPr>
          <a:lstStyle/>
          <a:p>
            <a:r>
              <a:rPr lang="en-US" sz="2400" dirty="0" err="1"/>
              <a:t>TensorScatter</a:t>
            </a:r>
            <a:endParaRPr lang="en-US" sz="2400" dirty="0"/>
          </a:p>
          <a:p>
            <a:pPr lvl="1"/>
            <a:r>
              <a:rPr lang="en-US" sz="2200" dirty="0"/>
              <a:t>To represent in-place updates to KV Cache</a:t>
            </a:r>
          </a:p>
          <a:p>
            <a:endParaRPr lang="en-US" sz="2400" dirty="0"/>
          </a:p>
          <a:p>
            <a:r>
              <a:rPr lang="en-US" sz="2400" dirty="0" err="1"/>
              <a:t>LinearAttention</a:t>
            </a:r>
            <a:endParaRPr lang="en-US" sz="2400" dirty="0"/>
          </a:p>
          <a:p>
            <a:pPr lvl="1"/>
            <a:r>
              <a:rPr lang="en-US" sz="2200" dirty="0"/>
              <a:t>New attention op used by Mamba, Qwen 3.5, &amp; </a:t>
            </a:r>
            <a:r>
              <a:rPr lang="en-US" sz="2200" dirty="0" err="1"/>
              <a:t>Nemotron</a:t>
            </a:r>
            <a:endParaRPr lang="en-US" sz="2200" dirty="0"/>
          </a:p>
          <a:p>
            <a:endParaRPr lang="en-US" sz="2400" dirty="0"/>
          </a:p>
          <a:p>
            <a:r>
              <a:rPr lang="en-US" sz="2400" dirty="0" err="1"/>
              <a:t>FlexAttention</a:t>
            </a:r>
            <a:endParaRPr lang="en-US" sz="2400" dirty="0"/>
          </a:p>
          <a:p>
            <a:pPr lvl="1"/>
            <a:r>
              <a:rPr lang="en-US" sz="2200" dirty="0"/>
              <a:t>As a generic, higher-order op, to express variations of Attention</a:t>
            </a:r>
          </a:p>
          <a:p>
            <a:pPr lvl="1"/>
            <a:r>
              <a:rPr lang="en-US" sz="2200" dirty="0"/>
              <a:t>In experimental domain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D38D114-5965-5D1D-E9A4-595F7FD13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ABA20-81B5-49C1-3CFD-B3F4ED81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ONGOING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E115D-C856-D1DB-D783-9F2B47870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rmAutofit fontScale="92500" lnSpcReduction="10000"/>
          </a:bodyPr>
          <a:lstStyle/>
          <a:p>
            <a:r>
              <a:rPr lang="en-US" sz="2400" dirty="0"/>
              <a:t>Quantization</a:t>
            </a:r>
          </a:p>
          <a:p>
            <a:pPr lvl="1"/>
            <a:r>
              <a:rPr lang="en-US" sz="2200" dirty="0"/>
              <a:t>Optimized storage format for ternary-valued tensors</a:t>
            </a:r>
          </a:p>
          <a:p>
            <a:endParaRPr lang="en-US" sz="2400" dirty="0"/>
          </a:p>
          <a:p>
            <a:r>
              <a:rPr lang="en-US" sz="2400" dirty="0"/>
              <a:t>Grouped </a:t>
            </a:r>
            <a:r>
              <a:rPr lang="en-US" sz="2400" dirty="0" err="1"/>
              <a:t>MatMul</a:t>
            </a:r>
            <a:endParaRPr lang="en-US" sz="2400" dirty="0"/>
          </a:p>
          <a:p>
            <a:pPr lvl="1"/>
            <a:r>
              <a:rPr lang="en-US" sz="2200" dirty="0"/>
              <a:t>Expert selection for Mixture Of Experts (</a:t>
            </a:r>
            <a:r>
              <a:rPr lang="en-US" sz="2200" dirty="0" err="1"/>
              <a:t>MoE</a:t>
            </a:r>
            <a:r>
              <a:rPr lang="en-US" sz="22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Paged Attention</a:t>
            </a:r>
          </a:p>
          <a:p>
            <a:pPr lvl="1"/>
            <a:r>
              <a:rPr lang="en-US" sz="2200" dirty="0"/>
              <a:t>For efficient memory management for large models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265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/>
        </p:nvSpPr>
        <p:spPr>
          <a:xfrm>
            <a:off x="617753" y="1696280"/>
            <a:ext cx="484822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Optimum ONNX: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 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Updated ONNX exporter version and raised PR (Xavier) to migrate to torchdynamo based export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Executed gap analysis targeting missing ORT classes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Discussed observer-based export proposal from Xavier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17753" y="3165145"/>
            <a:ext cx="484822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HF Exporters: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 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Discussed with HuggingFace on using direct export pipeline from Hugging Face Transformers utilizing TorchDynamo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Conducted analysis to test the maturity of the ONNX export and identified gaps for VLM model classes with this approach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Tracking HF exporters as a key export path for ONNX</a:t>
            </a:r>
          </a:p>
        </p:txBody>
      </p:sp>
      <p:sp>
        <p:nvSpPr>
          <p:cNvPr id="153" name="Google Shape;153;p17"/>
          <p:cNvSpPr txBox="1"/>
          <p:nvPr/>
        </p:nvSpPr>
        <p:spPr>
          <a:xfrm>
            <a:off x="617753" y="4916346"/>
            <a:ext cx="48482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ONNX GenAI Model Builder: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 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Discussed GenAI model builder as one of the approaches to generate ONNX models using programmatic model construction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003" y="172961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003" y="325223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003" y="4949684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962025" y="581025"/>
            <a:ext cx="10981372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Streamlining LLM </a:t>
            </a: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Exporters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71525" y="581025"/>
            <a:ext cx="47625" cy="50289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668D595-CCEB-9944-9178-72E896EF5AC6}"/>
              </a:ext>
            </a:extLst>
          </p:cNvPr>
          <p:cNvGrpSpPr/>
          <p:nvPr/>
        </p:nvGrpSpPr>
        <p:grpSpPr>
          <a:xfrm>
            <a:off x="5843262" y="1558241"/>
            <a:ext cx="6015595" cy="4363214"/>
            <a:chOff x="6096000" y="1616927"/>
            <a:chExt cx="6015595" cy="436321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4CEC37C-9E97-ABFB-E6D0-DA152EF4F291}"/>
                </a:ext>
              </a:extLst>
            </p:cNvPr>
            <p:cNvSpPr/>
            <p:nvPr/>
          </p:nvSpPr>
          <p:spPr>
            <a:xfrm>
              <a:off x="6467707" y="1616927"/>
              <a:ext cx="5073805" cy="502890"/>
            </a:xfrm>
            <a:prstGeom prst="roundRect">
              <a:avLst>
                <a:gd name="adj" fmla="val 16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rgbClr val="4A5E80"/>
            </a:lnRef>
            <a:fillRef idx="1">
              <a:srgbClr val="2A3A5C"/>
            </a:fillRef>
            <a:effectRef idx="0">
              <a:srgbClr val="2A3A5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Source Models</a:t>
              </a:r>
              <a:b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(HuggingFace Transformers / PyTorch)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C11AE04-F408-3DFC-D83E-14E798F9E0D3}"/>
                </a:ext>
              </a:extLst>
            </p:cNvPr>
            <p:cNvSpPr/>
            <p:nvPr/>
          </p:nvSpPr>
          <p:spPr>
            <a:xfrm>
              <a:off x="6096000" y="2786261"/>
              <a:ext cx="1564888" cy="502890"/>
            </a:xfrm>
            <a:prstGeom prst="roundRect">
              <a:avLst>
                <a:gd name="adj" fmla="val 16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rgbClr val="4A5E80"/>
            </a:lnRef>
            <a:fillRef idx="1">
              <a:srgbClr val="2A3A5C"/>
            </a:fillRef>
            <a:effectRef idx="0">
              <a:srgbClr val="2A3A5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optimum-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onnx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3C17CB-464D-9C14-FB1F-F0A1A93CBF02}"/>
                </a:ext>
              </a:extLst>
            </p:cNvPr>
            <p:cNvSpPr/>
            <p:nvPr/>
          </p:nvSpPr>
          <p:spPr>
            <a:xfrm>
              <a:off x="8238890" y="2797412"/>
              <a:ext cx="1564888" cy="502890"/>
            </a:xfrm>
            <a:prstGeom prst="roundRect">
              <a:avLst>
                <a:gd name="adj" fmla="val 16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rgbClr val="4A5E80"/>
            </a:lnRef>
            <a:fillRef idx="1">
              <a:srgbClr val="2A3A5C"/>
            </a:fillRef>
            <a:effectRef idx="0">
              <a:srgbClr val="2A3A5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HF Exporters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814677-F8F1-58AF-CA09-C3110B903073}"/>
                </a:ext>
              </a:extLst>
            </p:cNvPr>
            <p:cNvSpPr/>
            <p:nvPr/>
          </p:nvSpPr>
          <p:spPr>
            <a:xfrm>
              <a:off x="10203365" y="2786261"/>
              <a:ext cx="1865972" cy="502890"/>
            </a:xfrm>
            <a:prstGeom prst="roundRect">
              <a:avLst>
                <a:gd name="adj" fmla="val 16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rgbClr val="4A5E80"/>
            </a:lnRef>
            <a:fillRef idx="1">
              <a:srgbClr val="2A3A5C"/>
            </a:fillRef>
            <a:effectRef idx="0">
              <a:srgbClr val="2A3A5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GenAI Model Builder</a:t>
              </a:r>
            </a:p>
          </p:txBody>
        </p: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F547640D-7754-F716-E83C-4892804B3AA3}"/>
                </a:ext>
              </a:extLst>
            </p:cNvPr>
            <p:cNvCxnSpPr>
              <a:stCxn id="2" idx="2"/>
              <a:endCxn id="3" idx="0"/>
            </p:cNvCxnSpPr>
            <p:nvPr/>
          </p:nvCxnSpPr>
          <p:spPr>
            <a:xfrm rot="5400000">
              <a:off x="7608305" y="1389956"/>
              <a:ext cx="666444" cy="2126166"/>
            </a:xfrm>
            <a:prstGeom prst="bentConnector3">
              <a:avLst/>
            </a:prstGeom>
            <a:ln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rgbClr val="2A3A5C"/>
            </a:lnRef>
            <a:fillRef idx="0">
              <a:srgbClr val="2A3A5C"/>
            </a:fillRef>
            <a:effectRef idx="0">
              <a:srgbClr val="2A3A5C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509181A1-EE00-44AA-6E78-BAD965F3204B}"/>
                </a:ext>
              </a:extLst>
            </p:cNvPr>
            <p:cNvCxnSpPr>
              <a:stCxn id="2" idx="2"/>
              <a:endCxn id="5" idx="0"/>
            </p:cNvCxnSpPr>
            <p:nvPr/>
          </p:nvCxnSpPr>
          <p:spPr>
            <a:xfrm rot="16200000" flipH="1">
              <a:off x="9737258" y="1387168"/>
              <a:ext cx="666444" cy="2131741"/>
            </a:xfrm>
            <a:prstGeom prst="bentConnector3">
              <a:avLst/>
            </a:prstGeom>
            <a:ln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rgbClr val="2A3A5C"/>
            </a:lnRef>
            <a:fillRef idx="0">
              <a:srgbClr val="2A3A5C"/>
            </a:fillRef>
            <a:effectRef idx="0">
              <a:srgbClr val="2A3A5C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F35B76B-C121-ACAE-3A98-EAB227106D6E}"/>
                </a:ext>
              </a:extLst>
            </p:cNvPr>
            <p:cNvCxnSpPr>
              <a:cxnSpLocks/>
            </p:cNvCxnSpPr>
            <p:nvPr/>
          </p:nvCxnSpPr>
          <p:spPr>
            <a:xfrm>
              <a:off x="9010183" y="2447464"/>
              <a:ext cx="0" cy="361099"/>
            </a:xfrm>
            <a:prstGeom prst="straightConnector1">
              <a:avLst/>
            </a:prstGeom>
            <a:ln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rgbClr val="2A3A5C"/>
            </a:lnRef>
            <a:fillRef idx="0">
              <a:srgbClr val="2A3A5C"/>
            </a:fillRef>
            <a:effectRef idx="0">
              <a:srgbClr val="2A3A5C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30C3421-0C74-4383-8D6E-930397679B31}"/>
                </a:ext>
              </a:extLst>
            </p:cNvPr>
            <p:cNvSpPr/>
            <p:nvPr/>
          </p:nvSpPr>
          <p:spPr>
            <a:xfrm>
              <a:off x="6096001" y="4071739"/>
              <a:ext cx="3707778" cy="634075"/>
            </a:xfrm>
            <a:prstGeom prst="roundRect">
              <a:avLst>
                <a:gd name="adj" fmla="val 16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rgbClr val="4A5E80"/>
            </a:lnRef>
            <a:fillRef idx="1">
              <a:srgbClr val="2A3A5C"/>
            </a:fillRef>
            <a:effectRef idx="0">
              <a:srgbClr val="2A3A5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PyTorch to ONNX export &amp; ONNX Script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0C11757-1168-E34F-C4FF-DC2E504042BD}"/>
                </a:ext>
              </a:extLst>
            </p:cNvPr>
            <p:cNvSpPr/>
            <p:nvPr/>
          </p:nvSpPr>
          <p:spPr>
            <a:xfrm>
              <a:off x="10181063" y="4019475"/>
              <a:ext cx="1930532" cy="686340"/>
            </a:xfrm>
            <a:prstGeom prst="roundRect">
              <a:avLst>
                <a:gd name="adj" fmla="val 16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rgbClr val="4A5E80"/>
            </a:lnRef>
            <a:fillRef idx="1">
              <a:srgbClr val="2A3A5C"/>
            </a:fillRef>
            <a:effectRef idx="0">
              <a:srgbClr val="2A3A5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Programmatic construction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B4D4EE7-8F52-5CFA-27C3-F2D3D89F974B}"/>
                </a:ext>
              </a:extLst>
            </p:cNvPr>
            <p:cNvCxnSpPr>
              <a:stCxn id="3" idx="2"/>
            </p:cNvCxnSpPr>
            <p:nvPr/>
          </p:nvCxnSpPr>
          <p:spPr>
            <a:xfrm>
              <a:off x="6878444" y="3289151"/>
              <a:ext cx="0" cy="782588"/>
            </a:xfrm>
            <a:prstGeom prst="straightConnector1">
              <a:avLst/>
            </a:prstGeom>
            <a:ln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rgbClr val="2A3A5C"/>
            </a:lnRef>
            <a:fillRef idx="0">
              <a:srgbClr val="2A3A5C"/>
            </a:fillRef>
            <a:effectRef idx="0">
              <a:srgbClr val="2A3A5C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8B6152A-B92C-892B-6E55-18A7FD2E46B0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9021334" y="3300302"/>
              <a:ext cx="0" cy="771437"/>
            </a:xfrm>
            <a:prstGeom prst="straightConnector1">
              <a:avLst/>
            </a:prstGeom>
            <a:ln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rgbClr val="2A3A5C"/>
            </a:lnRef>
            <a:fillRef idx="0">
              <a:srgbClr val="2A3A5C"/>
            </a:fillRef>
            <a:effectRef idx="0">
              <a:srgbClr val="2A3A5C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02457A7-188E-8A5F-5D8C-F370471A4816}"/>
                </a:ext>
              </a:extLst>
            </p:cNvPr>
            <p:cNvCxnSpPr>
              <a:stCxn id="5" idx="2"/>
              <a:endCxn id="15" idx="0"/>
            </p:cNvCxnSpPr>
            <p:nvPr/>
          </p:nvCxnSpPr>
          <p:spPr>
            <a:xfrm>
              <a:off x="11136351" y="3289151"/>
              <a:ext cx="9978" cy="730324"/>
            </a:xfrm>
            <a:prstGeom prst="straightConnector1">
              <a:avLst/>
            </a:prstGeom>
            <a:ln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rgbClr val="2A3A5C"/>
            </a:lnRef>
            <a:fillRef idx="0">
              <a:srgbClr val="2A3A5C"/>
            </a:fillRef>
            <a:effectRef idx="0">
              <a:srgbClr val="2A3A5C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74472C5-0315-D13E-1EC8-C000513F9365}"/>
                </a:ext>
              </a:extLst>
            </p:cNvPr>
            <p:cNvSpPr/>
            <p:nvPr/>
          </p:nvSpPr>
          <p:spPr>
            <a:xfrm>
              <a:off x="7660888" y="5477251"/>
              <a:ext cx="3323063" cy="502890"/>
            </a:xfrm>
            <a:prstGeom prst="roundRect">
              <a:avLst>
                <a:gd name="adj" fmla="val 16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rgbClr val="4A5E80"/>
            </a:lnRef>
            <a:fillRef idx="1">
              <a:srgbClr val="2A3A5C"/>
            </a:fillRef>
            <a:effectRef idx="0">
              <a:srgbClr val="2A3A5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Serialized ONNX Graph (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Opset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24+)</a:t>
              </a:r>
            </a:p>
          </p:txBody>
        </p: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FD02A993-7D1B-9B71-FEAB-21944A7B7972}"/>
                </a:ext>
              </a:extLst>
            </p:cNvPr>
            <p:cNvCxnSpPr>
              <a:stCxn id="14" idx="2"/>
              <a:endCxn id="22" idx="0"/>
            </p:cNvCxnSpPr>
            <p:nvPr/>
          </p:nvCxnSpPr>
          <p:spPr>
            <a:xfrm rot="16200000" flipH="1">
              <a:off x="8250437" y="4405267"/>
              <a:ext cx="771437" cy="1372530"/>
            </a:xfrm>
            <a:prstGeom prst="bentConnector3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rgbClr val="2A3A5C"/>
            </a:lnRef>
            <a:fillRef idx="0">
              <a:srgbClr val="2A3A5C"/>
            </a:fillRef>
            <a:effectRef idx="0">
              <a:srgbClr val="2A3A5C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E8244EAA-02E6-9AE3-6898-30179E68F251}"/>
                </a:ext>
              </a:extLst>
            </p:cNvPr>
            <p:cNvCxnSpPr>
              <a:stCxn id="15" idx="2"/>
              <a:endCxn id="22" idx="0"/>
            </p:cNvCxnSpPr>
            <p:nvPr/>
          </p:nvCxnSpPr>
          <p:spPr>
            <a:xfrm rot="5400000">
              <a:off x="9848657" y="4179579"/>
              <a:ext cx="771436" cy="1823909"/>
            </a:xfrm>
            <a:prstGeom prst="bentConnector3">
              <a:avLst/>
            </a:prstGeom>
            <a:ln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rgbClr val="2A3A5C"/>
            </a:lnRef>
            <a:fillRef idx="0">
              <a:srgbClr val="2A3A5C"/>
            </a:fillRef>
            <a:effectRef idx="0">
              <a:srgbClr val="2A3A5C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2D0A7E8-8E84-C8F3-99C7-575EF9ECF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EDD7C-A0FF-165F-8A55-3A9780C28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Enabling backend-specific optimizations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E5457-8178-64F0-69C1-6ADDDE197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rmAutofit fontScale="92500" lnSpcReduction="10000"/>
          </a:bodyPr>
          <a:lstStyle/>
          <a:p>
            <a:r>
              <a:rPr lang="en-US" sz="2400" dirty="0"/>
              <a:t>RFC #7301 — Equivalent subgraphs and multi-target model representations.</a:t>
            </a:r>
          </a:p>
          <a:p>
            <a:endParaRPr lang="en-US" sz="2400" dirty="0"/>
          </a:p>
          <a:p>
            <a:r>
              <a:rPr lang="en-US" sz="2400" dirty="0"/>
              <a:t>Packager pattern — Keep the standard graph; attach backend-optimized variants alongside.</a:t>
            </a:r>
          </a:p>
          <a:p>
            <a:endParaRPr lang="en-US" sz="2400" dirty="0"/>
          </a:p>
          <a:p>
            <a:r>
              <a:rPr lang="en-US" sz="2400" dirty="0"/>
              <a:t>Weight reuse — Allow weight sharing across variants for smaller disk size</a:t>
            </a:r>
          </a:p>
          <a:p>
            <a:endParaRPr lang="en-US" sz="2400" dirty="0"/>
          </a:p>
          <a:p>
            <a:r>
              <a:rPr lang="en-US" sz="2400" dirty="0"/>
              <a:t>Compatibility strings — Lightweight tags to validate pre-compiled blobs at load time.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64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EA9B749-BEFC-86F4-B71B-D77DC502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DDEE-1CB1-8406-680E-E2922842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Enabling AOT Compilation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E1C46-31D6-0D1B-391B-7756E8C6E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rmAutofit/>
          </a:bodyPr>
          <a:lstStyle/>
          <a:p>
            <a:r>
              <a:rPr lang="en-US" sz="2400" dirty="0"/>
              <a:t>Backend Context: custom ops that carry (compiled) binary data</a:t>
            </a:r>
          </a:p>
          <a:p>
            <a:endParaRPr lang="en-US" sz="2400" dirty="0"/>
          </a:p>
          <a:p>
            <a:r>
              <a:rPr lang="en-US" sz="2400" dirty="0"/>
              <a:t>Compatibility strings — Lightweight tags to validate pre-compiled blobs at load time.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324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C628FCF-1CDB-009B-2D36-7122BD85A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303E1-A685-86AE-893E-12DF87E9B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Gen-AI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B87C7-FD00-C66F-C53F-6AB0A0F26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rmAutofit fontScale="92500"/>
          </a:bodyPr>
          <a:lstStyle/>
          <a:p>
            <a:r>
              <a:rPr lang="en-US" sz="2400" dirty="0"/>
              <a:t>Standardized GenAI API</a:t>
            </a:r>
          </a:p>
          <a:p>
            <a:pPr lvl="1"/>
            <a:r>
              <a:rPr lang="en-US" sz="2200" dirty="0"/>
              <a:t>A unified C++ API for shipping GenAI models everywhere.</a:t>
            </a:r>
          </a:p>
          <a:p>
            <a:endParaRPr lang="en-US" sz="2400" dirty="0"/>
          </a:p>
          <a:p>
            <a:r>
              <a:rPr lang="en-US" sz="2400" dirty="0"/>
              <a:t>Goal — Framework- and platform-independent C++ surface for GenAI deployment.</a:t>
            </a:r>
          </a:p>
          <a:p>
            <a:r>
              <a:rPr lang="en-US" sz="2400" dirty="0"/>
              <a:t>Target — Client and edge PCs with heterogeneous NPU, GPU, and CPU hardware.</a:t>
            </a:r>
          </a:p>
          <a:p>
            <a:r>
              <a:rPr lang="en-US" sz="2400" dirty="0"/>
              <a:t>Proof points — Working text-to-text and text-to-image </a:t>
            </a:r>
            <a:r>
              <a:rPr lang="en-US" sz="2400" dirty="0">
                <a:hlinkClick r:id="rId3"/>
              </a:rPr>
              <a:t>pipeline interfaces</a:t>
            </a:r>
            <a:r>
              <a:rPr lang="en-US" sz="2400" dirty="0"/>
              <a:t>.</a:t>
            </a:r>
          </a:p>
          <a:p>
            <a:r>
              <a:rPr lang="en-US" sz="2400" dirty="0"/>
              <a:t>Outcome—  Prompted discussions and interface design  efforts within ONNX Runtime GenAI and </a:t>
            </a:r>
            <a:r>
              <a:rPr lang="en-US" sz="2400" dirty="0" err="1"/>
              <a:t>WinML</a:t>
            </a:r>
            <a:r>
              <a:rPr lang="en-US" sz="24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315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62025" y="581025"/>
            <a:ext cx="10981372" cy="60939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rbanist"/>
                <a:ea typeface="+mn-ea"/>
                <a:cs typeface="+mn-cs"/>
              </a:rPr>
              <a:t>Looking Ahead</a:t>
            </a:r>
          </a:p>
        </p:txBody>
      </p:sp>
      <p:sp>
        <p:nvSpPr>
          <p:cNvPr id="3" name="Accent Bar"/>
          <p:cNvSpPr/>
          <p:nvPr/>
        </p:nvSpPr>
        <p:spPr>
          <a:xfrm>
            <a:off x="771525" y="581025"/>
            <a:ext cx="47625" cy="50289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hank You"/>
          <p:cNvSpPr txBox="1"/>
          <p:nvPr/>
        </p:nvSpPr>
        <p:spPr>
          <a:xfrm>
            <a:off x="771525" y="1550000"/>
            <a:ext cx="10649000" cy="1100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rbanist"/>
                <a:ea typeface="+mn-ea"/>
                <a:cs typeface="+mn-cs"/>
              </a:rPr>
              <a:t>Thank you.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Aptos Light"/>
                <a:ea typeface="+mn-ea"/>
                <a:cs typeface="+mn-cs"/>
              </a:rPr>
              <a:t>For your contributions to streamlining the GenAI flow.</a:t>
            </a:r>
          </a:p>
        </p:txBody>
      </p:sp>
      <p:sp>
        <p:nvSpPr>
          <p:cNvPr id="5" name="Card Wrap Up"/>
          <p:cNvSpPr/>
          <p:nvPr/>
        </p:nvSpPr>
        <p:spPr>
          <a:xfrm>
            <a:off x="1100000" y="3450000"/>
            <a:ext cx="4700000" cy="2200000"/>
          </a:xfrm>
          <a:prstGeom prst="roundRect">
            <a:avLst>
              <a:gd name="adj" fmla="val 6000"/>
            </a:avLst>
          </a:prstGeom>
          <a:solidFill>
            <a:srgbClr val="2A3A5C"/>
          </a:solidFill>
          <a:ln w="12700">
            <a:solidFill>
              <a:srgbClr val="4A5E80"/>
            </a:solidFill>
          </a:ln>
        </p:spPr>
        <p:txBody>
          <a:bodyPr wrap="square" lIns="320000" tIns="280000" rIns="320000" bIns="28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rbanist"/>
                <a:ea typeface="+mn-ea"/>
                <a:cs typeface="+mn-cs"/>
              </a:rPr>
              <a:t>GenAI WG Continues Monthly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8D2E5"/>
                </a:solidFill>
                <a:effectLst/>
                <a:uLnTx/>
                <a:uFillTx/>
                <a:latin typeface="Aptos Light"/>
                <a:ea typeface="+mn-ea"/>
                <a:cs typeface="+mn-cs"/>
              </a:rPr>
              <a:t>We will keep the GenAI WG running on a monthly cadence with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Aptos Light"/>
                <a:ea typeface="+mn-ea"/>
                <a:cs typeface="+mn-cs"/>
              </a:rPr>
              <a:t>focused discussions and an agenda shared ahead of time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8D2E5"/>
                </a:solidFill>
                <a:effectLst/>
                <a:uLnTx/>
                <a:uFillTx/>
                <a:latin typeface="Aptos Light"/>
                <a:ea typeface="+mn-ea"/>
                <a:cs typeface="+mn-cs"/>
              </a:rPr>
              <a:t>.</a:t>
            </a:r>
          </a:p>
        </p:txBody>
      </p:sp>
      <p:sp>
        <p:nvSpPr>
          <p:cNvPr id="6" name="Card Continuing"/>
          <p:cNvSpPr/>
          <p:nvPr/>
        </p:nvSpPr>
        <p:spPr>
          <a:xfrm>
            <a:off x="6392000" y="3450000"/>
            <a:ext cx="4700000" cy="2200000"/>
          </a:xfrm>
          <a:prstGeom prst="roundRect">
            <a:avLst>
              <a:gd name="adj" fmla="val 6000"/>
            </a:avLst>
          </a:prstGeom>
          <a:solidFill>
            <a:srgbClr val="2A3A5C"/>
          </a:solidFill>
          <a:ln w="12700">
            <a:solidFill>
              <a:srgbClr val="4A5E80"/>
            </a:solidFill>
          </a:ln>
        </p:spPr>
        <p:txBody>
          <a:bodyPr wrap="square" lIns="320000" tIns="280000" rIns="320000" bIns="28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rbanist"/>
                <a:ea typeface="+mn-ea"/>
                <a:cs typeface="+mn-cs"/>
              </a:rPr>
              <a:t>Targeted Focus Areas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8D2E5"/>
                </a:solidFill>
                <a:effectLst/>
                <a:uLnTx/>
                <a:uFillTx/>
                <a:latin typeface="Aptos Light"/>
                <a:ea typeface="+mn-ea"/>
                <a:cs typeface="+mn-cs"/>
              </a:rPr>
              <a:t>New GenAI operations, ultra-low precision support and storage, ONNX exporter workflows, backend context, and related items.</a:t>
            </a:r>
          </a:p>
        </p:txBody>
      </p:sp>
    </p:spTree>
    <p:extLst>
      <p:ext uri="{BB962C8B-B14F-4D97-AF65-F5344CB8AC3E}">
        <p14:creationId xmlns:p14="http://schemas.microsoft.com/office/powerpoint/2010/main" val="20452747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469</Words>
  <Application>Microsoft Office PowerPoint</Application>
  <PresentationFormat>Widescreen</PresentationFormat>
  <Paragraphs>81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Light</vt:lpstr>
      <vt:lpstr>Arial</vt:lpstr>
      <vt:lpstr>Calibri</vt:lpstr>
      <vt:lpstr>Calibri Light</vt:lpstr>
      <vt:lpstr>JetBrains Mono</vt:lpstr>
      <vt:lpstr>Urbanist</vt:lpstr>
      <vt:lpstr>Celestial</vt:lpstr>
      <vt:lpstr>PowerPoint Presentation</vt:lpstr>
      <vt:lpstr>Overview</vt:lpstr>
      <vt:lpstr>Operators standardized</vt:lpstr>
      <vt:lpstr>ONGOING</vt:lpstr>
      <vt:lpstr>PowerPoint Presentation</vt:lpstr>
      <vt:lpstr>Enabling backend-specific optimizations</vt:lpstr>
      <vt:lpstr>Enabling AOT Compilation</vt:lpstr>
      <vt:lpstr>Gen-AI Interfaces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Ganesan Ramalingam</dc:creator>
  <cp:lastModifiedBy>Ganesan Ramalingam</cp:lastModifiedBy>
  <cp:revision>1</cp:revision>
  <dcterms:created xsi:type="dcterms:W3CDTF">2026-06-22T23:04:18Z</dcterms:created>
  <dcterms:modified xsi:type="dcterms:W3CDTF">2026-06-26T00:08:17Z</dcterms:modified>
</cp:coreProperties>
</file>