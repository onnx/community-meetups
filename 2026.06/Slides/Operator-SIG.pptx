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4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an Ramalingam" userId="fa309b9d-d840-4aa0-ab1f-49e5fe98d8b2" providerId="ADAL" clId="{F8284AD9-7646-46A4-AC3A-0511F9FCACDB}"/>
    <pc:docChg chg="undo custSel addSld modSld">
      <pc:chgData name="Ganesan Ramalingam" userId="fa309b9d-d840-4aa0-ab1f-49e5fe98d8b2" providerId="ADAL" clId="{F8284AD9-7646-46A4-AC3A-0511F9FCACDB}" dt="2026-06-23T23:37:58.797" v="2396" actId="20577"/>
      <pc:docMkLst>
        <pc:docMk/>
      </pc:docMkLst>
      <pc:sldChg chg="modSp new mod">
        <pc:chgData name="Ganesan Ramalingam" userId="fa309b9d-d840-4aa0-ab1f-49e5fe98d8b2" providerId="ADAL" clId="{F8284AD9-7646-46A4-AC3A-0511F9FCACDB}" dt="2026-06-23T21:06:14.394" v="52" actId="20577"/>
        <pc:sldMkLst>
          <pc:docMk/>
          <pc:sldMk cId="4120882383" sldId="256"/>
        </pc:sldMkLst>
        <pc:spChg chg="mod">
          <ac:chgData name="Ganesan Ramalingam" userId="fa309b9d-d840-4aa0-ab1f-49e5fe98d8b2" providerId="ADAL" clId="{F8284AD9-7646-46A4-AC3A-0511F9FCACDB}" dt="2026-06-23T21:06:02.026" v="24" actId="20577"/>
          <ac:spMkLst>
            <pc:docMk/>
            <pc:sldMk cId="4120882383" sldId="256"/>
            <ac:spMk id="2" creationId="{EC636101-7CD0-7010-C23B-4B2BD1325EBA}"/>
          </ac:spMkLst>
        </pc:spChg>
        <pc:spChg chg="mod">
          <ac:chgData name="Ganesan Ramalingam" userId="fa309b9d-d840-4aa0-ab1f-49e5fe98d8b2" providerId="ADAL" clId="{F8284AD9-7646-46A4-AC3A-0511F9FCACDB}" dt="2026-06-23T21:06:14.394" v="52" actId="20577"/>
          <ac:spMkLst>
            <pc:docMk/>
            <pc:sldMk cId="4120882383" sldId="256"/>
            <ac:spMk id="3" creationId="{B3156879-BE16-22B2-4AAC-767230C28C4C}"/>
          </ac:spMkLst>
        </pc:spChg>
      </pc:sldChg>
      <pc:sldChg chg="modSp new mod">
        <pc:chgData name="Ganesan Ramalingam" userId="fa309b9d-d840-4aa0-ab1f-49e5fe98d8b2" providerId="ADAL" clId="{F8284AD9-7646-46A4-AC3A-0511F9FCACDB}" dt="2026-06-23T23:35:54.480" v="2190" actId="20577"/>
        <pc:sldMkLst>
          <pc:docMk/>
          <pc:sldMk cId="301695330" sldId="257"/>
        </pc:sldMkLst>
        <pc:spChg chg="mod">
          <ac:chgData name="Ganesan Ramalingam" userId="fa309b9d-d840-4aa0-ab1f-49e5fe98d8b2" providerId="ADAL" clId="{F8284AD9-7646-46A4-AC3A-0511F9FCACDB}" dt="2026-06-23T21:07:23.380" v="79" actId="20577"/>
          <ac:spMkLst>
            <pc:docMk/>
            <pc:sldMk cId="301695330" sldId="257"/>
            <ac:spMk id="2" creationId="{CD0A03A8-E68F-20B1-414B-39D2BD2A4C26}"/>
          </ac:spMkLst>
        </pc:spChg>
        <pc:spChg chg="mod">
          <ac:chgData name="Ganesan Ramalingam" userId="fa309b9d-d840-4aa0-ab1f-49e5fe98d8b2" providerId="ADAL" clId="{F8284AD9-7646-46A4-AC3A-0511F9FCACDB}" dt="2026-06-23T23:35:54.480" v="2190" actId="20577"/>
          <ac:spMkLst>
            <pc:docMk/>
            <pc:sldMk cId="301695330" sldId="257"/>
            <ac:spMk id="3" creationId="{C639D746-A2A6-2EF3-0538-7EB14955C7EE}"/>
          </ac:spMkLst>
        </pc:spChg>
      </pc:sldChg>
      <pc:sldChg chg="modSp new mod">
        <pc:chgData name="Ganesan Ramalingam" userId="fa309b9d-d840-4aa0-ab1f-49e5fe98d8b2" providerId="ADAL" clId="{F8284AD9-7646-46A4-AC3A-0511F9FCACDB}" dt="2026-06-23T22:18:19.339" v="685" actId="20577"/>
        <pc:sldMkLst>
          <pc:docMk/>
          <pc:sldMk cId="4023442291" sldId="258"/>
        </pc:sldMkLst>
        <pc:spChg chg="mod">
          <ac:chgData name="Ganesan Ramalingam" userId="fa309b9d-d840-4aa0-ab1f-49e5fe98d8b2" providerId="ADAL" clId="{F8284AD9-7646-46A4-AC3A-0511F9FCACDB}" dt="2026-06-23T21:50:01.653" v="401" actId="20577"/>
          <ac:spMkLst>
            <pc:docMk/>
            <pc:sldMk cId="4023442291" sldId="258"/>
            <ac:spMk id="2" creationId="{885028B1-6FC3-667F-0E8B-1761D8546322}"/>
          </ac:spMkLst>
        </pc:spChg>
        <pc:spChg chg="mod">
          <ac:chgData name="Ganesan Ramalingam" userId="fa309b9d-d840-4aa0-ab1f-49e5fe98d8b2" providerId="ADAL" clId="{F8284AD9-7646-46A4-AC3A-0511F9FCACDB}" dt="2026-06-23T22:18:19.339" v="685" actId="20577"/>
          <ac:spMkLst>
            <pc:docMk/>
            <pc:sldMk cId="4023442291" sldId="258"/>
            <ac:spMk id="3" creationId="{4B177FD4-7A76-0D17-F203-C6A7ED0D4FC3}"/>
          </ac:spMkLst>
        </pc:spChg>
      </pc:sldChg>
      <pc:sldChg chg="modSp new mod">
        <pc:chgData name="Ganesan Ramalingam" userId="fa309b9d-d840-4aa0-ab1f-49e5fe98d8b2" providerId="ADAL" clId="{F8284AD9-7646-46A4-AC3A-0511F9FCACDB}" dt="2026-06-23T22:32:26.151" v="1288" actId="20577"/>
        <pc:sldMkLst>
          <pc:docMk/>
          <pc:sldMk cId="89237453" sldId="259"/>
        </pc:sldMkLst>
        <pc:spChg chg="mod">
          <ac:chgData name="Ganesan Ramalingam" userId="fa309b9d-d840-4aa0-ab1f-49e5fe98d8b2" providerId="ADAL" clId="{F8284AD9-7646-46A4-AC3A-0511F9FCACDB}" dt="2026-06-23T22:20:02.894" v="729" actId="20577"/>
          <ac:spMkLst>
            <pc:docMk/>
            <pc:sldMk cId="89237453" sldId="259"/>
            <ac:spMk id="2" creationId="{D874FD70-3B96-70C2-97B5-DB3BF41D1A8F}"/>
          </ac:spMkLst>
        </pc:spChg>
        <pc:spChg chg="mod">
          <ac:chgData name="Ganesan Ramalingam" userId="fa309b9d-d840-4aa0-ab1f-49e5fe98d8b2" providerId="ADAL" clId="{F8284AD9-7646-46A4-AC3A-0511F9FCACDB}" dt="2026-06-23T22:32:26.151" v="1288" actId="20577"/>
          <ac:spMkLst>
            <pc:docMk/>
            <pc:sldMk cId="89237453" sldId="259"/>
            <ac:spMk id="3" creationId="{4B12EE83-03B8-5A62-52E4-96CC6490CA8D}"/>
          </ac:spMkLst>
        </pc:spChg>
      </pc:sldChg>
      <pc:sldChg chg="modSp new mod">
        <pc:chgData name="Ganesan Ramalingam" userId="fa309b9d-d840-4aa0-ab1f-49e5fe98d8b2" providerId="ADAL" clId="{F8284AD9-7646-46A4-AC3A-0511F9FCACDB}" dt="2026-06-23T23:14:59.750" v="1862" actId="20577"/>
        <pc:sldMkLst>
          <pc:docMk/>
          <pc:sldMk cId="3202485785" sldId="260"/>
        </pc:sldMkLst>
        <pc:spChg chg="mod">
          <ac:chgData name="Ganesan Ramalingam" userId="fa309b9d-d840-4aa0-ab1f-49e5fe98d8b2" providerId="ADAL" clId="{F8284AD9-7646-46A4-AC3A-0511F9FCACDB}" dt="2026-06-23T23:06:36.647" v="1308" actId="20577"/>
          <ac:spMkLst>
            <pc:docMk/>
            <pc:sldMk cId="3202485785" sldId="260"/>
            <ac:spMk id="2" creationId="{FA14D489-9ECF-52B2-4888-EDB49467BD50}"/>
          </ac:spMkLst>
        </pc:spChg>
        <pc:spChg chg="mod">
          <ac:chgData name="Ganesan Ramalingam" userId="fa309b9d-d840-4aa0-ab1f-49e5fe98d8b2" providerId="ADAL" clId="{F8284AD9-7646-46A4-AC3A-0511F9FCACDB}" dt="2026-06-23T23:14:59.750" v="1862" actId="20577"/>
          <ac:spMkLst>
            <pc:docMk/>
            <pc:sldMk cId="3202485785" sldId="260"/>
            <ac:spMk id="3" creationId="{74CEA678-966E-3F7C-D26D-C9634F6CE8AD}"/>
          </ac:spMkLst>
        </pc:spChg>
      </pc:sldChg>
      <pc:sldChg chg="modSp new mod">
        <pc:chgData name="Ganesan Ramalingam" userId="fa309b9d-d840-4aa0-ab1f-49e5fe98d8b2" providerId="ADAL" clId="{F8284AD9-7646-46A4-AC3A-0511F9FCACDB}" dt="2026-06-23T23:37:58.797" v="2396" actId="20577"/>
        <pc:sldMkLst>
          <pc:docMk/>
          <pc:sldMk cId="949238963" sldId="261"/>
        </pc:sldMkLst>
        <pc:spChg chg="mod">
          <ac:chgData name="Ganesan Ramalingam" userId="fa309b9d-d840-4aa0-ab1f-49e5fe98d8b2" providerId="ADAL" clId="{F8284AD9-7646-46A4-AC3A-0511F9FCACDB}" dt="2026-06-23T23:33:20.197" v="1881" actId="20577"/>
          <ac:spMkLst>
            <pc:docMk/>
            <pc:sldMk cId="949238963" sldId="261"/>
            <ac:spMk id="2" creationId="{A711BDD8-A108-3D75-9474-B5539D89EE54}"/>
          </ac:spMkLst>
        </pc:spChg>
        <pc:spChg chg="mod">
          <ac:chgData name="Ganesan Ramalingam" userId="fa309b9d-d840-4aa0-ab1f-49e5fe98d8b2" providerId="ADAL" clId="{F8284AD9-7646-46A4-AC3A-0511F9FCACDB}" dt="2026-06-23T23:37:58.797" v="2396" actId="20577"/>
          <ac:spMkLst>
            <pc:docMk/>
            <pc:sldMk cId="949238963" sldId="261"/>
            <ac:spMk id="3" creationId="{6FBC0E60-051A-BC84-8B51-1478181E916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7F8B-1214-6919-3C1D-FB19758DC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E8A34-C375-AED7-D4A3-A51B334B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1D24-D4A5-BF2F-3B6C-D5A84B30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C9D5-AA72-EA2C-14B7-52D20BDC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6EB4B-87ED-FAAA-5C6A-2D5E3D16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4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9E08-D230-0424-D297-D0FACCDB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8292-1103-B0A8-210A-135E1C052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0EC3-BF19-2BD6-2D34-A2A5A3BA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26F9-0E31-851A-2FED-2860FE60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207F-3151-99CC-FD16-1281538B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3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A52E-B825-0193-6977-2D74FD81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6EC06-958F-801E-D1D1-32ACF2A1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17817-BC3B-5232-8A12-8250E7E7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FC78D-48D2-9008-0118-EA4DD7D9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A5567-13BD-ECD7-79AE-C4C366DA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2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3349-8A88-22A4-2687-009631D9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BAE8B-16E4-D9BE-42DF-DC616EE4D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56940-7BFD-9D3C-C56E-96B1EA182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6971D-3640-43A4-29E0-967318BA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5C702-41DE-7DA9-7E9D-EA0F508E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D46D5-8AE8-ACEB-B411-4D1C0DD3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8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B79E-B239-8AE4-389A-A9CC853A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C4D9-FB00-ED3A-FFBF-7150A625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9FC11-7EAF-FE44-59BA-44D81E048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C20C1-618D-DD66-9717-04A19C4A9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75D46-1198-10E7-E5F2-6BE5FE774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49F5F-010F-C2E3-4A3B-192C17DE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A632E-CF54-9F52-6F3D-095FEEC6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64134-550F-3D22-44F8-DE5A026A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4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053A-D82A-E276-117C-0EBDCBE6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83C1F-491F-EFAA-FDAA-E30417AC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DB675-B65B-0201-A694-B02D2720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A1A7B-A130-8D23-613D-EB482323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5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43681-0DD9-6367-3ACA-2169400A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A887B-AD26-B541-769B-22841E9E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CA2F-7EAC-8AAF-854B-05B94417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1DAF-81DA-0EDF-9115-5631B7C8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75034-66D4-7EDC-C57C-BBAF8C586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F2C3-C314-F8AE-5C8B-E67E9B95F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116D0-A49E-2F73-7FE7-8DFFF9AB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FCE3A-0113-27DA-0E22-A0C8E525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77CC0-31DE-4BF5-4AF4-A568DE4D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0385-64A6-BE0F-2696-5A3BDF01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DFDE9-614C-EB17-A7BE-06B1FBB49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238A5-CF1C-2A9A-7DAB-C0D265B5D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2A4D3-8519-F72F-A1F0-4345DCDE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91A9F-882F-9AF0-A21F-51591D29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F2ED8-5FFF-985F-5B31-C86E04F4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9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20E1-0E90-0FC4-E124-1DB23877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4D484-CBBE-5908-A802-CB4F2A6F0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AEDF9-4741-4B30-AEC2-72735CE2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B24CF-861D-1F03-D7DF-8961B70A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A0B72-3670-C736-CCF0-F95FB674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2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A0357-C0B7-282C-DE9F-8E6120A56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2DDA0-429A-1879-CB2D-1B4F710EC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167B-3F43-BDDB-87D3-ABFE47D1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25BA0-6FD4-548F-557C-C7748362A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082F1-140F-CC97-2950-577F4396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9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36B70-5396-0B78-AF8F-F7D8AA76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CA08E-F5AA-FF7B-E5E6-DC4703240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BE07-C4C8-0BC2-11C8-9385E0C3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152C3-479C-433F-A5DF-E3AB746D101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9A2C7-E21A-711B-6EAF-5B6431AA2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6FA9D-BD70-5B86-160E-E8CA8EDEF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FBB99-3541-43C1-A86C-EC916003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6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6101-7CD0-7010-C23B-4B2BD1325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Operators</a:t>
            </a:r>
            <a:br>
              <a:rPr lang="en-US" dirty="0"/>
            </a:br>
            <a:r>
              <a:rPr lang="en-US" dirty="0"/>
              <a:t>A Few Thoughts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56879-BE16-22B2-4AAC-767230C28C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G. Ramalingam</a:t>
            </a:r>
          </a:p>
          <a:p>
            <a:r>
              <a:rPr lang="en-US" dirty="0"/>
              <a:t>(Operator SIG)</a:t>
            </a:r>
          </a:p>
        </p:txBody>
      </p:sp>
    </p:spTree>
    <p:extLst>
      <p:ext uri="{BB962C8B-B14F-4D97-AF65-F5344CB8AC3E}">
        <p14:creationId xmlns:p14="http://schemas.microsoft.com/office/powerpoint/2010/main" val="412088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03A8-E68F-20B1-414B-39D2BD2A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Topics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9D746-A2A6-2EF3-0538-7EB14955C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Mixture Of Experts (</a:t>
            </a:r>
            <a:r>
              <a:rPr lang="en-US" dirty="0" err="1"/>
              <a:t>GroupedMatMul</a:t>
            </a:r>
            <a:r>
              <a:rPr lang="en-US" dirty="0"/>
              <a:t>)</a:t>
            </a:r>
          </a:p>
          <a:p>
            <a:r>
              <a:rPr lang="en-US" dirty="0"/>
              <a:t>KV Cache Quantization (&amp; Quantized Attention)</a:t>
            </a:r>
          </a:p>
          <a:p>
            <a:pPr lvl="1"/>
            <a:r>
              <a:rPr lang="en-US" dirty="0" err="1"/>
              <a:t>FlexAttention</a:t>
            </a:r>
            <a:endParaRPr lang="en-US" dirty="0"/>
          </a:p>
          <a:p>
            <a:r>
              <a:rPr lang="en-US" dirty="0"/>
              <a:t>Paged Attention</a:t>
            </a:r>
          </a:p>
          <a:p>
            <a:r>
              <a:rPr lang="en-US" dirty="0" err="1"/>
              <a:t>Multihead</a:t>
            </a:r>
            <a:r>
              <a:rPr lang="en-US" dirty="0"/>
              <a:t> Latent Attention (MLA)</a:t>
            </a:r>
          </a:p>
          <a:p>
            <a:r>
              <a:rPr lang="en-US" dirty="0"/>
              <a:t>Packed Attention</a:t>
            </a:r>
          </a:p>
          <a:p>
            <a:r>
              <a:rPr lang="en-US" dirty="0"/>
              <a:t>Speculative Decoding</a:t>
            </a:r>
          </a:p>
          <a:p>
            <a:pPr lvl="1"/>
            <a:r>
              <a:rPr lang="en-US" dirty="0"/>
              <a:t>Only minor impact on ops per se (need for non-causal mask)</a:t>
            </a:r>
          </a:p>
          <a:p>
            <a:r>
              <a:rPr lang="en-US" dirty="0" err="1"/>
              <a:t>RotaryEmbedding</a:t>
            </a:r>
            <a:r>
              <a:rPr lang="en-US" dirty="0"/>
              <a:t> 2D (for vision models)</a:t>
            </a:r>
          </a:p>
        </p:txBody>
      </p:sp>
    </p:spTree>
    <p:extLst>
      <p:ext uri="{BB962C8B-B14F-4D97-AF65-F5344CB8AC3E}">
        <p14:creationId xmlns:p14="http://schemas.microsoft.com/office/powerpoint/2010/main" val="3016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28B1-6FC3-667F-0E8B-1761D854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Fused 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77FD4-7A76-0D17-F203-C6A7ED0D4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Primitive ops in ONNX suffice to </a:t>
            </a:r>
            <a:r>
              <a:rPr lang="en-US" i="1" dirty="0">
                <a:solidFill>
                  <a:srgbClr val="C00000"/>
                </a:solidFill>
              </a:rPr>
              <a:t>express</a:t>
            </a:r>
            <a:r>
              <a:rPr lang="en-US" dirty="0"/>
              <a:t> most new ideas</a:t>
            </a:r>
          </a:p>
          <a:p>
            <a:r>
              <a:rPr lang="en-US" dirty="0"/>
              <a:t>Fused ops are critical for </a:t>
            </a:r>
            <a:r>
              <a:rPr lang="en-US" i="1" dirty="0">
                <a:solidFill>
                  <a:srgbClr val="C00000"/>
                </a:solidFill>
              </a:rPr>
              <a:t>performance</a:t>
            </a:r>
            <a:r>
              <a:rPr lang="en-US" dirty="0"/>
              <a:t> (an implementation concern)</a:t>
            </a:r>
          </a:p>
          <a:p>
            <a:r>
              <a:rPr lang="en-US" dirty="0"/>
              <a:t>Can backends (compilers) handle the optimization? What’s needed from the </a:t>
            </a:r>
            <a:r>
              <a:rPr lang="en-US" dirty="0" err="1"/>
              <a:t>onnx</a:t>
            </a:r>
            <a:r>
              <a:rPr lang="en-US" dirty="0"/>
              <a:t> models to help?</a:t>
            </a:r>
          </a:p>
          <a:p>
            <a:pPr lvl="1"/>
            <a:r>
              <a:rPr lang="en-US" dirty="0"/>
              <a:t>Input from compiler-writers would help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44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FD70-3B96-70C2-97B5-DB3BF41D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Challenges, Tradeoffs, and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2EE83-03B8-5A62-52E4-96CC6490C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Runtime code-generation forbidden/hard (iOS, Android)</a:t>
            </a:r>
          </a:p>
          <a:p>
            <a:r>
              <a:rPr lang="en-US" dirty="0"/>
              <a:t>Compiler can increase binary size (MLIR/LLVM)</a:t>
            </a:r>
          </a:p>
          <a:p>
            <a:r>
              <a:rPr lang="en-US" dirty="0"/>
              <a:t>Compilation time can be high</a:t>
            </a:r>
          </a:p>
          <a:p>
            <a:pPr lvl="1"/>
            <a:r>
              <a:rPr lang="en-US" dirty="0"/>
              <a:t>AOT Compilation and Caching</a:t>
            </a:r>
          </a:p>
          <a:p>
            <a:r>
              <a:rPr lang="en-US" dirty="0"/>
              <a:t>Custom compilation (of a specific code-fragment) can exploit more optimizations than generic compilation</a:t>
            </a:r>
          </a:p>
          <a:p>
            <a:pPr lvl="1"/>
            <a:r>
              <a:rPr lang="en-US" dirty="0"/>
              <a:t>“Custom compilation” == authoring a kernel for a specific (fused) op</a:t>
            </a:r>
          </a:p>
          <a:p>
            <a:pPr lvl="1"/>
            <a:r>
              <a:rPr lang="en-US" dirty="0"/>
              <a:t>Can be done by human developer … or an ai agent</a:t>
            </a:r>
          </a:p>
          <a:p>
            <a:pPr lvl="1"/>
            <a:r>
              <a:rPr lang="en-US" dirty="0"/>
              <a:t>Fused ops will continue to be important</a:t>
            </a:r>
          </a:p>
          <a:p>
            <a:pPr lvl="1"/>
            <a:r>
              <a:rPr lang="en-US" dirty="0"/>
              <a:t>Identifies a common pattern of computation worth optimizing heavily AOT, one that can be reused across different models</a:t>
            </a:r>
          </a:p>
        </p:txBody>
      </p:sp>
    </p:spTree>
    <p:extLst>
      <p:ext uri="{BB962C8B-B14F-4D97-AF65-F5344CB8AC3E}">
        <p14:creationId xmlns:p14="http://schemas.microsoft.com/office/powerpoint/2010/main" val="8923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D489-9ECF-52B2-4888-EDB49467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FlexAttention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EA678-966E-3F7C-D26D-C9634F6C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FlexAttention</a:t>
            </a:r>
            <a:r>
              <a:rPr lang="en-US" dirty="0"/>
              <a:t> is a higher-order op with subgraph-attributes</a:t>
            </a:r>
          </a:p>
          <a:p>
            <a:pPr lvl="1"/>
            <a:r>
              <a:rPr lang="en-US" dirty="0"/>
              <a:t>An op template</a:t>
            </a:r>
          </a:p>
          <a:p>
            <a:r>
              <a:rPr lang="en-US" dirty="0"/>
              <a:t>Efficient implementation requires compilation support: an interpreted implementation doesn’t serve the purpose of a fused op</a:t>
            </a:r>
          </a:p>
          <a:p>
            <a:r>
              <a:rPr lang="en-US" dirty="0"/>
              <a:t>It helps avoid the need for graph-pattern-matching to identify subgraphs to be fused</a:t>
            </a:r>
          </a:p>
          <a:p>
            <a:r>
              <a:rPr lang="en-US" dirty="0"/>
              <a:t>Will compiled version be as efficient as specialized kernels for common cases (instances)?</a:t>
            </a:r>
          </a:p>
          <a:p>
            <a:r>
              <a:rPr lang="en-US" dirty="0"/>
              <a:t>Implementations matching subgraphs against patterns?</a:t>
            </a:r>
          </a:p>
          <a:p>
            <a:r>
              <a:rPr lang="en-US" dirty="0"/>
              <a:t>Appropriate for research/experimentation; placed in experimental domain</a:t>
            </a:r>
          </a:p>
        </p:txBody>
      </p:sp>
    </p:spTree>
    <p:extLst>
      <p:ext uri="{BB962C8B-B14F-4D97-AF65-F5344CB8AC3E}">
        <p14:creationId xmlns:p14="http://schemas.microsoft.com/office/powerpoint/2010/main" val="320248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BDD8-A108-3D75-9474-B5539D89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Op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C0E60-051A-BC84-8B51-1478181E9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Scan is an operator that represents an iteration over a collection of (same-shape) tensors represented as a single tensor (along a dimension)</a:t>
            </a:r>
          </a:p>
          <a:p>
            <a:r>
              <a:rPr lang="en-US" dirty="0"/>
              <a:t>Proposed extension to represent iteration over a collection of (variable length) tensors represented as a single tensor (by packing)</a:t>
            </a:r>
          </a:p>
          <a:p>
            <a:pPr lvl="1"/>
            <a:r>
              <a:rPr lang="en-US" dirty="0"/>
              <a:t>Example: Packed Attention</a:t>
            </a:r>
          </a:p>
          <a:p>
            <a:r>
              <a:rPr lang="en-US" dirty="0"/>
              <a:t>Works well without fusion in some settings (</a:t>
            </a:r>
            <a:r>
              <a:rPr lang="en-US" dirty="0" err="1"/>
              <a:t>eg</a:t>
            </a:r>
            <a:r>
              <a:rPr lang="en-US" dirty="0"/>
              <a:t>: CPU).</a:t>
            </a:r>
          </a:p>
          <a:p>
            <a:pPr lvl="1"/>
            <a:r>
              <a:rPr lang="en-US" dirty="0"/>
              <a:t>May need compilation support in other settings (</a:t>
            </a:r>
            <a:r>
              <a:rPr lang="en-US" dirty="0" err="1"/>
              <a:t>eg</a:t>
            </a:r>
            <a:r>
              <a:rPr lang="en-US" dirty="0"/>
              <a:t>: GPU)</a:t>
            </a:r>
          </a:p>
          <a:p>
            <a:endParaRPr lang="en-US" dirty="0"/>
          </a:p>
          <a:p>
            <a:r>
              <a:rPr lang="en-US" dirty="0"/>
              <a:t>May be useful to extend to represent </a:t>
            </a:r>
            <a:r>
              <a:rPr lang="en-US"/>
              <a:t>Parallel Scan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3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373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Operators A Few Thoughts</vt:lpstr>
      <vt:lpstr>Current Topics of Interest</vt:lpstr>
      <vt:lpstr>Need For Fused Ops</vt:lpstr>
      <vt:lpstr>Challenges, Tradeoffs, and Options</vt:lpstr>
      <vt:lpstr>FlexAttention</vt:lpstr>
      <vt:lpstr>Scan Op Extensions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Ganesan Ramalingam</dc:creator>
  <cp:lastModifiedBy>Ganesan Ramalingam</cp:lastModifiedBy>
  <cp:revision>1</cp:revision>
  <dcterms:created xsi:type="dcterms:W3CDTF">2026-06-23T21:05:11Z</dcterms:created>
  <dcterms:modified xsi:type="dcterms:W3CDTF">2026-07-07T16:38:23Z</dcterms:modified>
</cp:coreProperties>
</file>