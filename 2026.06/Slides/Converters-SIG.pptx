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64043-D70B-4C74-A2DF-83807C67C83A}" v="7" dt="2026-06-19T17:46:44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7" autoAdjust="0"/>
    <p:restoredTop sz="79639" autoAdjust="0"/>
  </p:normalViewPr>
  <p:slideViewPr>
    <p:cSldViewPr snapToGrid="0">
      <p:cViewPr varScale="1">
        <p:scale>
          <a:sx n="89" d="100"/>
          <a:sy n="89" d="100"/>
        </p:scale>
        <p:origin x="1036" y="6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Dupre" userId="4eb195d4-5378-4b6a-8bdc-f58fcd36a9e9" providerId="ADAL" clId="{0C1C8078-BC91-4FA7-983F-7961922F1641}"/>
    <pc:docChg chg="undo custSel addSld delSld modSld sldOrd">
      <pc:chgData name="Xavier Dupre" userId="4eb195d4-5378-4b6a-8bdc-f58fcd36a9e9" providerId="ADAL" clId="{0C1C8078-BC91-4FA7-983F-7961922F1641}" dt="2026-06-19T17:46:44.119" v="2935"/>
      <pc:docMkLst>
        <pc:docMk/>
      </pc:docMkLst>
      <pc:sldChg chg="addSp delSp modSp mod modTransition modAnim modNotesTx">
        <pc:chgData name="Xavier Dupre" userId="4eb195d4-5378-4b6a-8bdc-f58fcd36a9e9" providerId="ADAL" clId="{0C1C8078-BC91-4FA7-983F-7961922F1641}" dt="2026-06-19T17:46:44.119" v="2935"/>
        <pc:sldMkLst>
          <pc:docMk/>
          <pc:sldMk cId="3461356845" sldId="256"/>
        </pc:sldMkLst>
        <pc:spChg chg="mod">
          <ac:chgData name="Xavier Dupre" userId="4eb195d4-5378-4b6a-8bdc-f58fcd36a9e9" providerId="ADAL" clId="{0C1C8078-BC91-4FA7-983F-7961922F1641}" dt="2026-06-19T17:20:39.155" v="211" actId="20577"/>
          <ac:spMkLst>
            <pc:docMk/>
            <pc:sldMk cId="3461356845" sldId="256"/>
            <ac:spMk id="3" creationId="{A32F305F-A2A2-EEC4-55B3-37225D5C1578}"/>
          </ac:spMkLst>
        </pc:spChg>
        <pc:picChg chg="add del mod">
          <ac:chgData name="Xavier Dupre" userId="4eb195d4-5378-4b6a-8bdc-f58fcd36a9e9" providerId="ADAL" clId="{0C1C8078-BC91-4FA7-983F-7961922F1641}" dt="2026-06-19T17:21:01.163" v="212"/>
          <ac:picMkLst>
            <pc:docMk/>
            <pc:sldMk cId="3461356845" sldId="256"/>
            <ac:picMk id="7" creationId="{CAEAF34B-DFDF-932B-DC3F-EE233289AAE1}"/>
          </ac:picMkLst>
        </pc:picChg>
        <pc:picChg chg="add del mod">
          <ac:chgData name="Xavier Dupre" userId="4eb195d4-5378-4b6a-8bdc-f58fcd36a9e9" providerId="ADAL" clId="{0C1C8078-BC91-4FA7-983F-7961922F1641}" dt="2026-06-19T17:22:46.791" v="214"/>
          <ac:picMkLst>
            <pc:docMk/>
            <pc:sldMk cId="3461356845" sldId="256"/>
            <ac:picMk id="11" creationId="{D89FAE2F-5A52-F948-3BE0-381975319530}"/>
          </ac:picMkLst>
        </pc:pic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3461356845" sldId="256"/>
            <ac:picMk id="15" creationId="{0EFFADD5-1745-38FB-7BC4-1B8648CA3D58}"/>
          </ac:picMkLst>
        </pc:picChg>
      </pc:sldChg>
      <pc:sldChg chg="addSp delSp modSp mod modTransition modAnim modNotesTx">
        <pc:chgData name="Xavier Dupre" userId="4eb195d4-5378-4b6a-8bdc-f58fcd36a9e9" providerId="ADAL" clId="{0C1C8078-BC91-4FA7-983F-7961922F1641}" dt="2026-06-19T17:46:44.119" v="2935"/>
        <pc:sldMkLst>
          <pc:docMk/>
          <pc:sldMk cId="3463727539" sldId="257"/>
        </pc:sldMkLst>
        <pc:spChg chg="mod">
          <ac:chgData name="Xavier Dupre" userId="4eb195d4-5378-4b6a-8bdc-f58fcd36a9e9" providerId="ADAL" clId="{0C1C8078-BC91-4FA7-983F-7961922F1641}" dt="2026-06-19T15:29:06.119" v="1" actId="27636"/>
          <ac:spMkLst>
            <pc:docMk/>
            <pc:sldMk cId="3463727539" sldId="257"/>
            <ac:spMk id="3" creationId="{D9318FBA-328B-42A6-E69D-5D130692074D}"/>
          </ac:spMkLst>
        </pc:spChg>
        <pc:picChg chg="add mod">
          <ac:chgData name="Xavier Dupre" userId="4eb195d4-5378-4b6a-8bdc-f58fcd36a9e9" providerId="ADAL" clId="{0C1C8078-BC91-4FA7-983F-7961922F1641}" dt="2026-06-19T15:30:27.879" v="5" actId="1076"/>
          <ac:picMkLst>
            <pc:docMk/>
            <pc:sldMk cId="3463727539" sldId="257"/>
            <ac:picMk id="6" creationId="{AE037639-6EDD-187E-66A1-3A0D6BF63475}"/>
          </ac:picMkLst>
        </pc:picChg>
        <pc:picChg chg="add del mod">
          <ac:chgData name="Xavier Dupre" userId="4eb195d4-5378-4b6a-8bdc-f58fcd36a9e9" providerId="ADAL" clId="{0C1C8078-BC91-4FA7-983F-7961922F1641}" dt="2026-06-19T17:22:46.791" v="214"/>
          <ac:picMkLst>
            <pc:docMk/>
            <pc:sldMk cId="3463727539" sldId="257"/>
            <ac:picMk id="10" creationId="{83BCD5C0-F19D-8812-5E2E-B6D7C680F8D8}"/>
          </ac:picMkLst>
        </pc:pic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3463727539" sldId="257"/>
            <ac:picMk id="15" creationId="{CBC99CA1-089C-8A2E-1839-BFB8733DB8DF}"/>
          </ac:picMkLst>
        </pc:picChg>
      </pc:sldChg>
      <pc:sldChg chg="addSp delSp modSp mod modTransition modAnim modNotesTx">
        <pc:chgData name="Xavier Dupre" userId="4eb195d4-5378-4b6a-8bdc-f58fcd36a9e9" providerId="ADAL" clId="{0C1C8078-BC91-4FA7-983F-7961922F1641}" dt="2026-06-19T17:46:44.119" v="2935"/>
        <pc:sldMkLst>
          <pc:docMk/>
          <pc:sldMk cId="2875260560" sldId="258"/>
        </pc:sldMkLst>
        <pc:spChg chg="mod">
          <ac:chgData name="Xavier Dupre" userId="4eb195d4-5378-4b6a-8bdc-f58fcd36a9e9" providerId="ADAL" clId="{0C1C8078-BC91-4FA7-983F-7961922F1641}" dt="2026-06-19T17:15:46.889" v="95" actId="26606"/>
          <ac:spMkLst>
            <pc:docMk/>
            <pc:sldMk cId="2875260560" sldId="258"/>
            <ac:spMk id="3" creationId="{A832D1FA-51AF-5EE7-A491-EF7D69D21315}"/>
          </ac:spMkLst>
        </pc:spChg>
        <pc:picChg chg="add del mod">
          <ac:chgData name="Xavier Dupre" userId="4eb195d4-5378-4b6a-8bdc-f58fcd36a9e9" providerId="ADAL" clId="{0C1C8078-BC91-4FA7-983F-7961922F1641}" dt="2026-06-19T17:22:46.791" v="214"/>
          <ac:picMkLst>
            <pc:docMk/>
            <pc:sldMk cId="2875260560" sldId="258"/>
            <ac:picMk id="6" creationId="{76DCB923-D722-0700-A084-D062EA32D250}"/>
          </ac:picMkLst>
        </pc:pic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2875260560" sldId="258"/>
            <ac:picMk id="11" creationId="{3FC88A49-D3D5-06DA-BC7D-F40B1630EEF0}"/>
          </ac:picMkLst>
        </pc:picChg>
      </pc:sldChg>
      <pc:sldChg chg="addSp delSp modSp modTransition modAnim modNotesTx">
        <pc:chgData name="Xavier Dupre" userId="4eb195d4-5378-4b6a-8bdc-f58fcd36a9e9" providerId="ADAL" clId="{0C1C8078-BC91-4FA7-983F-7961922F1641}" dt="2026-06-19T17:46:44.119" v="2935"/>
        <pc:sldMkLst>
          <pc:docMk/>
          <pc:sldMk cId="2939173311" sldId="259"/>
        </pc:sldMkLst>
        <pc:picChg chg="add del mod">
          <ac:chgData name="Xavier Dupre" userId="4eb195d4-5378-4b6a-8bdc-f58fcd36a9e9" providerId="ADAL" clId="{0C1C8078-BC91-4FA7-983F-7961922F1641}" dt="2026-06-19T17:22:46.791" v="214"/>
          <ac:picMkLst>
            <pc:docMk/>
            <pc:sldMk cId="2939173311" sldId="259"/>
            <ac:picMk id="6" creationId="{E4EA2A40-5211-70C9-B748-2AAB96E8DB6F}"/>
          </ac:picMkLst>
        </pc:pic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2939173311" sldId="259"/>
            <ac:picMk id="13" creationId="{DD10E7EF-B8B0-CD95-222B-DC310347A69B}"/>
          </ac:picMkLst>
        </pc:picChg>
      </pc:sldChg>
      <pc:sldChg chg="addSp modSp mod modTransition modNotesTx">
        <pc:chgData name="Xavier Dupre" userId="4eb195d4-5378-4b6a-8bdc-f58fcd36a9e9" providerId="ADAL" clId="{0C1C8078-BC91-4FA7-983F-7961922F1641}" dt="2026-06-19T17:46:44.119" v="2935"/>
        <pc:sldMkLst>
          <pc:docMk/>
          <pc:sldMk cId="3322663634" sldId="260"/>
        </pc:sldMkLst>
        <pc:spChg chg="mod">
          <ac:chgData name="Xavier Dupre" userId="4eb195d4-5378-4b6a-8bdc-f58fcd36a9e9" providerId="ADAL" clId="{0C1C8078-BC91-4FA7-983F-7961922F1641}" dt="2026-06-19T17:17:51.193" v="188" actId="14100"/>
          <ac:spMkLst>
            <pc:docMk/>
            <pc:sldMk cId="3322663634" sldId="260"/>
            <ac:spMk id="3" creationId="{56F762C4-5559-302C-F775-B2683AB2482F}"/>
          </ac:spMkLst>
        </pc:sp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3322663634" sldId="260"/>
            <ac:picMk id="6" creationId="{8B12B247-97BC-A905-332D-C16C8B37B59F}"/>
          </ac:picMkLst>
        </pc:picChg>
      </pc:sldChg>
      <pc:sldChg chg="addSp modSp mod modTransition modNotesTx">
        <pc:chgData name="Xavier Dupre" userId="4eb195d4-5378-4b6a-8bdc-f58fcd36a9e9" providerId="ADAL" clId="{0C1C8078-BC91-4FA7-983F-7961922F1641}" dt="2026-06-19T17:46:44.119" v="2935"/>
        <pc:sldMkLst>
          <pc:docMk/>
          <pc:sldMk cId="870265608" sldId="261"/>
        </pc:sldMkLst>
        <pc:spChg chg="mod">
          <ac:chgData name="Xavier Dupre" userId="4eb195d4-5378-4b6a-8bdc-f58fcd36a9e9" providerId="ADAL" clId="{0C1C8078-BC91-4FA7-983F-7961922F1641}" dt="2026-06-19T17:18:26.040" v="190" actId="14100"/>
          <ac:spMkLst>
            <pc:docMk/>
            <pc:sldMk cId="870265608" sldId="261"/>
            <ac:spMk id="3" creationId="{6E719BB1-4074-3B12-5CB9-CDD617B8AEED}"/>
          </ac:spMkLst>
        </pc:sp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870265608" sldId="261"/>
            <ac:picMk id="5" creationId="{49B96484-97E5-6966-54FA-403FEEB16EE4}"/>
          </ac:picMkLst>
        </pc:picChg>
      </pc:sldChg>
      <pc:sldChg chg="addSp modSp mod modTransition modNotesTx">
        <pc:chgData name="Xavier Dupre" userId="4eb195d4-5378-4b6a-8bdc-f58fcd36a9e9" providerId="ADAL" clId="{0C1C8078-BC91-4FA7-983F-7961922F1641}" dt="2026-06-19T17:46:44.119" v="2935"/>
        <pc:sldMkLst>
          <pc:docMk/>
          <pc:sldMk cId="3022384754" sldId="262"/>
        </pc:sldMkLst>
        <pc:spChg chg="mod">
          <ac:chgData name="Xavier Dupre" userId="4eb195d4-5378-4b6a-8bdc-f58fcd36a9e9" providerId="ADAL" clId="{0C1C8078-BC91-4FA7-983F-7961922F1641}" dt="2026-06-19T17:18:47.779" v="195" actId="20577"/>
          <ac:spMkLst>
            <pc:docMk/>
            <pc:sldMk cId="3022384754" sldId="262"/>
            <ac:spMk id="3" creationId="{713852F3-2819-BDC9-76B7-0B12FD612218}"/>
          </ac:spMkLst>
        </pc:sp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3022384754" sldId="262"/>
            <ac:picMk id="5" creationId="{1CB75DA5-AEA7-5708-A5A1-687E93A90A8E}"/>
          </ac:picMkLst>
        </pc:picChg>
      </pc:sldChg>
      <pc:sldChg chg="addSp modSp mod modTransition modNotesTx">
        <pc:chgData name="Xavier Dupre" userId="4eb195d4-5378-4b6a-8bdc-f58fcd36a9e9" providerId="ADAL" clId="{0C1C8078-BC91-4FA7-983F-7961922F1641}" dt="2026-06-19T17:46:44.119" v="2935"/>
        <pc:sldMkLst>
          <pc:docMk/>
          <pc:sldMk cId="1539939751" sldId="263"/>
        </pc:sldMkLst>
        <pc:spChg chg="mod">
          <ac:chgData name="Xavier Dupre" userId="4eb195d4-5378-4b6a-8bdc-f58fcd36a9e9" providerId="ADAL" clId="{0C1C8078-BC91-4FA7-983F-7961922F1641}" dt="2026-06-19T17:19:08.825" v="196" actId="20577"/>
          <ac:spMkLst>
            <pc:docMk/>
            <pc:sldMk cId="1539939751" sldId="263"/>
            <ac:spMk id="3" creationId="{A8FAD938-0C0A-BB97-6C2E-B4C07E038C50}"/>
          </ac:spMkLst>
        </pc:sp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1539939751" sldId="263"/>
            <ac:picMk id="5" creationId="{5153F702-D9A3-93C4-086E-B758A03EA638}"/>
          </ac:picMkLst>
        </pc:picChg>
      </pc:sldChg>
      <pc:sldChg chg="addSp modSp modTransition modNotesTx">
        <pc:chgData name="Xavier Dupre" userId="4eb195d4-5378-4b6a-8bdc-f58fcd36a9e9" providerId="ADAL" clId="{0C1C8078-BC91-4FA7-983F-7961922F1641}" dt="2026-06-19T17:46:44.119" v="2935"/>
        <pc:sldMkLst>
          <pc:docMk/>
          <pc:sldMk cId="2627101972" sldId="264"/>
        </pc:sldMkLst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2627101972" sldId="264"/>
            <ac:picMk id="6" creationId="{E5D6585C-821D-2595-D29F-56FD027F1084}"/>
          </ac:picMkLst>
        </pc:picChg>
      </pc:sldChg>
      <pc:sldChg chg="addSp modSp modTransition modNotesTx">
        <pc:chgData name="Xavier Dupre" userId="4eb195d4-5378-4b6a-8bdc-f58fcd36a9e9" providerId="ADAL" clId="{0C1C8078-BC91-4FA7-983F-7961922F1641}" dt="2026-06-19T17:46:44.119" v="2935"/>
        <pc:sldMkLst>
          <pc:docMk/>
          <pc:sldMk cId="3544298352" sldId="266"/>
        </pc:sldMkLst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3544298352" sldId="266"/>
            <ac:picMk id="6" creationId="{512AA7D2-1DF4-36FA-F001-9386A0EEE9E9}"/>
          </ac:picMkLst>
        </pc:picChg>
      </pc:sldChg>
      <pc:sldChg chg="addSp delSp modSp new mod ord modTransition modNotesTx">
        <pc:chgData name="Xavier Dupre" userId="4eb195d4-5378-4b6a-8bdc-f58fcd36a9e9" providerId="ADAL" clId="{0C1C8078-BC91-4FA7-983F-7961922F1641}" dt="2026-06-19T17:46:44.119" v="2935"/>
        <pc:sldMkLst>
          <pc:docMk/>
          <pc:sldMk cId="985750151" sldId="267"/>
        </pc:sldMkLst>
        <pc:spChg chg="mod">
          <ac:chgData name="Xavier Dupre" userId="4eb195d4-5378-4b6a-8bdc-f58fcd36a9e9" providerId="ADAL" clId="{0C1C8078-BC91-4FA7-983F-7961922F1641}" dt="2026-06-19T15:34:38.878" v="29" actId="20577"/>
          <ac:spMkLst>
            <pc:docMk/>
            <pc:sldMk cId="985750151" sldId="267"/>
            <ac:spMk id="2" creationId="{D790E91C-AE63-F8ED-2B6D-A554175BE12E}"/>
          </ac:spMkLst>
        </pc:spChg>
        <pc:spChg chg="del">
          <ac:chgData name="Xavier Dupre" userId="4eb195d4-5378-4b6a-8bdc-f58fcd36a9e9" providerId="ADAL" clId="{0C1C8078-BC91-4FA7-983F-7961922F1641}" dt="2026-06-19T15:34:55.565" v="30" actId="478"/>
          <ac:spMkLst>
            <pc:docMk/>
            <pc:sldMk cId="985750151" sldId="267"/>
            <ac:spMk id="3" creationId="{C0D4B658-6E7E-541B-14AF-0EFC3BBAD656}"/>
          </ac:spMkLst>
        </pc:spChg>
        <pc:spChg chg="add mod">
          <ac:chgData name="Xavier Dupre" userId="4eb195d4-5378-4b6a-8bdc-f58fcd36a9e9" providerId="ADAL" clId="{0C1C8078-BC91-4FA7-983F-7961922F1641}" dt="2026-06-19T15:35:54.818" v="46" actId="692"/>
          <ac:spMkLst>
            <pc:docMk/>
            <pc:sldMk cId="985750151" sldId="267"/>
            <ac:spMk id="8" creationId="{2B20FD6B-86B9-8850-37CD-A7FBF48E92F2}"/>
          </ac:spMkLst>
        </pc:spChg>
        <pc:spChg chg="add mod">
          <ac:chgData name="Xavier Dupre" userId="4eb195d4-5378-4b6a-8bdc-f58fcd36a9e9" providerId="ADAL" clId="{0C1C8078-BC91-4FA7-983F-7961922F1641}" dt="2026-06-19T15:46:22.299" v="68" actId="1076"/>
          <ac:spMkLst>
            <pc:docMk/>
            <pc:sldMk cId="985750151" sldId="267"/>
            <ac:spMk id="16" creationId="{2093CAEA-9660-2A0C-4B30-6F2E1251EA85}"/>
          </ac:spMkLst>
        </pc:spChg>
        <pc:picChg chg="add mod">
          <ac:chgData name="Xavier Dupre" userId="4eb195d4-5378-4b6a-8bdc-f58fcd36a9e9" providerId="ADAL" clId="{0C1C8078-BC91-4FA7-983F-7961922F1641}" dt="2026-06-19T15:40:16.047" v="57" actId="1076"/>
          <ac:picMkLst>
            <pc:docMk/>
            <pc:sldMk cId="985750151" sldId="267"/>
            <ac:picMk id="5" creationId="{22D1CB94-8F09-F7DC-6547-0F315D24BCFF}"/>
          </ac:picMkLst>
        </pc:picChg>
        <pc:picChg chg="add mod">
          <ac:chgData name="Xavier Dupre" userId="4eb195d4-5378-4b6a-8bdc-f58fcd36a9e9" providerId="ADAL" clId="{0C1C8078-BC91-4FA7-983F-7961922F1641}" dt="2026-06-19T15:35:21.917" v="36" actId="1076"/>
          <ac:picMkLst>
            <pc:docMk/>
            <pc:sldMk cId="985750151" sldId="267"/>
            <ac:picMk id="7" creationId="{50472AC0-9CD2-AA4C-A18D-51265161B5BB}"/>
          </ac:picMkLst>
        </pc:picChg>
        <pc:picChg chg="add mod">
          <ac:chgData name="Xavier Dupre" userId="4eb195d4-5378-4b6a-8bdc-f58fcd36a9e9" providerId="ADAL" clId="{0C1C8078-BC91-4FA7-983F-7961922F1641}" dt="2026-06-19T15:40:13.659" v="56" actId="1076"/>
          <ac:picMkLst>
            <pc:docMk/>
            <pc:sldMk cId="985750151" sldId="267"/>
            <ac:picMk id="10" creationId="{22394AF8-C48A-13F0-F69C-B41D32DBAB7B}"/>
          </ac:picMkLst>
        </pc:picChg>
        <pc:picChg chg="add mod">
          <ac:chgData name="Xavier Dupre" userId="4eb195d4-5378-4b6a-8bdc-f58fcd36a9e9" providerId="ADAL" clId="{0C1C8078-BC91-4FA7-983F-7961922F1641}" dt="2026-06-19T15:40:18.697" v="58" actId="1076"/>
          <ac:picMkLst>
            <pc:docMk/>
            <pc:sldMk cId="985750151" sldId="267"/>
            <ac:picMk id="12" creationId="{32705A1B-BCCB-9CC1-0212-8A7C0AA42377}"/>
          </ac:picMkLst>
        </pc:picChg>
        <pc:picChg chg="add mod">
          <ac:chgData name="Xavier Dupre" userId="4eb195d4-5378-4b6a-8bdc-f58fcd36a9e9" providerId="ADAL" clId="{0C1C8078-BC91-4FA7-983F-7961922F1641}" dt="2026-06-19T15:46:12.728" v="66" actId="1076"/>
          <ac:picMkLst>
            <pc:docMk/>
            <pc:sldMk cId="985750151" sldId="267"/>
            <ac:picMk id="14" creationId="{BDD4C38A-DCFF-601F-7497-A60BB13FDD12}"/>
          </ac:picMkLst>
        </pc:picChg>
        <pc:picChg chg="add mod">
          <ac:chgData name="Xavier Dupre" userId="4eb195d4-5378-4b6a-8bdc-f58fcd36a9e9" providerId="ADAL" clId="{0C1C8078-BC91-4FA7-983F-7961922F1641}" dt="2026-06-19T17:46:44.119" v="2935"/>
          <ac:picMkLst>
            <pc:docMk/>
            <pc:sldMk cId="985750151" sldId="267"/>
            <ac:picMk id="19" creationId="{3BA5B8EE-8096-D732-57A5-DDFD5F187E1C}"/>
          </ac:picMkLst>
        </pc:picChg>
      </pc:sldChg>
      <pc:sldChg chg="modSp add del mod">
        <pc:chgData name="Xavier Dupre" userId="4eb195d4-5378-4b6a-8bdc-f58fcd36a9e9" providerId="ADAL" clId="{0C1C8078-BC91-4FA7-983F-7961922F1641}" dt="2026-06-19T15:34:28.087" v="13" actId="47"/>
        <pc:sldMkLst>
          <pc:docMk/>
          <pc:sldMk cId="1576881076" sldId="267"/>
        </pc:sldMkLst>
        <pc:spChg chg="mod">
          <ac:chgData name="Xavier Dupre" userId="4eb195d4-5378-4b6a-8bdc-f58fcd36a9e9" providerId="ADAL" clId="{0C1C8078-BC91-4FA7-983F-7961922F1641}" dt="2026-06-19T15:34:24.817" v="12" actId="20577"/>
          <ac:spMkLst>
            <pc:docMk/>
            <pc:sldMk cId="1576881076" sldId="267"/>
            <ac:spMk id="2" creationId="{07BFAF0B-09AC-2993-905A-E82AEF4DDEA7}"/>
          </ac:spMkLst>
        </pc:spChg>
      </pc:sldChg>
      <pc:sldChg chg="addSp delSp modSp new del mod">
        <pc:chgData name="Xavier Dupre" userId="4eb195d4-5378-4b6a-8bdc-f58fcd36a9e9" providerId="ADAL" clId="{0C1C8078-BC91-4FA7-983F-7961922F1641}" dt="2026-06-19T15:46:27.467" v="69" actId="47"/>
        <pc:sldMkLst>
          <pc:docMk/>
          <pc:sldMk cId="2194004776" sldId="268"/>
        </pc:sldMkLst>
        <pc:spChg chg="del">
          <ac:chgData name="Xavier Dupre" userId="4eb195d4-5378-4b6a-8bdc-f58fcd36a9e9" providerId="ADAL" clId="{0C1C8078-BC91-4FA7-983F-7961922F1641}" dt="2026-06-19T15:45:44.657" v="60" actId="478"/>
          <ac:spMkLst>
            <pc:docMk/>
            <pc:sldMk cId="2194004776" sldId="268"/>
            <ac:spMk id="3" creationId="{CB23D1F0-EFF5-2BA2-8733-667D5DC27180}"/>
          </ac:spMkLst>
        </pc:spChg>
        <pc:picChg chg="add del mod">
          <ac:chgData name="Xavier Dupre" userId="4eb195d4-5378-4b6a-8bdc-f58fcd36a9e9" providerId="ADAL" clId="{0C1C8078-BC91-4FA7-983F-7961922F1641}" dt="2026-06-19T15:46:08.067" v="64" actId="478"/>
          <ac:picMkLst>
            <pc:docMk/>
            <pc:sldMk cId="2194004776" sldId="268"/>
            <ac:picMk id="5" creationId="{DD6C63D8-10FD-4E98-6104-444CF07AA0F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1B7AE-CA6A-4F74-8E61-86AD748E445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48F9D-DB7A-4D83-A398-2EE0AEAA63A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47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I’m</a:t>
            </a:r>
            <a:r>
              <a:rPr lang="fr-FR" dirty="0"/>
              <a:t> Xavier Dupré, one of the </a:t>
            </a:r>
            <a:r>
              <a:rPr lang="fr-FR" dirty="0" err="1"/>
              <a:t>contributors</a:t>
            </a:r>
            <a:r>
              <a:rPr lang="fr-FR" dirty="0"/>
              <a:t> to </a:t>
            </a:r>
            <a:r>
              <a:rPr lang="fr-FR" dirty="0" err="1"/>
              <a:t>onnx</a:t>
            </a:r>
            <a:r>
              <a:rPr lang="fr-FR" dirty="0"/>
              <a:t> </a:t>
            </a:r>
            <a:r>
              <a:rPr lang="fr-FR" dirty="0" err="1"/>
              <a:t>ecosystem</a:t>
            </a:r>
            <a:r>
              <a:rPr lang="fr-FR" dirty="0"/>
              <a:t>, the maintenir of </a:t>
            </a:r>
            <a:r>
              <a:rPr lang="fr-FR" dirty="0" err="1"/>
              <a:t>sklearn-onnx</a:t>
            </a:r>
            <a:r>
              <a:rPr lang="fr-FR" dirty="0"/>
              <a:t>, </a:t>
            </a:r>
            <a:r>
              <a:rPr lang="fr-FR" dirty="0" err="1"/>
              <a:t>onnxmltools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I’ll</a:t>
            </a:r>
            <a:r>
              <a:rPr lang="fr-FR" dirty="0"/>
              <a:t> </a:t>
            </a:r>
            <a:r>
              <a:rPr lang="fr-FR" dirty="0" err="1"/>
              <a:t>steal</a:t>
            </a:r>
            <a:r>
              <a:rPr lang="fr-FR" dirty="0"/>
              <a:t> a couple of minutes of </a:t>
            </a:r>
            <a:r>
              <a:rPr lang="fr-FR" dirty="0" err="1"/>
              <a:t>yours</a:t>
            </a:r>
            <a:r>
              <a:rPr lang="fr-FR" dirty="0"/>
              <a:t> to tell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about </a:t>
            </a:r>
            <a:r>
              <a:rPr lang="fr-FR" dirty="0" err="1"/>
              <a:t>converters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518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* </a:t>
            </a:r>
            <a:r>
              <a:rPr lang="fr-FR" dirty="0" err="1"/>
              <a:t>Unless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slept</a:t>
            </a:r>
            <a:r>
              <a:rPr lang="fr-FR" dirty="0"/>
              <a:t> for a </a:t>
            </a:r>
            <a:r>
              <a:rPr lang="fr-FR" dirty="0" err="1"/>
              <a:t>year</a:t>
            </a:r>
            <a:r>
              <a:rPr lang="fr-FR" dirty="0"/>
              <a:t>, </a:t>
            </a:r>
            <a:r>
              <a:rPr lang="fr-FR" dirty="0" err="1"/>
              <a:t>I’m</a:t>
            </a:r>
            <a:r>
              <a:rPr lang="fr-FR" dirty="0"/>
              <a:t> </a:t>
            </a:r>
            <a:r>
              <a:rPr lang="fr-FR" dirty="0" err="1"/>
              <a:t>pretty</a:t>
            </a:r>
            <a:r>
              <a:rPr lang="fr-FR" dirty="0"/>
              <a:t> sure </a:t>
            </a:r>
            <a:r>
              <a:rPr lang="fr-FR" dirty="0" err="1"/>
              <a:t>you</a:t>
            </a:r>
            <a:r>
              <a:rPr lang="fr-FR" dirty="0"/>
              <a:t> all </a:t>
            </a:r>
            <a:r>
              <a:rPr lang="fr-FR" dirty="0" err="1"/>
              <a:t>now</a:t>
            </a:r>
            <a:r>
              <a:rPr lang="fr-FR" dirty="0"/>
              <a:t> agents and how fast </a:t>
            </a:r>
            <a:r>
              <a:rPr lang="fr-FR" dirty="0" err="1"/>
              <a:t>they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And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really</a:t>
            </a:r>
            <a:r>
              <a:rPr lang="fr-FR" dirty="0"/>
              <a:t> do a </a:t>
            </a:r>
            <a:r>
              <a:rPr lang="fr-FR" dirty="0" err="1"/>
              <a:t>pretty</a:t>
            </a:r>
            <a:r>
              <a:rPr lang="fr-FR" dirty="0"/>
              <a:t> good job when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comes</a:t>
            </a:r>
            <a:r>
              <a:rPr lang="fr-FR" dirty="0"/>
              <a:t> to translate a </a:t>
            </a:r>
            <a:r>
              <a:rPr lang="fr-FR" dirty="0" err="1"/>
              <a:t>piece</a:t>
            </a:r>
            <a:r>
              <a:rPr lang="fr-FR" dirty="0"/>
              <a:t> of code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 ONNX.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Faster, and more reliable. And </a:t>
            </a:r>
            <a:r>
              <a:rPr lang="fr-FR" dirty="0" err="1"/>
              <a:t>documented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261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sklearn-onnx</a:t>
            </a:r>
            <a:r>
              <a:rPr lang="fr-FR" dirty="0"/>
              <a:t> are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but I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less</a:t>
            </a:r>
            <a:r>
              <a:rPr lang="fr-FR" dirty="0"/>
              <a:t> and </a:t>
            </a:r>
            <a:r>
              <a:rPr lang="fr-FR" dirty="0" err="1"/>
              <a:t>less</a:t>
            </a:r>
            <a:r>
              <a:rPr lang="fr-FR" dirty="0"/>
              <a:t> issues </a:t>
            </a:r>
            <a:r>
              <a:rPr lang="fr-FR" dirty="0" err="1"/>
              <a:t>these</a:t>
            </a:r>
            <a:r>
              <a:rPr lang="fr-FR" dirty="0"/>
              <a:t> days. It is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easy</a:t>
            </a:r>
            <a:r>
              <a:rPr lang="fr-FR" dirty="0"/>
              <a:t> to do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help </a:t>
            </a:r>
            <a:r>
              <a:rPr lang="fr-FR" dirty="0" err="1"/>
              <a:t>now</a:t>
            </a:r>
            <a:r>
              <a:rPr lang="fr-FR" dirty="0"/>
              <a:t>. And </a:t>
            </a:r>
            <a:r>
              <a:rPr lang="fr-FR" dirty="0" err="1"/>
              <a:t>I’m</a:t>
            </a:r>
            <a:r>
              <a:rPr lang="fr-FR" dirty="0"/>
              <a:t> </a:t>
            </a:r>
            <a:r>
              <a:rPr lang="fr-FR" dirty="0" err="1"/>
              <a:t>pretty</a:t>
            </a:r>
            <a:r>
              <a:rPr lang="fr-FR" dirty="0"/>
              <a:t> sure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</a:t>
            </a:r>
            <a:r>
              <a:rPr lang="fr-FR" dirty="0" err="1"/>
              <a:t>tired</a:t>
            </a:r>
            <a:r>
              <a:rPr lang="fr-FR" dirty="0"/>
              <a:t> of </a:t>
            </a:r>
            <a:r>
              <a:rPr lang="fr-FR" dirty="0" err="1"/>
              <a:t>waiting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reviews</a:t>
            </a:r>
            <a:r>
              <a:rPr lang="fr-FR" dirty="0"/>
              <a:t> anyway.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311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One </a:t>
            </a:r>
            <a:r>
              <a:rPr lang="fr-FR" dirty="0" err="1"/>
              <a:t>day</a:t>
            </a:r>
            <a:r>
              <a:rPr lang="fr-FR" dirty="0"/>
              <a:t>, I was on </a:t>
            </a:r>
            <a:r>
              <a:rPr lang="fr-FR" dirty="0" err="1"/>
              <a:t>fire</a:t>
            </a:r>
            <a:r>
              <a:rPr lang="fr-FR" dirty="0"/>
              <a:t>. I </a:t>
            </a:r>
            <a:r>
              <a:rPr lang="fr-FR" dirty="0" err="1"/>
              <a:t>raised</a:t>
            </a:r>
            <a:r>
              <a:rPr lang="fr-FR" dirty="0"/>
              <a:t> 3 issues and </a:t>
            </a:r>
            <a:r>
              <a:rPr lang="fr-FR" dirty="0" err="1"/>
              <a:t>assigned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right away. </a:t>
            </a:r>
            <a:r>
              <a:rPr lang="fr-FR" dirty="0" err="1"/>
              <a:t>Waiting</a:t>
            </a:r>
            <a:r>
              <a:rPr lang="fr-FR" dirty="0"/>
              <a:t>, </a:t>
            </a:r>
            <a:r>
              <a:rPr lang="fr-FR" dirty="0" err="1"/>
              <a:t>waiting</a:t>
            </a:r>
            <a:r>
              <a:rPr lang="fr-FR" dirty="0"/>
              <a:t>, </a:t>
            </a:r>
            <a:r>
              <a:rPr lang="fr-FR" dirty="0" err="1"/>
              <a:t>having</a:t>
            </a:r>
            <a:r>
              <a:rPr lang="fr-FR" dirty="0"/>
              <a:t> lunch and </a:t>
            </a:r>
            <a:r>
              <a:rPr lang="fr-FR" dirty="0" err="1"/>
              <a:t>it</a:t>
            </a:r>
            <a:r>
              <a:rPr lang="fr-FR" dirty="0"/>
              <a:t> was </a:t>
            </a:r>
            <a:r>
              <a:rPr lang="fr-FR" dirty="0" err="1"/>
              <a:t>done</a:t>
            </a:r>
            <a:r>
              <a:rPr lang="fr-FR" dirty="0"/>
              <a:t> at the end of the </a:t>
            </a:r>
            <a:r>
              <a:rPr lang="fr-FR" dirty="0" err="1"/>
              <a:t>day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602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framework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for? Just </a:t>
            </a:r>
            <a:r>
              <a:rPr lang="fr-FR" dirty="0" err="1"/>
              <a:t>ask</a:t>
            </a:r>
            <a:r>
              <a:rPr lang="fr-FR" dirty="0"/>
              <a:t> the model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? But </a:t>
            </a:r>
            <a:r>
              <a:rPr lang="fr-FR" dirty="0" err="1"/>
              <a:t>wait</a:t>
            </a:r>
            <a:r>
              <a:rPr lang="fr-FR" dirty="0"/>
              <a:t>, how big </a:t>
            </a:r>
            <a:r>
              <a:rPr lang="fr-FR" dirty="0" err="1"/>
              <a:t>it</a:t>
            </a:r>
            <a:r>
              <a:rPr lang="fr-FR" dirty="0"/>
              <a:t> is? Waouh, the agent is </a:t>
            </a:r>
            <a:r>
              <a:rPr lang="fr-FR" dirty="0" err="1"/>
              <a:t>lost</a:t>
            </a:r>
            <a:r>
              <a:rPr lang="fr-FR" dirty="0"/>
              <a:t>, </a:t>
            </a:r>
            <a:r>
              <a:rPr lang="fr-FR" dirty="0" err="1"/>
              <a:t>he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not come back. Oh </a:t>
            </a:r>
            <a:r>
              <a:rPr lang="fr-FR" dirty="0" err="1"/>
              <a:t>now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took</a:t>
            </a:r>
            <a:r>
              <a:rPr lang="fr-FR" dirty="0"/>
              <a:t> a </a:t>
            </a:r>
            <a:r>
              <a:rPr lang="fr-FR" dirty="0" err="1"/>
              <a:t>shortcut</a:t>
            </a:r>
            <a:r>
              <a:rPr lang="fr-FR" dirty="0"/>
              <a:t>. Yes a </a:t>
            </a:r>
            <a:r>
              <a:rPr lang="fr-FR" dirty="0" err="1"/>
              <a:t>framework</a:t>
            </a:r>
            <a:r>
              <a:rPr lang="fr-FR" dirty="0"/>
              <a:t>, </a:t>
            </a:r>
            <a:r>
              <a:rPr lang="fr-FR" dirty="0" err="1"/>
              <a:t>because</a:t>
            </a:r>
            <a:r>
              <a:rPr lang="fr-FR" dirty="0"/>
              <a:t>,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translate </a:t>
            </a:r>
            <a:r>
              <a:rPr lang="fr-FR" dirty="0" err="1"/>
              <a:t>piece</a:t>
            </a:r>
            <a:r>
              <a:rPr lang="fr-FR" dirty="0"/>
              <a:t> by </a:t>
            </a:r>
            <a:r>
              <a:rPr lang="fr-FR" dirty="0" err="1"/>
              <a:t>piece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365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Something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find</a:t>
            </a:r>
            <a:r>
              <a:rPr lang="fr-FR" dirty="0"/>
              <a:t> in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converting</a:t>
            </a:r>
            <a:r>
              <a:rPr lang="fr-FR" dirty="0"/>
              <a:t> </a:t>
            </a:r>
            <a:r>
              <a:rPr lang="fr-FR" dirty="0" err="1"/>
              <a:t>library</a:t>
            </a:r>
            <a:r>
              <a:rPr lang="fr-FR" dirty="0"/>
              <a:t>, a </a:t>
            </a:r>
            <a:r>
              <a:rPr lang="fr-FR" dirty="0" err="1"/>
              <a:t>GraphBuilder</a:t>
            </a:r>
            <a:r>
              <a:rPr lang="fr-FR" dirty="0"/>
              <a:t> to stack up </a:t>
            </a:r>
            <a:r>
              <a:rPr lang="fr-FR" dirty="0" err="1"/>
              <a:t>nodes</a:t>
            </a:r>
            <a:r>
              <a:rPr lang="fr-FR" dirty="0"/>
              <a:t>, a </a:t>
            </a:r>
            <a:r>
              <a:rPr lang="fr-FR" dirty="0" err="1"/>
              <a:t>way</a:t>
            </a:r>
            <a:r>
              <a:rPr lang="fr-FR" dirty="0"/>
              <a:t> to </a:t>
            </a:r>
            <a:r>
              <a:rPr lang="fr-FR" dirty="0" err="1"/>
              <a:t>give</a:t>
            </a:r>
            <a:r>
              <a:rPr lang="fr-FR" dirty="0"/>
              <a:t> unique </a:t>
            </a:r>
            <a:r>
              <a:rPr lang="fr-FR" dirty="0" err="1"/>
              <a:t>name</a:t>
            </a:r>
            <a:r>
              <a:rPr lang="fr-FR" dirty="0"/>
              <a:t> to the </a:t>
            </a:r>
            <a:r>
              <a:rPr lang="fr-FR" dirty="0" err="1"/>
              <a:t>results</a:t>
            </a:r>
            <a:r>
              <a:rPr lang="fr-FR" dirty="0"/>
              <a:t>, a </a:t>
            </a:r>
            <a:r>
              <a:rPr lang="fr-FR" dirty="0" err="1"/>
              <a:t>way</a:t>
            </a:r>
            <a:r>
              <a:rPr lang="fr-FR" dirty="0"/>
              <a:t> to tell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converts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piece</a:t>
            </a:r>
            <a:r>
              <a:rPr lang="fr-FR" dirty="0"/>
              <a:t> or </a:t>
            </a:r>
            <a:r>
              <a:rPr lang="fr-FR" dirty="0" err="1"/>
              <a:t>estimator</a:t>
            </a:r>
            <a:r>
              <a:rPr lang="fr-FR" dirty="0"/>
              <a:t>. And unit tests or course </a:t>
            </a:r>
            <a:r>
              <a:rPr lang="fr-FR" dirty="0" err="1"/>
              <a:t>otherwise</a:t>
            </a:r>
            <a:r>
              <a:rPr lang="fr-FR" dirty="0"/>
              <a:t>,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end up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wrong</a:t>
            </a:r>
            <a:r>
              <a:rPr lang="fr-FR" dirty="0"/>
              <a:t> puzzle.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955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In addition, </a:t>
            </a:r>
            <a:r>
              <a:rPr lang="fr-FR" dirty="0" err="1"/>
              <a:t>some</a:t>
            </a:r>
            <a:r>
              <a:rPr lang="fr-FR" dirty="0"/>
              <a:t> translation </a:t>
            </a:r>
            <a:r>
              <a:rPr lang="fr-FR" dirty="0" err="1"/>
              <a:t>adds</a:t>
            </a:r>
            <a:r>
              <a:rPr lang="fr-FR" dirty="0"/>
              <a:t> </a:t>
            </a:r>
            <a:r>
              <a:rPr lang="fr-FR" dirty="0" err="1"/>
              <a:t>useless</a:t>
            </a:r>
            <a:r>
              <a:rPr lang="fr-FR" dirty="0"/>
              <a:t> or not efficient </a:t>
            </a:r>
            <a:r>
              <a:rPr lang="fr-FR" dirty="0" err="1"/>
              <a:t>nodes</a:t>
            </a:r>
            <a:r>
              <a:rPr lang="fr-FR" dirty="0"/>
              <a:t> or </a:t>
            </a:r>
            <a:r>
              <a:rPr lang="fr-FR" dirty="0" err="1"/>
              <a:t>maybe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run the model on GPU, or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fuse </a:t>
            </a:r>
            <a:r>
              <a:rPr lang="fr-FR" dirty="0" err="1"/>
              <a:t>nodes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more efficient </a:t>
            </a:r>
            <a:r>
              <a:rPr lang="fr-FR" dirty="0" err="1"/>
              <a:t>ones</a:t>
            </a:r>
            <a:r>
              <a:rPr lang="fr-FR" dirty="0"/>
              <a:t>. But to do </a:t>
            </a:r>
            <a:r>
              <a:rPr lang="fr-FR" dirty="0" err="1"/>
              <a:t>that</a:t>
            </a:r>
            <a:r>
              <a:rPr lang="fr-FR" dirty="0"/>
              <a:t>,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infer</a:t>
            </a:r>
            <a:r>
              <a:rPr lang="fr-FR" dirty="0"/>
              <a:t> the </a:t>
            </a:r>
            <a:r>
              <a:rPr lang="fr-FR" dirty="0" err="1"/>
              <a:t>shapes</a:t>
            </a:r>
            <a:r>
              <a:rPr lang="fr-FR" dirty="0"/>
              <a:t> to </a:t>
            </a:r>
            <a:r>
              <a:rPr lang="fr-FR" dirty="0" err="1"/>
              <a:t>avoid</a:t>
            </a:r>
            <a:r>
              <a:rPr lang="fr-FR" dirty="0"/>
              <a:t> </a:t>
            </a:r>
            <a:r>
              <a:rPr lang="fr-FR" dirty="0" err="1"/>
              <a:t>creating</a:t>
            </a:r>
            <a:r>
              <a:rPr lang="fr-FR" dirty="0"/>
              <a:t> </a:t>
            </a:r>
            <a:r>
              <a:rPr lang="fr-FR" dirty="0" err="1"/>
              <a:t>inconsistency</a:t>
            </a:r>
            <a:r>
              <a:rPr lang="fr-FR" dirty="0"/>
              <a:t>. Oh no, the </a:t>
            </a:r>
            <a:r>
              <a:rPr lang="fr-FR" dirty="0" err="1"/>
              <a:t>shapes</a:t>
            </a:r>
            <a:r>
              <a:rPr lang="fr-FR" dirty="0"/>
              <a:t> </a:t>
            </a:r>
            <a:r>
              <a:rPr lang="fr-FR" dirty="0" err="1"/>
              <a:t>don’t</a:t>
            </a:r>
            <a:r>
              <a:rPr lang="fr-FR" dirty="0"/>
              <a:t> match.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201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quick </a:t>
            </a:r>
            <a:r>
              <a:rPr lang="fr-FR" dirty="0" err="1"/>
              <a:t>demo</a:t>
            </a:r>
            <a:r>
              <a:rPr lang="fr-FR" dirty="0"/>
              <a:t>. I rewrite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code </a:t>
            </a:r>
            <a:r>
              <a:rPr lang="fr-FR" dirty="0" err="1"/>
              <a:t>into</a:t>
            </a:r>
            <a:r>
              <a:rPr lang="fr-FR" dirty="0"/>
              <a:t> a </a:t>
            </a:r>
            <a:r>
              <a:rPr lang="fr-FR" dirty="0" err="1"/>
              <a:t>nice</a:t>
            </a:r>
            <a:r>
              <a:rPr lang="fr-FR" dirty="0"/>
              <a:t> </a:t>
            </a:r>
            <a:r>
              <a:rPr lang="fr-FR" dirty="0" err="1"/>
              <a:t>framework</a:t>
            </a:r>
            <a:r>
              <a:rPr lang="fr-FR" dirty="0"/>
              <a:t>, I </a:t>
            </a:r>
            <a:r>
              <a:rPr lang="fr-FR" dirty="0" err="1"/>
              <a:t>merged</a:t>
            </a:r>
            <a:r>
              <a:rPr lang="fr-FR" dirty="0"/>
              <a:t> all </a:t>
            </a:r>
            <a:r>
              <a:rPr lang="fr-FR" dirty="0" err="1"/>
              <a:t>converters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a single one to </a:t>
            </a:r>
            <a:r>
              <a:rPr lang="fr-FR" dirty="0" err="1"/>
              <a:t>experiment</a:t>
            </a:r>
            <a:r>
              <a:rPr lang="fr-FR" dirty="0"/>
              <a:t>. 50 </a:t>
            </a:r>
            <a:r>
              <a:rPr lang="fr-FR" dirty="0" err="1"/>
              <a:t>PRs</a:t>
            </a:r>
            <a:r>
              <a:rPr lang="fr-FR" dirty="0"/>
              <a:t> in a </a:t>
            </a:r>
            <a:r>
              <a:rPr lang="fr-FR" dirty="0" err="1"/>
              <a:t>day</a:t>
            </a:r>
            <a:r>
              <a:rPr lang="fr-FR" dirty="0"/>
              <a:t>, one minute I was </a:t>
            </a:r>
            <a:r>
              <a:rPr lang="fr-FR" dirty="0" err="1"/>
              <a:t>driving</a:t>
            </a:r>
            <a:r>
              <a:rPr lang="fr-FR" dirty="0"/>
              <a:t> at high speed, </a:t>
            </a:r>
            <a:r>
              <a:rPr lang="fr-FR" dirty="0" err="1"/>
              <a:t>next</a:t>
            </a:r>
            <a:r>
              <a:rPr lang="fr-FR" dirty="0"/>
              <a:t> one, I was </a:t>
            </a:r>
            <a:r>
              <a:rPr lang="fr-FR" dirty="0" err="1"/>
              <a:t>stuck</a:t>
            </a:r>
            <a:r>
              <a:rPr lang="fr-FR" dirty="0"/>
              <a:t> in a </a:t>
            </a:r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traffic</a:t>
            </a:r>
            <a:r>
              <a:rPr lang="fr-FR" dirty="0"/>
              <a:t> jam </a:t>
            </a:r>
            <a:r>
              <a:rPr lang="fr-FR" dirty="0" err="1"/>
              <a:t>among</a:t>
            </a:r>
            <a:r>
              <a:rPr lang="fr-FR" dirty="0"/>
              <a:t> agents.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936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But, I </a:t>
            </a:r>
            <a:r>
              <a:rPr lang="fr-FR" dirty="0" err="1"/>
              <a:t>fused</a:t>
            </a:r>
            <a:r>
              <a:rPr lang="fr-FR" dirty="0"/>
              <a:t> the </a:t>
            </a:r>
            <a:r>
              <a:rPr lang="fr-FR" dirty="0" err="1"/>
              <a:t>converters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a single one, </a:t>
            </a:r>
            <a:r>
              <a:rPr lang="fr-FR" dirty="0" err="1"/>
              <a:t>extended</a:t>
            </a:r>
            <a:r>
              <a:rPr lang="fr-FR" dirty="0"/>
              <a:t> the </a:t>
            </a:r>
            <a:r>
              <a:rPr lang="fr-FR" dirty="0" err="1"/>
              <a:t>framework</a:t>
            </a:r>
            <a:r>
              <a:rPr lang="fr-FR" dirty="0"/>
              <a:t> to </a:t>
            </a:r>
            <a:r>
              <a:rPr lang="fr-FR" dirty="0" err="1"/>
              <a:t>handle</a:t>
            </a:r>
            <a:r>
              <a:rPr lang="fr-FR" dirty="0"/>
              <a:t> SQL, Pandas, and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and </a:t>
            </a:r>
            <a:r>
              <a:rPr lang="fr-FR" dirty="0" err="1"/>
              <a:t>get</a:t>
            </a:r>
            <a:r>
              <a:rPr lang="fr-FR" dirty="0"/>
              <a:t> one </a:t>
            </a:r>
            <a:r>
              <a:rPr lang="fr-FR" dirty="0" err="1"/>
              <a:t>function</a:t>
            </a:r>
            <a:r>
              <a:rPr lang="fr-FR" dirty="0"/>
              <a:t> to </a:t>
            </a:r>
            <a:r>
              <a:rPr lang="fr-FR" dirty="0" err="1"/>
              <a:t>convert</a:t>
            </a:r>
            <a:r>
              <a:rPr lang="fr-FR" dirty="0"/>
              <a:t> </a:t>
            </a:r>
            <a:r>
              <a:rPr lang="fr-FR" dirty="0" err="1"/>
              <a:t>everything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974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Today</a:t>
            </a:r>
            <a:r>
              <a:rPr lang="fr-FR" dirty="0"/>
              <a:t>, I look </a:t>
            </a:r>
            <a:r>
              <a:rPr lang="fr-FR" dirty="0" err="1"/>
              <a:t>into</a:t>
            </a:r>
            <a:r>
              <a:rPr lang="fr-FR" dirty="0"/>
              <a:t> the </a:t>
            </a:r>
            <a:r>
              <a:rPr lang="fr-FR" dirty="0" err="1"/>
              <a:t>coverage</a:t>
            </a:r>
            <a:r>
              <a:rPr lang="fr-FR" dirty="0"/>
              <a:t> table. </a:t>
            </a:r>
            <a:r>
              <a:rPr lang="fr-FR" dirty="0" err="1"/>
              <a:t>Picked</a:t>
            </a:r>
            <a:r>
              <a:rPr lang="fr-FR" dirty="0"/>
              <a:t> one </a:t>
            </a:r>
            <a:r>
              <a:rPr lang="fr-FR" dirty="0" err="1"/>
              <a:t>missing</a:t>
            </a:r>
            <a:r>
              <a:rPr lang="fr-FR" dirty="0"/>
              <a:t> </a:t>
            </a:r>
            <a:r>
              <a:rPr lang="fr-FR" dirty="0" err="1"/>
              <a:t>converter</a:t>
            </a:r>
            <a:r>
              <a:rPr lang="fr-FR" dirty="0"/>
              <a:t>. </a:t>
            </a:r>
            <a:r>
              <a:rPr lang="fr-FR" dirty="0" err="1"/>
              <a:t>Raised</a:t>
            </a:r>
            <a:r>
              <a:rPr lang="fr-FR" dirty="0"/>
              <a:t> an issue. </a:t>
            </a:r>
            <a:r>
              <a:rPr lang="fr-FR" dirty="0" err="1"/>
              <a:t>Looked</a:t>
            </a:r>
            <a:r>
              <a:rPr lang="fr-FR" dirty="0"/>
              <a:t> at the plan (or not). And voilà ! Done.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561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me?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48F9D-DB7A-4D83-A398-2EE0AEAA63A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98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109308-2A90-CC6D-4B11-CD55DE0FD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7AF0F9-B3DE-412D-945D-AA9AC12E8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DF8314-8599-1424-9E9A-29CA307D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05869A-486D-A00B-8860-589C1D4AC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643072-3025-0D16-04B2-3DFFD961B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7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6B441-BEFD-2486-FC08-E1E768EA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3B0B40-D5E5-EB94-611E-34F804F5D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3C990E-F4ED-AC7C-163C-36662788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CB49A8-BED2-D575-6BE9-B6EF8C6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B362BA-DBD8-98B9-A9EB-4A11CE59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293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4E0C37-A406-1273-F65C-67AAFD2D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0D8E2D-5A7C-2E33-5024-D75F3542D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606651-7169-CA5F-3728-2D6B2F5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A65833-2BF9-8DD6-F597-EB4E5382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627537-6141-6F13-D0D4-AB6CCDC0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83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E8FBE5-F4BA-84A9-ECDF-C1F33449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90528-85DF-E19E-A5F3-A2F732E4C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84A22B-9FA6-C7E4-B3B7-3D1A585FE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5FE3C6-1BC5-BE65-200F-B3C863804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57F29B-05A3-4A6B-742B-6C1AA84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91AE0E-CD76-531C-2BDC-33150209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218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95D6EA-F546-6C29-F0BC-621D4C19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49D4B4-5D65-7EB6-FEE9-2E12A5324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55100F-CD47-B26F-4AD3-3E802FCDF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EDD8E8-A882-B239-0424-1ECA416E7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DC5484-9E2A-F22F-1BD3-631325EB67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CF10672-8AB1-5B3A-E6F8-A2EDDBCE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DC8CE8-091C-D447-5157-5BA3A75CA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268BB2F-E7E6-1588-15E7-CB855B19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933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E08F10-8AD2-93F0-22D6-C89A26A3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35DE353-7797-40BF-1382-2D7F96F9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DEE5B3-8AB2-693C-B5A6-4843FB87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25AE70-6364-0DE4-CFF3-8AA2C02F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0042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B2F8A65-2A3E-8BDA-81DF-20D18D4B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C1554-F373-E5BD-C36F-8E74BF7A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F26870-793A-1B56-86CC-C2031B09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14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626C5-B838-35D7-6CA2-774BD338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510173-A2F8-2310-FD04-6ADCB41B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F2A15C-C737-F126-52B2-6ABDB9801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123095-0C03-D04A-4A0F-928119C6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8D0A1A-DE5A-A454-5978-6717B63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B2AFD0-779F-1FAB-FC20-C125E66E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045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4BA0CA-5CAA-6B61-8E4C-27A71A376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AF5CA27-CF6A-F9EE-164B-9F683A4A6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8ECC29-261D-5AA2-590C-DD1145EA5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0D44D6-CCE8-7B3D-9C31-5A5AFD9B6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3F92CC-ABE1-CC38-EC90-CB8D91D41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69AC9F-C938-5E19-A7F1-0DE43D76D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440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C74498-4E09-E514-CE86-0A62018F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11F339B-7496-3A30-FAE5-D7325C048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7DB64C-2BEE-59A7-6F5C-759417D1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8972C7-CE00-E40B-5139-9A2876B1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DEBC6E-286F-7F7C-F9D3-F494D78D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579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FCA3E3B-271B-BA1C-7314-5733DE6D3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C0602C-DA5F-E6BF-650B-DA5140D34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BD1494-8963-DBBA-1F16-CD28C081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C8C051-922B-2B71-249E-EFDCB17A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BCBC8A-ECEF-0D9E-548E-145A28D7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7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F1AA88-BE8C-35F6-E3C1-F36554CE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ECD192-9120-0B0C-8737-CF84B3B48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FE2908-DB24-6BD1-B5EC-7F0522B31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1F764-039F-4E2F-93D7-99C0EBB87696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116E58-4986-0BA4-5DA3-1EC8A4097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C8F87A-8B92-430B-CC72-32186F636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F15FF-2E07-4AA5-A9F4-68EDA4FE09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58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adupre/yet-another-onnx-builder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xadupre/yet-another-onnx-builder/pull/2291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57D14F-BB8E-EA8D-10CD-D310FEE70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ONNX</a:t>
            </a:r>
            <a:br>
              <a:rPr lang="fr-FR" dirty="0"/>
            </a:br>
            <a:r>
              <a:rPr lang="fr-FR" dirty="0" err="1"/>
              <a:t>Converters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32F305F-A2A2-EEC4-55B3-37225D5C1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June 17th 26</a:t>
            </a:r>
          </a:p>
          <a:p>
            <a:endParaRPr lang="fr-FR" dirty="0"/>
          </a:p>
          <a:p>
            <a:r>
              <a:rPr lang="fr-FR" dirty="0" err="1"/>
              <a:t>What’s</a:t>
            </a:r>
            <a:r>
              <a:rPr lang="fr-FR" dirty="0"/>
              <a:t> new in 2026?</a:t>
            </a:r>
          </a:p>
          <a:p>
            <a:r>
              <a:rPr lang="fr-FR" dirty="0"/>
              <a:t>Xavier Dupré</a:t>
            </a:r>
          </a:p>
        </p:txBody>
      </p:sp>
    </p:spTree>
    <p:extLst>
      <p:ext uri="{BB962C8B-B14F-4D97-AF65-F5344CB8AC3E}">
        <p14:creationId xmlns:p14="http://schemas.microsoft.com/office/powerpoint/2010/main" val="346135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A634AC-4128-74F7-C1B4-67BCF5F5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Coding </a:t>
            </a:r>
            <a:r>
              <a:rPr lang="fr-FR" dirty="0" err="1"/>
              <a:t>with</a:t>
            </a:r>
            <a:r>
              <a:rPr lang="fr-FR" dirty="0"/>
              <a:t> Agents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318FBA-328B-42A6-E69D-5D1306920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9849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The </a:t>
            </a:r>
            <a:r>
              <a:rPr lang="fr-FR" dirty="0" err="1"/>
              <a:t>quality</a:t>
            </a:r>
            <a:r>
              <a:rPr lang="fr-FR" dirty="0"/>
              <a:t> of agent </a:t>
            </a:r>
            <a:r>
              <a:rPr lang="fr-FR" dirty="0" err="1"/>
              <a:t>writing</a:t>
            </a:r>
            <a:r>
              <a:rPr lang="fr-FR" dirty="0"/>
              <a:t> code </a:t>
            </a:r>
            <a:r>
              <a:rPr lang="fr-FR" dirty="0" err="1"/>
              <a:t>reached</a:t>
            </a:r>
            <a:r>
              <a:rPr lang="fr-FR" dirty="0"/>
              <a:t> a gap in 2026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converting</a:t>
            </a:r>
            <a:r>
              <a:rPr lang="fr-FR" dirty="0"/>
              <a:t> a model </a:t>
            </a:r>
            <a:r>
              <a:rPr lang="fr-FR" dirty="0" err="1"/>
              <a:t>into</a:t>
            </a:r>
            <a:r>
              <a:rPr lang="fr-FR" dirty="0"/>
              <a:t> ONNX is </a:t>
            </a:r>
            <a:r>
              <a:rPr lang="fr-FR" dirty="0" err="1"/>
              <a:t>just</a:t>
            </a:r>
            <a:r>
              <a:rPr lang="fr-FR" dirty="0"/>
              <a:t> a </a:t>
            </a:r>
            <a:r>
              <a:rPr lang="fr-FR" dirty="0" err="1"/>
              <a:t>matter</a:t>
            </a:r>
            <a:r>
              <a:rPr lang="fr-FR" dirty="0"/>
              <a:t> of translation.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It is reliable and </a:t>
            </a:r>
            <a:r>
              <a:rPr lang="fr-FR" dirty="0" err="1"/>
              <a:t>it</a:t>
            </a:r>
            <a:r>
              <a:rPr lang="fr-FR" dirty="0"/>
              <a:t> is a lot </a:t>
            </a:r>
            <a:r>
              <a:rPr lang="fr-FR" dirty="0" err="1"/>
              <a:t>faster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posting</a:t>
            </a:r>
            <a:r>
              <a:rPr lang="fr-FR" dirty="0"/>
              <a:t> an issue and </a:t>
            </a:r>
            <a:r>
              <a:rPr lang="fr-FR" dirty="0" err="1"/>
              <a:t>waiting</a:t>
            </a:r>
            <a:r>
              <a:rPr lang="fr-FR" dirty="0"/>
              <a:t> for </a:t>
            </a:r>
            <a:r>
              <a:rPr lang="fr-FR" dirty="0" err="1"/>
              <a:t>it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resolved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The model is as </a:t>
            </a:r>
            <a:r>
              <a:rPr lang="fr-FR" dirty="0" err="1"/>
              <a:t>expected</a:t>
            </a:r>
            <a:r>
              <a:rPr lang="fr-FR" dirty="0"/>
              <a:t> and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need</a:t>
            </a:r>
            <a:r>
              <a:rPr lang="fr-FR" dirty="0"/>
              <a:t> post-</a:t>
            </a:r>
            <a:r>
              <a:rPr lang="fr-FR" dirty="0" err="1"/>
              <a:t>processing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It </a:t>
            </a:r>
            <a:r>
              <a:rPr lang="fr-FR" dirty="0" err="1"/>
              <a:t>works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machine learning </a:t>
            </a:r>
            <a:r>
              <a:rPr lang="fr-FR" dirty="0" err="1"/>
              <a:t>library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E037639-6EDD-187E-66A1-3A0D6BF6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241" y="2530258"/>
            <a:ext cx="2475103" cy="274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2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A962-6AF9-FBCE-AB22-51D82089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7F4323-70ED-FB65-14FB-5E31948F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Side</a:t>
            </a:r>
            <a:r>
              <a:rPr lang="fr-FR" dirty="0"/>
              <a:t> </a:t>
            </a:r>
            <a:r>
              <a:rPr lang="fr-FR" dirty="0" err="1"/>
              <a:t>effects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32D1FA-51AF-5EE7-A491-EF7D69D21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If </a:t>
            </a:r>
            <a:r>
              <a:rPr lang="fr-FR" dirty="0" err="1"/>
              <a:t>sklearn-onnx</a:t>
            </a:r>
            <a:r>
              <a:rPr lang="fr-FR" dirty="0"/>
              <a:t>, </a:t>
            </a:r>
            <a:r>
              <a:rPr lang="fr-FR" dirty="0" err="1"/>
              <a:t>tensorflow</a:t>
            </a:r>
            <a:r>
              <a:rPr lang="fr-FR" dirty="0"/>
              <a:t> are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downloaded</a:t>
            </a:r>
            <a:r>
              <a:rPr lang="fr-FR" dirty="0"/>
              <a:t> on </a:t>
            </a:r>
            <a:r>
              <a:rPr lang="fr-FR" err="1"/>
              <a:t>PyPI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less</a:t>
            </a:r>
            <a:r>
              <a:rPr lang="fr-FR" dirty="0"/>
              <a:t> and </a:t>
            </a:r>
            <a:r>
              <a:rPr lang="fr-FR" dirty="0" err="1"/>
              <a:t>less</a:t>
            </a:r>
            <a:r>
              <a:rPr lang="fr-FR" dirty="0"/>
              <a:t> issues.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E29C93D-9DF1-8DEE-FC61-C4709ED3E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71080"/>
            <a:ext cx="6027768" cy="250722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97789BC-1228-7765-58B5-58D11BE14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703" y="2971080"/>
            <a:ext cx="4607020" cy="228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6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3CB95-D0C6-EC9F-813F-4786DD2A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Add a new </a:t>
            </a:r>
            <a:r>
              <a:rPr lang="fr-FR" dirty="0" err="1"/>
              <a:t>converter</a:t>
            </a:r>
            <a:r>
              <a:rPr lang="fr-FR" dirty="0"/>
              <a:t> in no time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46366B-39CD-C1A0-2D9C-81D195386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an issue on GitHub, </a:t>
            </a:r>
            <a:r>
              <a:rPr lang="fr-FR" dirty="0" err="1"/>
              <a:t>assign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an Agent.</a:t>
            </a:r>
          </a:p>
          <a:p>
            <a:r>
              <a:rPr lang="fr-FR" dirty="0" err="1"/>
              <a:t>Three</a:t>
            </a:r>
            <a:r>
              <a:rPr lang="fr-FR" dirty="0"/>
              <a:t> </a:t>
            </a:r>
            <a:r>
              <a:rPr lang="fr-FR" dirty="0" err="1"/>
              <a:t>converters</a:t>
            </a:r>
            <a:r>
              <a:rPr lang="fr-FR" dirty="0"/>
              <a:t> </a:t>
            </a:r>
            <a:r>
              <a:rPr lang="fr-FR" dirty="0" err="1"/>
              <a:t>added</a:t>
            </a:r>
            <a:r>
              <a:rPr lang="fr-FR" dirty="0"/>
              <a:t> in a </a:t>
            </a:r>
            <a:r>
              <a:rPr lang="fr-FR" dirty="0" err="1"/>
              <a:t>day</a:t>
            </a:r>
            <a:r>
              <a:rPr lang="fr-FR" dirty="0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D6FA57-6E07-030E-A18A-1C93B16A6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324" y="3725330"/>
            <a:ext cx="7601890" cy="276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17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3972-CA81-89FC-4FBE-C40CDE97E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32D43-289F-24EC-C918-E3E20AA56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a </a:t>
            </a:r>
            <a:r>
              <a:rPr lang="fr-FR" dirty="0" err="1"/>
              <a:t>framework</a:t>
            </a:r>
            <a:r>
              <a:rPr lang="fr-FR" dirty="0"/>
              <a:t>? Yes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F762C4-5559-302C-F775-B2683AB24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48753" cy="4351338"/>
          </a:xfrm>
        </p:spPr>
        <p:txBody>
          <a:bodyPr/>
          <a:lstStyle/>
          <a:p>
            <a:r>
              <a:rPr lang="fr-FR" dirty="0"/>
              <a:t>A model is </a:t>
            </a:r>
            <a:r>
              <a:rPr lang="fr-FR" dirty="0" err="1"/>
              <a:t>usually</a:t>
            </a:r>
            <a:r>
              <a:rPr lang="fr-FR" dirty="0"/>
              <a:t> a pipeline of </a:t>
            </a:r>
            <a:r>
              <a:rPr lang="fr-FR" dirty="0" err="1"/>
              <a:t>estimators</a:t>
            </a:r>
            <a:r>
              <a:rPr lang="fr-FR" dirty="0"/>
              <a:t> (scikit-</a:t>
            </a:r>
            <a:r>
              <a:rPr lang="fr-FR" dirty="0" err="1"/>
              <a:t>learn</a:t>
            </a:r>
            <a:r>
              <a:rPr lang="fr-FR" dirty="0"/>
              <a:t>) or modules (</a:t>
            </a:r>
            <a:r>
              <a:rPr lang="fr-FR" dirty="0" err="1"/>
              <a:t>transformers</a:t>
            </a:r>
            <a:r>
              <a:rPr lang="fr-FR" dirty="0"/>
              <a:t>)</a:t>
            </a:r>
          </a:p>
          <a:p>
            <a:r>
              <a:rPr lang="fr-FR" dirty="0"/>
              <a:t>It is </a:t>
            </a:r>
            <a:r>
              <a:rPr lang="fr-FR" dirty="0" err="1"/>
              <a:t>safer</a:t>
            </a:r>
            <a:r>
              <a:rPr lang="fr-FR" dirty="0"/>
              <a:t> to export </a:t>
            </a:r>
            <a:r>
              <a:rPr lang="fr-FR" dirty="0" err="1"/>
              <a:t>piece</a:t>
            </a:r>
            <a:r>
              <a:rPr lang="fr-FR" dirty="0"/>
              <a:t> by </a:t>
            </a:r>
            <a:r>
              <a:rPr lang="fr-FR" dirty="0" err="1"/>
              <a:t>piece</a:t>
            </a:r>
            <a:r>
              <a:rPr lang="fr-FR" dirty="0"/>
              <a:t>.</a:t>
            </a:r>
          </a:p>
          <a:p>
            <a:r>
              <a:rPr lang="fr-FR" dirty="0"/>
              <a:t>Agents </a:t>
            </a:r>
            <a:r>
              <a:rPr lang="fr-FR" dirty="0" err="1"/>
              <a:t>cannot</a:t>
            </a:r>
            <a:r>
              <a:rPr lang="fr-FR" dirty="0"/>
              <a:t> do a </a:t>
            </a:r>
            <a:r>
              <a:rPr lang="fr-FR" dirty="0" err="1"/>
              <a:t>whole</a:t>
            </a:r>
            <a:r>
              <a:rPr lang="fr-FR" dirty="0"/>
              <a:t> model fast.</a:t>
            </a:r>
          </a:p>
          <a:p>
            <a:r>
              <a:rPr lang="fr-FR" dirty="0"/>
              <a:t>A new model </a:t>
            </a:r>
            <a:r>
              <a:rPr lang="fr-FR" dirty="0" err="1"/>
              <a:t>means</a:t>
            </a:r>
            <a:r>
              <a:rPr lang="fr-FR" dirty="0"/>
              <a:t> a couple of new </a:t>
            </a:r>
            <a:r>
              <a:rPr lang="fr-FR" dirty="0" err="1"/>
              <a:t>pieces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.</a:t>
            </a:r>
          </a:p>
          <a:p>
            <a:r>
              <a:rPr lang="fr-FR" dirty="0"/>
              <a:t>Agents </a:t>
            </a:r>
            <a:r>
              <a:rPr lang="fr-FR" dirty="0" err="1"/>
              <a:t>need</a:t>
            </a:r>
            <a:r>
              <a:rPr lang="fr-FR" dirty="0"/>
              <a:t> a structure to </a:t>
            </a:r>
            <a:r>
              <a:rPr lang="fr-FR" dirty="0" err="1"/>
              <a:t>rely</a:t>
            </a:r>
            <a:r>
              <a:rPr lang="fr-FR" dirty="0"/>
              <a:t> on and a few </a:t>
            </a:r>
            <a:r>
              <a:rPr lang="fr-FR" dirty="0" err="1"/>
              <a:t>converters</a:t>
            </a:r>
            <a:r>
              <a:rPr lang="fr-FR" dirty="0"/>
              <a:t> to </a:t>
            </a:r>
            <a:r>
              <a:rPr lang="fr-FR" dirty="0" err="1"/>
              <a:t>replicate</a:t>
            </a:r>
            <a:r>
              <a:rPr lang="fr-FR" dirty="0"/>
              <a:t>.</a:t>
            </a:r>
          </a:p>
          <a:p>
            <a:r>
              <a:rPr lang="fr-FR" dirty="0"/>
              <a:t>When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grows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becomes</a:t>
            </a:r>
            <a:r>
              <a:rPr lang="fr-FR" dirty="0"/>
              <a:t> a </a:t>
            </a:r>
            <a:r>
              <a:rPr lang="fr-FR" dirty="0" err="1"/>
              <a:t>framework</a:t>
            </a:r>
            <a:r>
              <a:rPr lang="fr-FR" dirty="0"/>
              <a:t> no </a:t>
            </a:r>
            <a:r>
              <a:rPr lang="fr-FR" dirty="0" err="1"/>
              <a:t>matter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do.</a:t>
            </a:r>
          </a:p>
        </p:txBody>
      </p:sp>
    </p:spTree>
    <p:extLst>
      <p:ext uri="{BB962C8B-B14F-4D97-AF65-F5344CB8AC3E}">
        <p14:creationId xmlns:p14="http://schemas.microsoft.com/office/powerpoint/2010/main" val="332266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F44DC-68FF-B761-F4D0-294F3987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156A6B-1C97-3E34-34B6-55C8CF8A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Core Pieces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719BB1-4074-3B12-5CB9-CDD617B8A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r>
              <a:rPr lang="fr-FR" dirty="0"/>
              <a:t>You </a:t>
            </a:r>
            <a:r>
              <a:rPr lang="fr-FR" dirty="0" err="1"/>
              <a:t>need</a:t>
            </a:r>
            <a:r>
              <a:rPr lang="fr-FR" dirty="0"/>
              <a:t> a </a:t>
            </a:r>
            <a:r>
              <a:rPr lang="fr-FR" dirty="0" err="1"/>
              <a:t>GraphBuilder</a:t>
            </a:r>
            <a:r>
              <a:rPr lang="fr-FR" dirty="0"/>
              <a:t>: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nodes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an ONNX graph.</a:t>
            </a:r>
          </a:p>
          <a:p>
            <a:r>
              <a:rPr lang="fr-FR" dirty="0"/>
              <a:t>A </a:t>
            </a:r>
            <a:r>
              <a:rPr lang="fr-FR" dirty="0" err="1"/>
              <a:t>naming</a:t>
            </a:r>
            <a:r>
              <a:rPr lang="fr-FR" dirty="0"/>
              <a:t> </a:t>
            </a:r>
            <a:r>
              <a:rPr lang="fr-FR" dirty="0" err="1"/>
              <a:t>logic</a:t>
            </a:r>
            <a:r>
              <a:rPr lang="fr-FR" dirty="0"/>
              <a:t>: how to </a:t>
            </a:r>
            <a:r>
              <a:rPr lang="fr-FR" dirty="0" err="1"/>
              <a:t>name</a:t>
            </a:r>
            <a:r>
              <a:rPr lang="fr-FR" dirty="0"/>
              <a:t> the </a:t>
            </a:r>
            <a:r>
              <a:rPr lang="fr-FR" dirty="0" err="1"/>
              <a:t>intermediate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  <a:p>
            <a:r>
              <a:rPr lang="fr-FR" dirty="0"/>
              <a:t>A </a:t>
            </a:r>
            <a:r>
              <a:rPr lang="fr-FR" dirty="0" err="1"/>
              <a:t>logic</a:t>
            </a:r>
            <a:r>
              <a:rPr lang="fr-FR" dirty="0"/>
              <a:t> to </a:t>
            </a:r>
            <a:r>
              <a:rPr lang="fr-FR" dirty="0" err="1"/>
              <a:t>register</a:t>
            </a:r>
            <a:r>
              <a:rPr lang="fr-FR" dirty="0"/>
              <a:t> a </a:t>
            </a:r>
            <a:r>
              <a:rPr lang="fr-FR" dirty="0" err="1"/>
              <a:t>function</a:t>
            </a:r>
            <a:r>
              <a:rPr lang="fr-FR" dirty="0"/>
              <a:t> to </a:t>
            </a:r>
            <a:r>
              <a:rPr lang="fr-FR" dirty="0" err="1"/>
              <a:t>convert</a:t>
            </a:r>
            <a:r>
              <a:rPr lang="fr-FR" dirty="0"/>
              <a:t> a </a:t>
            </a:r>
            <a:r>
              <a:rPr lang="fr-FR" dirty="0" err="1"/>
              <a:t>piece</a:t>
            </a:r>
            <a:r>
              <a:rPr lang="fr-FR" dirty="0"/>
              <a:t>.</a:t>
            </a:r>
          </a:p>
          <a:p>
            <a:r>
              <a:rPr lang="fr-FR" dirty="0"/>
              <a:t>A </a:t>
            </a:r>
            <a:r>
              <a:rPr lang="fr-FR" dirty="0" err="1"/>
              <a:t>logic</a:t>
            </a:r>
            <a:r>
              <a:rPr lang="fr-FR" dirty="0"/>
              <a:t> to </a:t>
            </a:r>
            <a:r>
              <a:rPr lang="fr-FR" dirty="0" err="1"/>
              <a:t>walk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a model, call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converter</a:t>
            </a:r>
            <a:r>
              <a:rPr lang="fr-FR" dirty="0"/>
              <a:t> and </a:t>
            </a:r>
            <a:r>
              <a:rPr lang="fr-FR" dirty="0" err="1"/>
              <a:t>connect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.</a:t>
            </a:r>
          </a:p>
          <a:p>
            <a:r>
              <a:rPr lang="fr-FR" dirty="0"/>
              <a:t>A test infrastructure to check </a:t>
            </a:r>
            <a:r>
              <a:rPr lang="fr-FR" dirty="0" err="1"/>
              <a:t>discrepancies</a:t>
            </a:r>
            <a:r>
              <a:rPr lang="fr-FR" dirty="0"/>
              <a:t>, speed up and to help the agents </a:t>
            </a:r>
            <a:r>
              <a:rPr lang="fr-FR" dirty="0" err="1"/>
              <a:t>automatically</a:t>
            </a:r>
            <a:r>
              <a:rPr lang="fr-FR" dirty="0"/>
              <a:t> check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do</a:t>
            </a:r>
          </a:p>
        </p:txBody>
      </p:sp>
    </p:spTree>
    <p:extLst>
      <p:ext uri="{BB962C8B-B14F-4D97-AF65-F5344CB8AC3E}">
        <p14:creationId xmlns:p14="http://schemas.microsoft.com/office/powerpoint/2010/main" val="87026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15A16-65BE-9051-061A-2678A8D5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75161-FF1B-FE83-2C2B-A6F48425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Optional</a:t>
            </a:r>
            <a:r>
              <a:rPr lang="fr-FR" dirty="0"/>
              <a:t> Pieces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3852F3-2819-BDC9-76B7-0B12FD612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Optimization</a:t>
            </a:r>
            <a:endParaRPr lang="fr-FR" dirty="0"/>
          </a:p>
          <a:p>
            <a:pPr lvl="1"/>
            <a:r>
              <a:rPr lang="fr-FR" dirty="0"/>
              <a:t>The </a:t>
            </a:r>
            <a:r>
              <a:rPr lang="fr-FR" dirty="0" err="1"/>
              <a:t>converted</a:t>
            </a:r>
            <a:r>
              <a:rPr lang="fr-FR" dirty="0"/>
              <a:t> ONNX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not </a:t>
            </a:r>
            <a:r>
              <a:rPr lang="fr-FR" dirty="0" err="1"/>
              <a:t>be</a:t>
            </a:r>
            <a:r>
              <a:rPr lang="fr-FR" dirty="0"/>
              <a:t> optimal (</a:t>
            </a:r>
            <a:r>
              <a:rPr lang="fr-FR" dirty="0" err="1"/>
              <a:t>remove</a:t>
            </a:r>
            <a:r>
              <a:rPr lang="fr-FR" dirty="0"/>
              <a:t> duplicated transpose, …).</a:t>
            </a:r>
          </a:p>
          <a:p>
            <a:pPr lvl="1"/>
            <a:r>
              <a:rPr lang="fr-FR" dirty="0" err="1"/>
              <a:t>Models</a:t>
            </a:r>
            <a:r>
              <a:rPr lang="fr-FR" dirty="0"/>
              <a:t> are 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differently</a:t>
            </a:r>
            <a:r>
              <a:rPr lang="fr-FR" dirty="0"/>
              <a:t> on </a:t>
            </a:r>
            <a:r>
              <a:rPr lang="fr-FR" dirty="0" err="1"/>
              <a:t>different</a:t>
            </a:r>
            <a:r>
              <a:rPr lang="fr-FR" dirty="0"/>
              <a:t> providers.</a:t>
            </a:r>
          </a:p>
          <a:p>
            <a:r>
              <a:rPr lang="fr-FR" dirty="0"/>
              <a:t>Shape </a:t>
            </a:r>
            <a:r>
              <a:rPr lang="fr-FR" dirty="0" err="1"/>
              <a:t>Inference</a:t>
            </a:r>
            <a:endParaRPr lang="fr-FR" dirty="0"/>
          </a:p>
          <a:p>
            <a:pPr lvl="1"/>
            <a:r>
              <a:rPr lang="fr-FR" dirty="0" err="1"/>
              <a:t>Allows</a:t>
            </a:r>
            <a:r>
              <a:rPr lang="fr-FR" dirty="0"/>
              <a:t> an </a:t>
            </a:r>
            <a:r>
              <a:rPr lang="fr-FR" dirty="0" err="1"/>
              <a:t>optimizer</a:t>
            </a:r>
            <a:r>
              <a:rPr lang="fr-FR" dirty="0"/>
              <a:t> or a runtime to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 </a:t>
            </a:r>
            <a:r>
              <a:rPr lang="fr-FR" dirty="0" err="1"/>
              <a:t>decisions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Partially</a:t>
            </a:r>
            <a:r>
              <a:rPr lang="fr-FR" dirty="0"/>
              <a:t> </a:t>
            </a:r>
            <a:r>
              <a:rPr lang="fr-FR" dirty="0" err="1"/>
              <a:t>provided</a:t>
            </a:r>
            <a:r>
              <a:rPr lang="fr-FR" dirty="0"/>
              <a:t> by </a:t>
            </a:r>
            <a:r>
              <a:rPr lang="fr-FR" dirty="0" err="1"/>
              <a:t>onnx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2384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71C42-5935-CFD1-2F65-6ADD7614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0EC77-A78D-2F33-39FE-A728D6E0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Demo: fuse skl2onnx, tf2onnx, </a:t>
            </a:r>
            <a:r>
              <a:rPr lang="fr-FR" dirty="0" err="1"/>
              <a:t>onnxmltools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FAD938-0C0A-BB97-6C2E-B4C07E038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write</a:t>
            </a:r>
            <a:r>
              <a:rPr lang="fr-FR" dirty="0"/>
              <a:t> code,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review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agents do.</a:t>
            </a:r>
          </a:p>
          <a:p>
            <a:r>
              <a:rPr lang="fr-FR" dirty="0"/>
              <a:t>A </a:t>
            </a:r>
            <a:r>
              <a:rPr lang="fr-FR" dirty="0" err="1"/>
              <a:t>common</a:t>
            </a:r>
            <a:r>
              <a:rPr lang="fr-FR" dirty="0"/>
              <a:t> </a:t>
            </a:r>
            <a:r>
              <a:rPr lang="fr-FR" dirty="0" err="1"/>
              <a:t>framework</a:t>
            </a:r>
            <a:r>
              <a:rPr lang="fr-FR" dirty="0"/>
              <a:t> speeds up </a:t>
            </a:r>
            <a:r>
              <a:rPr lang="fr-FR" dirty="0" err="1"/>
              <a:t>this</a:t>
            </a:r>
            <a:r>
              <a:rPr lang="fr-FR" dirty="0"/>
              <a:t> part.</a:t>
            </a:r>
          </a:p>
          <a:p>
            <a:r>
              <a:rPr lang="fr-FR" dirty="0"/>
              <a:t>No </a:t>
            </a:r>
            <a:r>
              <a:rPr lang="fr-FR" dirty="0" err="1"/>
              <a:t>dependency</a:t>
            </a:r>
            <a:r>
              <a:rPr lang="fr-FR" dirty="0"/>
              <a:t> except </a:t>
            </a:r>
            <a:r>
              <a:rPr lang="fr-FR" dirty="0" err="1"/>
              <a:t>onnx</a:t>
            </a:r>
            <a:r>
              <a:rPr lang="fr-FR" dirty="0"/>
              <a:t>: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wait</a:t>
            </a:r>
            <a:r>
              <a:rPr lang="fr-FR" dirty="0"/>
              <a:t> for an issue </a:t>
            </a:r>
            <a:r>
              <a:rPr lang="fr-FR" dirty="0" err="1"/>
              <a:t>somewhere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fixed</a:t>
            </a:r>
            <a:r>
              <a:rPr lang="fr-FR" dirty="0"/>
              <a:t>.</a:t>
            </a:r>
          </a:p>
          <a:p>
            <a:r>
              <a:rPr lang="fr-FR" dirty="0"/>
              <a:t>95% 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agents.</a:t>
            </a:r>
          </a:p>
          <a:p>
            <a:r>
              <a:rPr lang="fr-FR" dirty="0" err="1"/>
              <a:t>Fusing</a:t>
            </a:r>
            <a:r>
              <a:rPr lang="fr-FR" dirty="0"/>
              <a:t> all </a:t>
            </a:r>
            <a:r>
              <a:rPr lang="fr-FR" dirty="0" err="1"/>
              <a:t>converters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a single </a:t>
            </a:r>
            <a:r>
              <a:rPr lang="fr-FR" dirty="0" err="1"/>
              <a:t>project</a:t>
            </a:r>
            <a:r>
              <a:rPr lang="fr-FR" dirty="0"/>
              <a:t> and </a:t>
            </a:r>
            <a:r>
              <a:rPr lang="fr-FR" dirty="0" err="1"/>
              <a:t>share</a:t>
            </a:r>
            <a:r>
              <a:rPr lang="fr-FR" dirty="0"/>
              <a:t> the </a:t>
            </a:r>
            <a:r>
              <a:rPr lang="fr-FR" dirty="0" err="1"/>
              <a:t>core</a:t>
            </a:r>
            <a:r>
              <a:rPr lang="fr-FR" dirty="0"/>
              <a:t> and </a:t>
            </a:r>
            <a:r>
              <a:rPr lang="fr-FR" dirty="0" err="1"/>
              <a:t>optional</a:t>
            </a:r>
            <a:r>
              <a:rPr lang="fr-FR" dirty="0"/>
              <a:t> </a:t>
            </a:r>
            <a:r>
              <a:rPr lang="fr-FR" dirty="0" err="1"/>
              <a:t>pieces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993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2E605-CD68-84A0-C6D6-C22E3156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2B961-3450-BEEE-613A-3D48D8E2B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yet-another-onnx-builder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DDE877-AA87-F24F-D69F-00A379228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>
                <a:hlinkClick r:id="rId3"/>
              </a:rPr>
              <a:t>xadupre</a:t>
            </a:r>
            <a:r>
              <a:rPr lang="fr-FR" dirty="0">
                <a:hlinkClick r:id="rId3"/>
              </a:rPr>
              <a:t>/</a:t>
            </a:r>
            <a:r>
              <a:rPr lang="fr-FR" dirty="0" err="1">
                <a:hlinkClick r:id="rId3"/>
              </a:rPr>
              <a:t>yet-another-onnx-builder</a:t>
            </a:r>
            <a:r>
              <a:rPr lang="fr-FR" dirty="0">
                <a:hlinkClick r:id="rId3"/>
              </a:rPr>
              <a:t>: </a:t>
            </a:r>
            <a:r>
              <a:rPr lang="fr-FR" dirty="0" err="1">
                <a:hlinkClick r:id="rId3"/>
              </a:rPr>
              <a:t>yet</a:t>
            </a:r>
            <a:r>
              <a:rPr lang="fr-FR" dirty="0">
                <a:hlinkClick r:id="rId3"/>
              </a:rPr>
              <a:t> </a:t>
            </a:r>
            <a:r>
              <a:rPr lang="fr-FR" dirty="0" err="1">
                <a:hlinkClick r:id="rId3"/>
              </a:rPr>
              <a:t>another</a:t>
            </a:r>
            <a:r>
              <a:rPr lang="fr-FR" dirty="0">
                <a:hlinkClick r:id="rId3"/>
              </a:rPr>
              <a:t> </a:t>
            </a:r>
            <a:r>
              <a:rPr lang="fr-FR" dirty="0" err="1">
                <a:hlinkClick r:id="rId3"/>
              </a:rPr>
              <a:t>onnx</a:t>
            </a:r>
            <a:r>
              <a:rPr lang="fr-FR" dirty="0">
                <a:hlinkClick r:id="rId3"/>
              </a:rPr>
              <a:t> </a:t>
            </a:r>
            <a:r>
              <a:rPr lang="fr-FR" dirty="0" err="1">
                <a:hlinkClick r:id="rId3"/>
              </a:rPr>
              <a:t>builder</a:t>
            </a:r>
            <a:endParaRPr lang="fr-FR" dirty="0"/>
          </a:p>
          <a:p>
            <a:r>
              <a:rPr lang="fr-FR" dirty="0"/>
              <a:t>Fuse </a:t>
            </a:r>
            <a:r>
              <a:rPr lang="fr-FR" dirty="0" err="1"/>
              <a:t>sklearn-onnx</a:t>
            </a:r>
            <a:r>
              <a:rPr lang="fr-FR" dirty="0"/>
              <a:t>, </a:t>
            </a:r>
            <a:r>
              <a:rPr lang="fr-FR" dirty="0" err="1"/>
              <a:t>tensorflow-onnx</a:t>
            </a:r>
            <a:r>
              <a:rPr lang="fr-FR" dirty="0"/>
              <a:t>, </a:t>
            </a:r>
            <a:r>
              <a:rPr lang="fr-FR" dirty="0" err="1"/>
              <a:t>onnxmltools</a:t>
            </a:r>
            <a:r>
              <a:rPr lang="fr-FR" dirty="0"/>
              <a:t>…</a:t>
            </a:r>
          </a:p>
          <a:p>
            <a:r>
              <a:rPr lang="fr-FR" dirty="0" err="1"/>
              <a:t>Extends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SQL, Pandas, JAX, </a:t>
            </a:r>
            <a:r>
              <a:rPr lang="fr-FR" dirty="0" err="1"/>
              <a:t>category_encoders</a:t>
            </a:r>
            <a:r>
              <a:rPr lang="fr-FR" dirty="0"/>
              <a:t>…</a:t>
            </a:r>
          </a:p>
          <a:p>
            <a:r>
              <a:rPr lang="fr-FR" dirty="0"/>
              <a:t>One </a:t>
            </a:r>
            <a:r>
              <a:rPr lang="fr-FR" dirty="0" err="1"/>
              <a:t>function</a:t>
            </a:r>
            <a:r>
              <a:rPr lang="fr-FR" dirty="0"/>
              <a:t> to </a:t>
            </a:r>
            <a:r>
              <a:rPr lang="fr-FR" dirty="0" err="1"/>
              <a:t>convert</a:t>
            </a:r>
            <a:r>
              <a:rPr lang="fr-FR" dirty="0"/>
              <a:t> all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93E720-2028-E89F-F240-EE15CB600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021" y="3607958"/>
            <a:ext cx="2524477" cy="294363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08D14E1-1301-33DB-74CA-591E2D007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052" y="5306353"/>
            <a:ext cx="1371791" cy="132416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ACE8342-2DFF-F6C6-66FF-534E69ECC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589" y="4984213"/>
            <a:ext cx="2105319" cy="180047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2E7A456-0EEC-042D-1411-7766FFC5F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447" y="3947802"/>
            <a:ext cx="8259328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0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0E91C-AE63-F8ED-2B6D-A554175B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New </a:t>
            </a:r>
            <a:r>
              <a:rPr lang="fr-FR" dirty="0" err="1"/>
              <a:t>converter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D1CB94-8F09-F7DC-6547-0F315D24B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37487"/>
            <a:ext cx="5723837" cy="289358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0472AC0-9CD2-AA4C-A18D-51265161B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60" y="1537487"/>
            <a:ext cx="5236613" cy="20052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B20FD6B-86B9-8850-37CD-A7FBF48E92F2}"/>
              </a:ext>
            </a:extLst>
          </p:cNvPr>
          <p:cNvSpPr/>
          <p:nvPr/>
        </p:nvSpPr>
        <p:spPr>
          <a:xfrm>
            <a:off x="838200" y="2387150"/>
            <a:ext cx="5060973" cy="226577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2394AF8-C48A-13F0-F69C-B41D32DBA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71786"/>
            <a:ext cx="1476581" cy="64779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2705A1B-BCCB-9CC1-0212-8A7C0AA42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780202"/>
            <a:ext cx="4472826" cy="154031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DD4C38A-DCFF-601F-7497-A60BB13FDD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1026" y="5087454"/>
            <a:ext cx="6354062" cy="172426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093CAEA-9660-2A0C-4B30-6F2E1251EA85}"/>
              </a:ext>
            </a:extLst>
          </p:cNvPr>
          <p:cNvSpPr txBox="1"/>
          <p:nvPr/>
        </p:nvSpPr>
        <p:spPr>
          <a:xfrm>
            <a:off x="5439365" y="4454677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8"/>
              </a:rPr>
              <a:t>Add ONNX </a:t>
            </a:r>
            <a:r>
              <a:rPr lang="fr-FR" dirty="0" err="1">
                <a:hlinkClick r:id="rId8"/>
              </a:rPr>
              <a:t>converter</a:t>
            </a:r>
            <a:r>
              <a:rPr lang="fr-FR" dirty="0">
                <a:hlinkClick r:id="rId8"/>
              </a:rPr>
              <a:t> for </a:t>
            </a:r>
            <a:r>
              <a:rPr lang="fr-FR" dirty="0" err="1">
                <a:hlinkClick r:id="rId8"/>
              </a:rPr>
              <a:t>category_encoders</a:t>
            </a:r>
            <a:r>
              <a:rPr lang="fr-FR" dirty="0">
                <a:hlinkClick r:id="rId8"/>
              </a:rPr>
              <a:t> </a:t>
            </a:r>
            <a:r>
              <a:rPr lang="fr-FR" dirty="0" err="1">
                <a:hlinkClick r:id="rId8"/>
              </a:rPr>
              <a:t>BaseNEncoder</a:t>
            </a:r>
            <a:r>
              <a:rPr lang="fr-FR" dirty="0">
                <a:hlinkClick r:id="rId8"/>
              </a:rPr>
              <a:t> by </a:t>
            </a:r>
            <a:r>
              <a:rPr lang="fr-FR" dirty="0" err="1">
                <a:hlinkClick r:id="rId8"/>
              </a:rPr>
              <a:t>Copilot</a:t>
            </a:r>
            <a:r>
              <a:rPr lang="fr-FR" dirty="0">
                <a:hlinkClick r:id="rId8"/>
              </a:rPr>
              <a:t> · Pull </a:t>
            </a:r>
            <a:r>
              <a:rPr lang="fr-FR" dirty="0" err="1">
                <a:hlinkClick r:id="rId8"/>
              </a:rPr>
              <a:t>Request</a:t>
            </a:r>
            <a:r>
              <a:rPr lang="fr-FR" dirty="0">
                <a:hlinkClick r:id="rId8"/>
              </a:rPr>
              <a:t> #2291 · </a:t>
            </a:r>
            <a:r>
              <a:rPr lang="fr-FR" dirty="0" err="1">
                <a:hlinkClick r:id="rId8"/>
              </a:rPr>
              <a:t>xadupre</a:t>
            </a:r>
            <a:r>
              <a:rPr lang="fr-FR" dirty="0">
                <a:hlinkClick r:id="rId8"/>
              </a:rPr>
              <a:t>/</a:t>
            </a:r>
            <a:r>
              <a:rPr lang="fr-FR" dirty="0" err="1">
                <a:hlinkClick r:id="rId8"/>
              </a:rPr>
              <a:t>yet-another-onnx-builder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575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F4308-0F6A-59BE-1D76-55CE92E9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931DD3-FE61-103C-39FD-DB823957B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code?</a:t>
            </a:r>
          </a:p>
        </p:txBody>
      </p:sp>
    </p:spTree>
    <p:extLst>
      <p:ext uri="{BB962C8B-B14F-4D97-AF65-F5344CB8AC3E}">
        <p14:creationId xmlns:p14="http://schemas.microsoft.com/office/powerpoint/2010/main" val="35442983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903</Words>
  <Application>Microsoft Office PowerPoint</Application>
  <PresentationFormat>Widescreen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ONNX Converters</vt:lpstr>
      <vt:lpstr>Coding with Agents</vt:lpstr>
      <vt:lpstr>Side effects</vt:lpstr>
      <vt:lpstr>Add a new converter in no time</vt:lpstr>
      <vt:lpstr>Do you still need a framework? Yes</vt:lpstr>
      <vt:lpstr>Core Pieces</vt:lpstr>
      <vt:lpstr>Optional Pieces</vt:lpstr>
      <vt:lpstr>Demo: fuse skl2onnx, tf2onnx, onnxmltools</vt:lpstr>
      <vt:lpstr>yet-another-onnx-builder</vt:lpstr>
      <vt:lpstr>New converter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Dupre</dc:creator>
  <cp:lastModifiedBy>Ganesan Ramalingam</cp:lastModifiedBy>
  <cp:revision>2</cp:revision>
  <dcterms:created xsi:type="dcterms:W3CDTF">2026-06-17T11:55:41Z</dcterms:created>
  <dcterms:modified xsi:type="dcterms:W3CDTF">2026-07-07T23:54:33Z</dcterms:modified>
</cp:coreProperties>
</file>