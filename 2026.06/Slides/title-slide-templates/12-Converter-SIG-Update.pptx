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DiTOX: Fault Detection and Localization in the ONNX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Nikolaos Louloudakis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SONNX: Formal Specification of ONNX for Safety-Critical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Eric Jenn &amp; Jean Souyris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Lessons Learned Building an ONNX-to-C Compiler with 100%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Timo Stripf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Neural Network Compression Framework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Sahar Fatima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Architecture &amp; Infrastructure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Andreas Fehlner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Community Survey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Christian Bourjau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Beyond Latency: Understanding ONNX Execution on AI 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Vasanth Tovinkere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Mobius - Agentic Model Conversion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Justin Chu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and the Future of Verifiable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Sean Westfall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Probabilistic Programming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Brian Parbhu &amp; Adam Pocock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Compiler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Alexandre Eichenberger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Converter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GenAI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Yamini Nimmagadda, Javier Martinez &amp; G. Ramalingam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Operator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G. Ramalingam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without Protobuf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