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DiTOX: Fault Detection and Localization in the ONNX Optimizer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Nikolaos Louloudakis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SONNX: Formal Specification of ONNX for Safety-Critical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Eric Jenn &amp; Jean Souyris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Lessons Learned Building an ONNX-to-C Compiler with 100% Test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Timo Stripf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Neural Network Compression Framework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Sahar Fatima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Architecture &amp; Infrastructure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Andreas Fehlner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Community Survey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Christian Bourjau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Beyond Latency: Understanding ONNX Execution on AI PCs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Freddy Chiu &amp; Vasanth Tovinkere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Mobius - Agentic Model Conversion for ONNX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Justin Chu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and the Future of Verifiable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Sean Westfall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Probabilistic Programming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Brian Parbhu &amp; Adam Pocock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Compiler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Alexandre Eichenberger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Converter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GenAI WG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Yamini Nimmagadda, Javier Martinez &amp; G. Ramalingam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Operator SIG Update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G. Ramalingam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CC9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ONNX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02920"/>
            <a:ext cx="1737360" cy="429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4CC9E1"/>
                </a:solidFill>
                <a:latin typeface="Segoe UI"/>
              </a:rPr>
              <a:t>COMMUNITY MEETUP  ·  JUNE 26, 2026  ·  MOUNTAIN VIEW, 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1051560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ONNX without Protobuf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400" b="0">
                <a:solidFill>
                  <a:srgbClr val="A9B6C9"/>
                </a:solidFill>
                <a:latin typeface="Segoe UI"/>
              </a:rPr>
              <a:t>Xavier Dupre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