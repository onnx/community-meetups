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CC9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ONNX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502920"/>
            <a:ext cx="1737360" cy="42999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960120"/>
            <a:ext cx="10515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4CC9E1"/>
                </a:solidFill>
                <a:latin typeface="Segoe UI"/>
              </a:rPr>
              <a:t>COMMUNITY MEETUP  ·  JUNE 26, 2026  ·  MOUNTAIN VIEW, 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86000"/>
            <a:ext cx="10515600" cy="2011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Segoe UI"/>
              </a:rPr>
              <a:t>DiTOX: Fault Detection and Localization in the ONNX Optimizer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297680"/>
            <a:ext cx="10515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0">
                <a:solidFill>
                  <a:srgbClr val="A9B6C9"/>
                </a:solidFill>
                <a:latin typeface="Segoe UI"/>
              </a:rPr>
              <a:t>Nikolaos Louloudakis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CC9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ONNX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502920"/>
            <a:ext cx="1737360" cy="42999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960120"/>
            <a:ext cx="10515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4CC9E1"/>
                </a:solidFill>
                <a:latin typeface="Segoe UI"/>
              </a:rPr>
              <a:t>COMMUNITY MEETUP  ·  JUNE 26, 2026  ·  MOUNTAIN VIEW, 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86000"/>
            <a:ext cx="10515600" cy="2011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Segoe UI"/>
              </a:rPr>
              <a:t>SONNX: Formal Specification of ONNX for Safety-Critical Systems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297680"/>
            <a:ext cx="10515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0">
                <a:solidFill>
                  <a:srgbClr val="A9B6C9"/>
                </a:solidFill>
                <a:latin typeface="Segoe UI"/>
              </a:rPr>
              <a:t>Eric Jenn &amp; Jean Souyris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CC9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ONNX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502920"/>
            <a:ext cx="1737360" cy="42999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960120"/>
            <a:ext cx="10515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4CC9E1"/>
                </a:solidFill>
                <a:latin typeface="Segoe UI"/>
              </a:rPr>
              <a:t>COMMUNITY MEETUP  ·  JUNE 26, 2026  ·  MOUNTAIN VIEW, 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86000"/>
            <a:ext cx="10515600" cy="2011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Segoe UI"/>
              </a:rPr>
              <a:t>Lessons Learned Building an ONNX-to-C Compiler with 100% Test Coverage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297680"/>
            <a:ext cx="10515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0">
                <a:solidFill>
                  <a:srgbClr val="A9B6C9"/>
                </a:solidFill>
                <a:latin typeface="Segoe UI"/>
              </a:rPr>
              <a:t>Timo Stripf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CC9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ONNX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502920"/>
            <a:ext cx="1737360" cy="42999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960120"/>
            <a:ext cx="10515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4CC9E1"/>
                </a:solidFill>
                <a:latin typeface="Segoe UI"/>
              </a:rPr>
              <a:t>COMMUNITY MEETUP  ·  JUNE 26, 2026  ·  MOUNTAIN VIEW, 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86000"/>
            <a:ext cx="10515600" cy="2011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Segoe UI"/>
              </a:rPr>
              <a:t>Neural Network Compression Framework for ONNX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297680"/>
            <a:ext cx="10515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0">
                <a:solidFill>
                  <a:srgbClr val="A9B6C9"/>
                </a:solidFill>
                <a:latin typeface="Segoe UI"/>
              </a:rPr>
              <a:t>Freddy Chiu &amp; Sahar Fatima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CC9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ONNX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502920"/>
            <a:ext cx="1737360" cy="42999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960120"/>
            <a:ext cx="10515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4CC9E1"/>
                </a:solidFill>
                <a:latin typeface="Segoe UI"/>
              </a:rPr>
              <a:t>COMMUNITY MEETUP  ·  JUNE 26, 2026  ·  MOUNTAIN VIEW, 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86000"/>
            <a:ext cx="10515600" cy="2011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Segoe UI"/>
              </a:rPr>
              <a:t>Architecture &amp; Infrastructure SIG Update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297680"/>
            <a:ext cx="10515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0">
                <a:solidFill>
                  <a:srgbClr val="A9B6C9"/>
                </a:solidFill>
                <a:latin typeface="Segoe UI"/>
              </a:rPr>
              <a:t>Andreas Fehlner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CC9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ONNX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502920"/>
            <a:ext cx="1737360" cy="42999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960120"/>
            <a:ext cx="10515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4CC9E1"/>
                </a:solidFill>
                <a:latin typeface="Segoe UI"/>
              </a:rPr>
              <a:t>COMMUNITY MEETUP  ·  JUNE 26, 2026  ·  MOUNTAIN VIEW, 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86000"/>
            <a:ext cx="10515600" cy="2011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Segoe UI"/>
              </a:rPr>
              <a:t>ONNX Community Survey Results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297680"/>
            <a:ext cx="10515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0">
                <a:solidFill>
                  <a:srgbClr val="A9B6C9"/>
                </a:solidFill>
                <a:latin typeface="Segoe UI"/>
              </a:rPr>
              <a:t>Christian Bourjau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CC9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ONNX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502920"/>
            <a:ext cx="1737360" cy="42999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960120"/>
            <a:ext cx="10515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4CC9E1"/>
                </a:solidFill>
                <a:latin typeface="Segoe UI"/>
              </a:rPr>
              <a:t>COMMUNITY MEETUP  ·  JUNE 26, 2026  ·  MOUNTAIN VIEW, 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86000"/>
            <a:ext cx="10515600" cy="2011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Segoe UI"/>
              </a:rPr>
              <a:t>Beyond Latency: Understanding ONNX Execution on AI PCs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297680"/>
            <a:ext cx="10515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0">
                <a:solidFill>
                  <a:srgbClr val="A9B6C9"/>
                </a:solidFill>
                <a:latin typeface="Segoe UI"/>
              </a:rPr>
              <a:t>Freddy Chiu &amp; Vasanth Tovinkere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CC9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ONNX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502920"/>
            <a:ext cx="1737360" cy="42999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960120"/>
            <a:ext cx="10515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4CC9E1"/>
                </a:solidFill>
                <a:latin typeface="Segoe UI"/>
              </a:rPr>
              <a:t>COMMUNITY MEETUP  ·  JUNE 26, 2026  ·  MOUNTAIN VIEW, 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86000"/>
            <a:ext cx="10515600" cy="2011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Segoe UI"/>
              </a:rPr>
              <a:t>Mobius - Agentic Model Conversion for ONNX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297680"/>
            <a:ext cx="10515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0">
                <a:solidFill>
                  <a:srgbClr val="A9B6C9"/>
                </a:solidFill>
                <a:latin typeface="Segoe UI"/>
              </a:rPr>
              <a:t>Justin Chu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CC9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ONNX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502920"/>
            <a:ext cx="1737360" cy="42999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960120"/>
            <a:ext cx="10515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4CC9E1"/>
                </a:solidFill>
                <a:latin typeface="Segoe UI"/>
              </a:rPr>
              <a:t>COMMUNITY MEETUP  ·  JUNE 26, 2026  ·  MOUNTAIN VIEW, 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86000"/>
            <a:ext cx="10515600" cy="2011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Segoe UI"/>
              </a:rPr>
              <a:t>ONNX and the Future of Verifiable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297680"/>
            <a:ext cx="10515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0">
                <a:solidFill>
                  <a:srgbClr val="A9B6C9"/>
                </a:solidFill>
                <a:latin typeface="Segoe UI"/>
              </a:rPr>
              <a:t>Sean Westfall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CC9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ONNX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502920"/>
            <a:ext cx="1737360" cy="42999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960120"/>
            <a:ext cx="10515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4CC9E1"/>
                </a:solidFill>
                <a:latin typeface="Segoe UI"/>
              </a:rPr>
              <a:t>COMMUNITY MEETUP  ·  JUNE 26, 2026  ·  MOUNTAIN VIEW, 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86000"/>
            <a:ext cx="10515600" cy="2011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Segoe UI"/>
              </a:rPr>
              <a:t>Probabilistic Programming WG Update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297680"/>
            <a:ext cx="10515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0">
                <a:solidFill>
                  <a:srgbClr val="A9B6C9"/>
                </a:solidFill>
                <a:latin typeface="Segoe UI"/>
              </a:rPr>
              <a:t>Brian Parbhu &amp; Adam Pocock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CC9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ONNX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502920"/>
            <a:ext cx="1737360" cy="42999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960120"/>
            <a:ext cx="10515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4CC9E1"/>
                </a:solidFill>
                <a:latin typeface="Segoe UI"/>
              </a:rPr>
              <a:t>COMMUNITY MEETUP  ·  JUNE 26, 2026  ·  MOUNTAIN VIEW, 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86000"/>
            <a:ext cx="10515600" cy="2011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Segoe UI"/>
              </a:rPr>
              <a:t>Compiler SIG Update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297680"/>
            <a:ext cx="10515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0">
                <a:solidFill>
                  <a:srgbClr val="A9B6C9"/>
                </a:solidFill>
                <a:latin typeface="Segoe UI"/>
              </a:rPr>
              <a:t>Alexandre Eichenberger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CC9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ONNX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502920"/>
            <a:ext cx="1737360" cy="42999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960120"/>
            <a:ext cx="10515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4CC9E1"/>
                </a:solidFill>
                <a:latin typeface="Segoe UI"/>
              </a:rPr>
              <a:t>COMMUNITY MEETUP  ·  JUNE 26, 2026  ·  MOUNTAIN VIEW, 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86000"/>
            <a:ext cx="10515600" cy="2011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Segoe UI"/>
              </a:rPr>
              <a:t>Converter SIG Update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297680"/>
            <a:ext cx="10515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0">
                <a:solidFill>
                  <a:srgbClr val="A9B6C9"/>
                </a:solidFill>
                <a:latin typeface="Segoe UI"/>
              </a:rPr>
              <a:t>Xavier Dupre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CC9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ONNX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502920"/>
            <a:ext cx="1737360" cy="42999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960120"/>
            <a:ext cx="10515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4CC9E1"/>
                </a:solidFill>
                <a:latin typeface="Segoe UI"/>
              </a:rPr>
              <a:t>COMMUNITY MEETUP  ·  JUNE 26, 2026  ·  MOUNTAIN VIEW, 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86000"/>
            <a:ext cx="10515600" cy="2011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Segoe UI"/>
              </a:rPr>
              <a:t>GenAI WG Update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297680"/>
            <a:ext cx="10515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0">
                <a:solidFill>
                  <a:srgbClr val="A9B6C9"/>
                </a:solidFill>
                <a:latin typeface="Segoe UI"/>
              </a:rPr>
              <a:t>Yamini Nimmagadda, Javier Martinez &amp; G. Ramalingam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CC9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ONNX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502920"/>
            <a:ext cx="1737360" cy="42999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960120"/>
            <a:ext cx="10515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4CC9E1"/>
                </a:solidFill>
                <a:latin typeface="Segoe UI"/>
              </a:rPr>
              <a:t>COMMUNITY MEETUP  ·  JUNE 26, 2026  ·  MOUNTAIN VIEW, 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86000"/>
            <a:ext cx="10515600" cy="2011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Segoe UI"/>
              </a:rPr>
              <a:t>Operator SIG Update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297680"/>
            <a:ext cx="10515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0">
                <a:solidFill>
                  <a:srgbClr val="A9B6C9"/>
                </a:solidFill>
                <a:latin typeface="Segoe UI"/>
              </a:rPr>
              <a:t>G. Ramalingam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CC9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ONNX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502920"/>
            <a:ext cx="1737360" cy="42999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960120"/>
            <a:ext cx="10515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4CC9E1"/>
                </a:solidFill>
                <a:latin typeface="Segoe UI"/>
              </a:rPr>
              <a:t>COMMUNITY MEETUP  ·  JUNE 26, 2026  ·  MOUNTAIN VIEW, 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86000"/>
            <a:ext cx="10515600" cy="2011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Segoe UI"/>
              </a:rPr>
              <a:t>ONNX without Protobuf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297680"/>
            <a:ext cx="10515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0">
                <a:solidFill>
                  <a:srgbClr val="A9B6C9"/>
                </a:solidFill>
                <a:latin typeface="Segoe UI"/>
              </a:rPr>
              <a:t>Xavier Dupre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