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75" d="100"/>
          <a:sy n="75" d="100"/>
        </p:scale>
        <p:origin x="6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hyperlink" Target="https://github.com/onnx/onnx-docker" TargetMode="External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hyperlink" Target="https://github.com/onnx/models" TargetMode="External"/><Relationship Id="rId1" Type="http://schemas.openxmlformats.org/officeDocument/2006/relationships/hyperlink" Target="https://github.com/onnx/tutorials" TargetMode="Externa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0.svg"/><Relationship Id="rId3" Type="http://schemas.openxmlformats.org/officeDocument/2006/relationships/hyperlink" Target="https://github.com/onnx/tutorials" TargetMode="External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hyperlink" Target="https://github.com/onnx/models" TargetMode="External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hyperlink" Target="https://github.com/onnx/onnx-docker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9F4374-9EFD-4D60-8807-AEE6A97984B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8AEC3BB-96E9-4048-B6A7-51F69D1C1451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hlinkClick xmlns:r="http://schemas.openxmlformats.org/officeDocument/2006/relationships" r:id="rId1"/>
            </a:rPr>
            <a:t>onnx/tutorials</a:t>
          </a:r>
          <a:r>
            <a:rPr lang="en-US" dirty="0"/>
            <a:t> </a:t>
          </a:r>
        </a:p>
      </dgm:t>
    </dgm:pt>
    <dgm:pt modelId="{19295360-8D11-4E7D-BE69-0465A269B23F}" type="parTrans" cxnId="{16AF4EDE-4341-4C92-AF43-511B40A87A8B}">
      <dgm:prSet/>
      <dgm:spPr/>
      <dgm:t>
        <a:bodyPr/>
        <a:lstStyle/>
        <a:p>
          <a:endParaRPr lang="en-US"/>
        </a:p>
      </dgm:t>
    </dgm:pt>
    <dgm:pt modelId="{AFE375D9-0FBE-4CE4-ABC4-34284A1BA444}" type="sibTrans" cxnId="{16AF4EDE-4341-4C92-AF43-511B40A87A8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A431549-57CF-4C94-B300-F425CF4942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hlinkClick xmlns:r="http://schemas.openxmlformats.org/officeDocument/2006/relationships" r:id="rId2"/>
            </a:rPr>
            <a:t>onnx/models</a:t>
          </a:r>
          <a:r>
            <a:rPr lang="en-US" dirty="0"/>
            <a:t> </a:t>
          </a:r>
        </a:p>
      </dgm:t>
    </dgm:pt>
    <dgm:pt modelId="{78E4EFB6-A646-4936-AF76-B0401D175574}" type="parTrans" cxnId="{A34B070E-0676-433F-BC70-9EAD6A20BA32}">
      <dgm:prSet/>
      <dgm:spPr/>
      <dgm:t>
        <a:bodyPr/>
        <a:lstStyle/>
        <a:p>
          <a:endParaRPr lang="en-US"/>
        </a:p>
      </dgm:t>
    </dgm:pt>
    <dgm:pt modelId="{189769C8-9BD6-4FB1-87C7-96AD4537312E}" type="sibTrans" cxnId="{A34B070E-0676-433F-BC70-9EAD6A20BA3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BFE39EE-A831-4E69-B55B-503F1E6C87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tutorials located in </a:t>
          </a:r>
          <a:r>
            <a:rPr lang="en-US" dirty="0">
              <a:hlinkClick xmlns:r="http://schemas.openxmlformats.org/officeDocument/2006/relationships" r:id="rId3"/>
            </a:rPr>
            <a:t>onnx/onnx-docker</a:t>
          </a:r>
          <a:r>
            <a:rPr lang="en-US" dirty="0"/>
            <a:t> </a:t>
          </a:r>
        </a:p>
      </dgm:t>
    </dgm:pt>
    <dgm:pt modelId="{B3105CDA-6B49-41BA-B7C5-C5D79E73074D}" type="parTrans" cxnId="{564070EC-C114-401C-AB9F-728C97E0F12D}">
      <dgm:prSet/>
      <dgm:spPr/>
      <dgm:t>
        <a:bodyPr/>
        <a:lstStyle/>
        <a:p>
          <a:endParaRPr lang="en-US"/>
        </a:p>
      </dgm:t>
    </dgm:pt>
    <dgm:pt modelId="{DC93BC98-A4DE-47EB-853E-E779C8EA729A}" type="sibTrans" cxnId="{564070EC-C114-401C-AB9F-728C97E0F12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4193371-002E-4AFB-8D96-8FCBAE6346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Instructive blog posts</a:t>
          </a:r>
        </a:p>
      </dgm:t>
    </dgm:pt>
    <dgm:pt modelId="{1D730E29-5A90-4795-873A-5D56D55C78A5}" type="parTrans" cxnId="{83BD270A-2B5F-4680-8B0D-5F4E953FBE08}">
      <dgm:prSet/>
      <dgm:spPr/>
      <dgm:t>
        <a:bodyPr/>
        <a:lstStyle/>
        <a:p>
          <a:endParaRPr lang="en-US"/>
        </a:p>
      </dgm:t>
    </dgm:pt>
    <dgm:pt modelId="{8AF2125C-46E1-4627-81C3-7236088214F2}" type="sibTrans" cxnId="{83BD270A-2B5F-4680-8B0D-5F4E953FBE0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66A195-3D80-408F-B1CE-75DCF7BC83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Conference participation</a:t>
          </a:r>
        </a:p>
      </dgm:t>
    </dgm:pt>
    <dgm:pt modelId="{9B2FA2ED-258B-41EC-ADCD-D5E833C25A82}" type="parTrans" cxnId="{490E76E5-8105-44C7-8EE9-27FFDC3546DA}">
      <dgm:prSet/>
      <dgm:spPr/>
      <dgm:t>
        <a:bodyPr/>
        <a:lstStyle/>
        <a:p>
          <a:endParaRPr lang="en-US"/>
        </a:p>
      </dgm:t>
    </dgm:pt>
    <dgm:pt modelId="{6B41FE08-3E75-468D-A1EE-823ECED4A864}" type="sibTrans" cxnId="{490E76E5-8105-44C7-8EE9-27FFDC3546DA}">
      <dgm:prSet/>
      <dgm:spPr/>
      <dgm:t>
        <a:bodyPr/>
        <a:lstStyle/>
        <a:p>
          <a:endParaRPr lang="en-US"/>
        </a:p>
      </dgm:t>
    </dgm:pt>
    <dgm:pt modelId="{84ED9D23-7450-4CFF-8276-8DFA1739F142}" type="pres">
      <dgm:prSet presAssocID="{D59F4374-9EFD-4D60-8807-AEE6A97984BB}" presName="root" presStyleCnt="0">
        <dgm:presLayoutVars>
          <dgm:dir/>
          <dgm:resizeHandles val="exact"/>
        </dgm:presLayoutVars>
      </dgm:prSet>
      <dgm:spPr/>
    </dgm:pt>
    <dgm:pt modelId="{E767B324-4010-4F52-A04D-F40BA1185B5A}" type="pres">
      <dgm:prSet presAssocID="{D59F4374-9EFD-4D60-8807-AEE6A97984BB}" presName="container" presStyleCnt="0">
        <dgm:presLayoutVars>
          <dgm:dir/>
          <dgm:resizeHandles val="exact"/>
        </dgm:presLayoutVars>
      </dgm:prSet>
      <dgm:spPr/>
    </dgm:pt>
    <dgm:pt modelId="{B7F8204D-0827-44EA-88BD-C939B3D503D5}" type="pres">
      <dgm:prSet presAssocID="{58AEC3BB-96E9-4048-B6A7-51F69D1C1451}" presName="compNode" presStyleCnt="0"/>
      <dgm:spPr/>
    </dgm:pt>
    <dgm:pt modelId="{573C789D-EFC6-4E54-B741-510CD586EAED}" type="pres">
      <dgm:prSet presAssocID="{58AEC3BB-96E9-4048-B6A7-51F69D1C1451}" presName="iconBgRect" presStyleLbl="bgShp" presStyleIdx="0" presStyleCnt="5"/>
      <dgm:spPr/>
    </dgm:pt>
    <dgm:pt modelId="{6124B038-B38C-4BFF-8DA0-AE9D26CA74DC}" type="pres">
      <dgm:prSet presAssocID="{58AEC3BB-96E9-4048-B6A7-51F69D1C1451}" presName="iconRect" presStyleLbl="node1" presStyleIdx="0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ytelling"/>
        </a:ext>
      </dgm:extLst>
    </dgm:pt>
    <dgm:pt modelId="{5E9E6CDA-893E-4073-9968-9EBE83D9BBF5}" type="pres">
      <dgm:prSet presAssocID="{58AEC3BB-96E9-4048-B6A7-51F69D1C1451}" presName="spaceRect" presStyleCnt="0"/>
      <dgm:spPr/>
    </dgm:pt>
    <dgm:pt modelId="{3578A755-39D7-4E62-A3D0-B5E095947139}" type="pres">
      <dgm:prSet presAssocID="{58AEC3BB-96E9-4048-B6A7-51F69D1C1451}" presName="textRect" presStyleLbl="revTx" presStyleIdx="0" presStyleCnt="5">
        <dgm:presLayoutVars>
          <dgm:chMax val="1"/>
          <dgm:chPref val="1"/>
        </dgm:presLayoutVars>
      </dgm:prSet>
      <dgm:spPr/>
    </dgm:pt>
    <dgm:pt modelId="{9ED69B90-7CA5-4346-9277-71D7444DE200}" type="pres">
      <dgm:prSet presAssocID="{AFE375D9-0FBE-4CE4-ABC4-34284A1BA444}" presName="sibTrans" presStyleLbl="sibTrans2D1" presStyleIdx="0" presStyleCnt="0"/>
      <dgm:spPr/>
    </dgm:pt>
    <dgm:pt modelId="{7EA00583-0CBF-48BE-8D1D-AF5D5ABACFFE}" type="pres">
      <dgm:prSet presAssocID="{BA431549-57CF-4C94-B300-F425CF494205}" presName="compNode" presStyleCnt="0"/>
      <dgm:spPr/>
    </dgm:pt>
    <dgm:pt modelId="{97F0DCF7-3828-4E41-B2D8-22EC4E941D4E}" type="pres">
      <dgm:prSet presAssocID="{BA431549-57CF-4C94-B300-F425CF494205}" presName="iconBgRect" presStyleLbl="bgShp" presStyleIdx="1" presStyleCnt="5"/>
      <dgm:spPr/>
    </dgm:pt>
    <dgm:pt modelId="{C0DC8E9D-BCFD-4116-99A0-145C3E5801DD}" type="pres">
      <dgm:prSet presAssocID="{BA431549-57CF-4C94-B300-F425CF494205}" presName="iconRect" presStyleLbl="node1" presStyleIdx="1" presStyleCnt="5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tterplot"/>
        </a:ext>
      </dgm:extLst>
    </dgm:pt>
    <dgm:pt modelId="{678E26BC-2B06-426F-A434-DA1472B3B050}" type="pres">
      <dgm:prSet presAssocID="{BA431549-57CF-4C94-B300-F425CF494205}" presName="spaceRect" presStyleCnt="0"/>
      <dgm:spPr/>
    </dgm:pt>
    <dgm:pt modelId="{3299E268-AA5E-4FB6-AF9F-2219BCC6D685}" type="pres">
      <dgm:prSet presAssocID="{BA431549-57CF-4C94-B300-F425CF494205}" presName="textRect" presStyleLbl="revTx" presStyleIdx="1" presStyleCnt="5">
        <dgm:presLayoutVars>
          <dgm:chMax val="1"/>
          <dgm:chPref val="1"/>
        </dgm:presLayoutVars>
      </dgm:prSet>
      <dgm:spPr/>
    </dgm:pt>
    <dgm:pt modelId="{EE5ECCBF-246E-4C4C-AB10-BEF97693E5DF}" type="pres">
      <dgm:prSet presAssocID="{189769C8-9BD6-4FB1-87C7-96AD4537312E}" presName="sibTrans" presStyleLbl="sibTrans2D1" presStyleIdx="0" presStyleCnt="0"/>
      <dgm:spPr/>
    </dgm:pt>
    <dgm:pt modelId="{7D649D44-7F74-413C-B877-D73601F478AD}" type="pres">
      <dgm:prSet presAssocID="{9BFE39EE-A831-4E69-B55B-503F1E6C87DF}" presName="compNode" presStyleCnt="0"/>
      <dgm:spPr/>
    </dgm:pt>
    <dgm:pt modelId="{0725731C-ECB8-4EDA-AC0D-FCDB1C83A782}" type="pres">
      <dgm:prSet presAssocID="{9BFE39EE-A831-4E69-B55B-503F1E6C87DF}" presName="iconBgRect" presStyleLbl="bgShp" presStyleIdx="2" presStyleCnt="5"/>
      <dgm:spPr/>
    </dgm:pt>
    <dgm:pt modelId="{D74BA8F4-1BA2-4E2A-9E51-6539EBE56231}" type="pres">
      <dgm:prSet presAssocID="{9BFE39EE-A831-4E69-B55B-503F1E6C87DF}" presName="iconRect" presStyleLbl="node1" presStyleIdx="2" presStyleCnt="5" custScaleX="9502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 l="-3000" r="-3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31E54B32-83E0-411D-B3DC-41BE65C7DEC7}" type="pres">
      <dgm:prSet presAssocID="{9BFE39EE-A831-4E69-B55B-503F1E6C87DF}" presName="spaceRect" presStyleCnt="0"/>
      <dgm:spPr/>
    </dgm:pt>
    <dgm:pt modelId="{D3431BFA-4454-4929-A928-D860BA9DB4F6}" type="pres">
      <dgm:prSet presAssocID="{9BFE39EE-A831-4E69-B55B-503F1E6C87DF}" presName="textRect" presStyleLbl="revTx" presStyleIdx="2" presStyleCnt="5">
        <dgm:presLayoutVars>
          <dgm:chMax val="1"/>
          <dgm:chPref val="1"/>
        </dgm:presLayoutVars>
      </dgm:prSet>
      <dgm:spPr/>
    </dgm:pt>
    <dgm:pt modelId="{4FFB8572-EFDF-4299-933A-76BF4E455157}" type="pres">
      <dgm:prSet presAssocID="{DC93BC98-A4DE-47EB-853E-E779C8EA729A}" presName="sibTrans" presStyleLbl="sibTrans2D1" presStyleIdx="0" presStyleCnt="0"/>
      <dgm:spPr/>
    </dgm:pt>
    <dgm:pt modelId="{E4270E93-D234-4D02-A197-BAF1EF1CA076}" type="pres">
      <dgm:prSet presAssocID="{E4193371-002E-4AFB-8D96-8FCBAE63460B}" presName="compNode" presStyleCnt="0"/>
      <dgm:spPr/>
    </dgm:pt>
    <dgm:pt modelId="{6548907E-2638-4273-844F-D5EFF6C788A4}" type="pres">
      <dgm:prSet presAssocID="{E4193371-002E-4AFB-8D96-8FCBAE63460B}" presName="iconBgRect" presStyleLbl="bgShp" presStyleIdx="3" presStyleCnt="5"/>
      <dgm:spPr/>
    </dgm:pt>
    <dgm:pt modelId="{02227EE1-9323-41A4-8DC7-897CDFFE27B1}" type="pres">
      <dgm:prSet presAssocID="{E4193371-002E-4AFB-8D96-8FCBAE63460B}" presName="iconRect" presStyleLbl="node1" presStyleIdx="3" presStyleCnt="5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7B6AB412-2F4C-4039-98D6-E63FFE5A17E1}" type="pres">
      <dgm:prSet presAssocID="{E4193371-002E-4AFB-8D96-8FCBAE63460B}" presName="spaceRect" presStyleCnt="0"/>
      <dgm:spPr/>
    </dgm:pt>
    <dgm:pt modelId="{07F0946C-936B-4AA9-A34F-98B9030D49E5}" type="pres">
      <dgm:prSet presAssocID="{E4193371-002E-4AFB-8D96-8FCBAE63460B}" presName="textRect" presStyleLbl="revTx" presStyleIdx="3" presStyleCnt="5">
        <dgm:presLayoutVars>
          <dgm:chMax val="1"/>
          <dgm:chPref val="1"/>
        </dgm:presLayoutVars>
      </dgm:prSet>
      <dgm:spPr/>
    </dgm:pt>
    <dgm:pt modelId="{E67478CE-F9C4-411C-9913-D0E2791C1001}" type="pres">
      <dgm:prSet presAssocID="{8AF2125C-46E1-4627-81C3-7236088214F2}" presName="sibTrans" presStyleLbl="sibTrans2D1" presStyleIdx="0" presStyleCnt="0"/>
      <dgm:spPr/>
    </dgm:pt>
    <dgm:pt modelId="{FE309D87-B01E-457B-83F9-F28E7E4A31A8}" type="pres">
      <dgm:prSet presAssocID="{7C66A195-3D80-408F-B1CE-75DCF7BC8395}" presName="compNode" presStyleCnt="0"/>
      <dgm:spPr/>
    </dgm:pt>
    <dgm:pt modelId="{21C3372B-AB60-42EA-A63E-FE2B2EAE948F}" type="pres">
      <dgm:prSet presAssocID="{7C66A195-3D80-408F-B1CE-75DCF7BC8395}" presName="iconBgRect" presStyleLbl="bgShp" presStyleIdx="4" presStyleCnt="5"/>
      <dgm:spPr/>
    </dgm:pt>
    <dgm:pt modelId="{AA3A0275-70F9-40C3-A9F1-F82933B99F1D}" type="pres">
      <dgm:prSet presAssocID="{7C66A195-3D80-408F-B1CE-75DCF7BC8395}" presName="iconRect" presStyleLbl="node1" presStyleIdx="4" presStyleCnt="5"/>
      <dgm:spPr>
        <a:blipFill>
          <a:blip xmlns:r="http://schemas.openxmlformats.org/officeDocument/2006/relationships"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EF16AB2B-80C1-4692-A757-218934B59C3A}" type="pres">
      <dgm:prSet presAssocID="{7C66A195-3D80-408F-B1CE-75DCF7BC8395}" presName="spaceRect" presStyleCnt="0"/>
      <dgm:spPr/>
    </dgm:pt>
    <dgm:pt modelId="{AE77D61F-9571-48A4-B4A2-BF5203CC2870}" type="pres">
      <dgm:prSet presAssocID="{7C66A195-3D80-408F-B1CE-75DCF7BC839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3273201-C920-428B-A436-726C7B65E2E7}" type="presOf" srcId="{E4193371-002E-4AFB-8D96-8FCBAE63460B}" destId="{07F0946C-936B-4AA9-A34F-98B9030D49E5}" srcOrd="0" destOrd="0" presId="urn:microsoft.com/office/officeart/2018/2/layout/IconCircleList"/>
    <dgm:cxn modelId="{FC84A201-9D19-4000-8033-BAE8334E616E}" type="presOf" srcId="{9BFE39EE-A831-4E69-B55B-503F1E6C87DF}" destId="{D3431BFA-4454-4929-A928-D860BA9DB4F6}" srcOrd="0" destOrd="0" presId="urn:microsoft.com/office/officeart/2018/2/layout/IconCircleList"/>
    <dgm:cxn modelId="{83BD270A-2B5F-4680-8B0D-5F4E953FBE08}" srcId="{D59F4374-9EFD-4D60-8807-AEE6A97984BB}" destId="{E4193371-002E-4AFB-8D96-8FCBAE63460B}" srcOrd="3" destOrd="0" parTransId="{1D730E29-5A90-4795-873A-5D56D55C78A5}" sibTransId="{8AF2125C-46E1-4627-81C3-7236088214F2}"/>
    <dgm:cxn modelId="{A34B070E-0676-433F-BC70-9EAD6A20BA32}" srcId="{D59F4374-9EFD-4D60-8807-AEE6A97984BB}" destId="{BA431549-57CF-4C94-B300-F425CF494205}" srcOrd="1" destOrd="0" parTransId="{78E4EFB6-A646-4936-AF76-B0401D175574}" sibTransId="{189769C8-9BD6-4FB1-87C7-96AD4537312E}"/>
    <dgm:cxn modelId="{0C9F782C-7ABD-4804-873D-0DA721CF8512}" type="presOf" srcId="{58AEC3BB-96E9-4048-B6A7-51F69D1C1451}" destId="{3578A755-39D7-4E62-A3D0-B5E095947139}" srcOrd="0" destOrd="0" presId="urn:microsoft.com/office/officeart/2018/2/layout/IconCircleList"/>
    <dgm:cxn modelId="{76618B31-C764-47C7-91FE-6029F92B0C1F}" type="presOf" srcId="{8AF2125C-46E1-4627-81C3-7236088214F2}" destId="{E67478CE-F9C4-411C-9913-D0E2791C1001}" srcOrd="0" destOrd="0" presId="urn:microsoft.com/office/officeart/2018/2/layout/IconCircleList"/>
    <dgm:cxn modelId="{B7D42642-6CB6-4AE1-A19E-5391412C5EE8}" type="presOf" srcId="{189769C8-9BD6-4FB1-87C7-96AD4537312E}" destId="{EE5ECCBF-246E-4C4C-AB10-BEF97693E5DF}" srcOrd="0" destOrd="0" presId="urn:microsoft.com/office/officeart/2018/2/layout/IconCircleList"/>
    <dgm:cxn modelId="{337C0B46-94D1-487B-90EF-6C4D470D9CDC}" type="presOf" srcId="{AFE375D9-0FBE-4CE4-ABC4-34284A1BA444}" destId="{9ED69B90-7CA5-4346-9277-71D7444DE200}" srcOrd="0" destOrd="0" presId="urn:microsoft.com/office/officeart/2018/2/layout/IconCircleList"/>
    <dgm:cxn modelId="{8C173A46-267C-4EA1-911C-55BEA3674416}" type="presOf" srcId="{DC93BC98-A4DE-47EB-853E-E779C8EA729A}" destId="{4FFB8572-EFDF-4299-933A-76BF4E455157}" srcOrd="0" destOrd="0" presId="urn:microsoft.com/office/officeart/2018/2/layout/IconCircleList"/>
    <dgm:cxn modelId="{2DC1637A-1EB5-4C12-A23C-EA0C9BF02757}" type="presOf" srcId="{D59F4374-9EFD-4D60-8807-AEE6A97984BB}" destId="{84ED9D23-7450-4CFF-8276-8DFA1739F142}" srcOrd="0" destOrd="0" presId="urn:microsoft.com/office/officeart/2018/2/layout/IconCircleList"/>
    <dgm:cxn modelId="{D2365F91-A5D4-4071-BF3B-3FC85DDD8BBF}" type="presOf" srcId="{BA431549-57CF-4C94-B300-F425CF494205}" destId="{3299E268-AA5E-4FB6-AF9F-2219BCC6D685}" srcOrd="0" destOrd="0" presId="urn:microsoft.com/office/officeart/2018/2/layout/IconCircleList"/>
    <dgm:cxn modelId="{BA55B0A6-1239-47C0-9A3A-3FA39955F242}" type="presOf" srcId="{7C66A195-3D80-408F-B1CE-75DCF7BC8395}" destId="{AE77D61F-9571-48A4-B4A2-BF5203CC2870}" srcOrd="0" destOrd="0" presId="urn:microsoft.com/office/officeart/2018/2/layout/IconCircleList"/>
    <dgm:cxn modelId="{16AF4EDE-4341-4C92-AF43-511B40A87A8B}" srcId="{D59F4374-9EFD-4D60-8807-AEE6A97984BB}" destId="{58AEC3BB-96E9-4048-B6A7-51F69D1C1451}" srcOrd="0" destOrd="0" parTransId="{19295360-8D11-4E7D-BE69-0465A269B23F}" sibTransId="{AFE375D9-0FBE-4CE4-ABC4-34284A1BA444}"/>
    <dgm:cxn modelId="{490E76E5-8105-44C7-8EE9-27FFDC3546DA}" srcId="{D59F4374-9EFD-4D60-8807-AEE6A97984BB}" destId="{7C66A195-3D80-408F-B1CE-75DCF7BC8395}" srcOrd="4" destOrd="0" parTransId="{9B2FA2ED-258B-41EC-ADCD-D5E833C25A82}" sibTransId="{6B41FE08-3E75-468D-A1EE-823ECED4A864}"/>
    <dgm:cxn modelId="{564070EC-C114-401C-AB9F-728C97E0F12D}" srcId="{D59F4374-9EFD-4D60-8807-AEE6A97984BB}" destId="{9BFE39EE-A831-4E69-B55B-503F1E6C87DF}" srcOrd="2" destOrd="0" parTransId="{B3105CDA-6B49-41BA-B7C5-C5D79E73074D}" sibTransId="{DC93BC98-A4DE-47EB-853E-E779C8EA729A}"/>
    <dgm:cxn modelId="{577EEF02-0AAD-4F90-A508-B6FB04F57D43}" type="presParOf" srcId="{84ED9D23-7450-4CFF-8276-8DFA1739F142}" destId="{E767B324-4010-4F52-A04D-F40BA1185B5A}" srcOrd="0" destOrd="0" presId="urn:microsoft.com/office/officeart/2018/2/layout/IconCircleList"/>
    <dgm:cxn modelId="{CAB4D0B3-D1D1-46E6-B94C-F844AD6A15F4}" type="presParOf" srcId="{E767B324-4010-4F52-A04D-F40BA1185B5A}" destId="{B7F8204D-0827-44EA-88BD-C939B3D503D5}" srcOrd="0" destOrd="0" presId="urn:microsoft.com/office/officeart/2018/2/layout/IconCircleList"/>
    <dgm:cxn modelId="{09EBB047-DD63-4CF4-90EA-2FC2922BEC90}" type="presParOf" srcId="{B7F8204D-0827-44EA-88BD-C939B3D503D5}" destId="{573C789D-EFC6-4E54-B741-510CD586EAED}" srcOrd="0" destOrd="0" presId="urn:microsoft.com/office/officeart/2018/2/layout/IconCircleList"/>
    <dgm:cxn modelId="{4B18417A-669B-447E-AFBC-5A128A783987}" type="presParOf" srcId="{B7F8204D-0827-44EA-88BD-C939B3D503D5}" destId="{6124B038-B38C-4BFF-8DA0-AE9D26CA74DC}" srcOrd="1" destOrd="0" presId="urn:microsoft.com/office/officeart/2018/2/layout/IconCircleList"/>
    <dgm:cxn modelId="{A75F9EFE-80EC-404B-8F65-9CC00537DE3A}" type="presParOf" srcId="{B7F8204D-0827-44EA-88BD-C939B3D503D5}" destId="{5E9E6CDA-893E-4073-9968-9EBE83D9BBF5}" srcOrd="2" destOrd="0" presId="urn:microsoft.com/office/officeart/2018/2/layout/IconCircleList"/>
    <dgm:cxn modelId="{C4A22F85-FB5D-4BC4-BB4B-9C39414372A8}" type="presParOf" srcId="{B7F8204D-0827-44EA-88BD-C939B3D503D5}" destId="{3578A755-39D7-4E62-A3D0-B5E095947139}" srcOrd="3" destOrd="0" presId="urn:microsoft.com/office/officeart/2018/2/layout/IconCircleList"/>
    <dgm:cxn modelId="{F94B8DCF-4A14-4968-9301-02FE481BD32B}" type="presParOf" srcId="{E767B324-4010-4F52-A04D-F40BA1185B5A}" destId="{9ED69B90-7CA5-4346-9277-71D7444DE200}" srcOrd="1" destOrd="0" presId="urn:microsoft.com/office/officeart/2018/2/layout/IconCircleList"/>
    <dgm:cxn modelId="{B1A165B1-0C19-4501-8F9C-459DBEA08C40}" type="presParOf" srcId="{E767B324-4010-4F52-A04D-F40BA1185B5A}" destId="{7EA00583-0CBF-48BE-8D1D-AF5D5ABACFFE}" srcOrd="2" destOrd="0" presId="urn:microsoft.com/office/officeart/2018/2/layout/IconCircleList"/>
    <dgm:cxn modelId="{B0D67EB6-B934-4033-80B5-B2A98709AD3A}" type="presParOf" srcId="{7EA00583-0CBF-48BE-8D1D-AF5D5ABACFFE}" destId="{97F0DCF7-3828-4E41-B2D8-22EC4E941D4E}" srcOrd="0" destOrd="0" presId="urn:microsoft.com/office/officeart/2018/2/layout/IconCircleList"/>
    <dgm:cxn modelId="{DDB1FD3C-C127-48E2-AF1E-CB72BC983611}" type="presParOf" srcId="{7EA00583-0CBF-48BE-8D1D-AF5D5ABACFFE}" destId="{C0DC8E9D-BCFD-4116-99A0-145C3E5801DD}" srcOrd="1" destOrd="0" presId="urn:microsoft.com/office/officeart/2018/2/layout/IconCircleList"/>
    <dgm:cxn modelId="{92F863E6-39D4-41B7-B659-964B52E79D8B}" type="presParOf" srcId="{7EA00583-0CBF-48BE-8D1D-AF5D5ABACFFE}" destId="{678E26BC-2B06-426F-A434-DA1472B3B050}" srcOrd="2" destOrd="0" presId="urn:microsoft.com/office/officeart/2018/2/layout/IconCircleList"/>
    <dgm:cxn modelId="{A3C65C53-737B-41C7-B92A-23996B7FAAA3}" type="presParOf" srcId="{7EA00583-0CBF-48BE-8D1D-AF5D5ABACFFE}" destId="{3299E268-AA5E-4FB6-AF9F-2219BCC6D685}" srcOrd="3" destOrd="0" presId="urn:microsoft.com/office/officeart/2018/2/layout/IconCircleList"/>
    <dgm:cxn modelId="{0F6D79C3-E005-4927-ACA4-FED980B66D29}" type="presParOf" srcId="{E767B324-4010-4F52-A04D-F40BA1185B5A}" destId="{EE5ECCBF-246E-4C4C-AB10-BEF97693E5DF}" srcOrd="3" destOrd="0" presId="urn:microsoft.com/office/officeart/2018/2/layout/IconCircleList"/>
    <dgm:cxn modelId="{05153FCF-F454-4861-B4A7-ABE8DF180961}" type="presParOf" srcId="{E767B324-4010-4F52-A04D-F40BA1185B5A}" destId="{7D649D44-7F74-413C-B877-D73601F478AD}" srcOrd="4" destOrd="0" presId="urn:microsoft.com/office/officeart/2018/2/layout/IconCircleList"/>
    <dgm:cxn modelId="{2C0CAFC7-08A1-46D7-BBD3-2F7FB77742C5}" type="presParOf" srcId="{7D649D44-7F74-413C-B877-D73601F478AD}" destId="{0725731C-ECB8-4EDA-AC0D-FCDB1C83A782}" srcOrd="0" destOrd="0" presId="urn:microsoft.com/office/officeart/2018/2/layout/IconCircleList"/>
    <dgm:cxn modelId="{3493C687-A6F9-45CA-9ABB-9339A1B095F8}" type="presParOf" srcId="{7D649D44-7F74-413C-B877-D73601F478AD}" destId="{D74BA8F4-1BA2-4E2A-9E51-6539EBE56231}" srcOrd="1" destOrd="0" presId="urn:microsoft.com/office/officeart/2018/2/layout/IconCircleList"/>
    <dgm:cxn modelId="{7A6450F5-80B5-49AB-82A0-EBE976B5DD6E}" type="presParOf" srcId="{7D649D44-7F74-413C-B877-D73601F478AD}" destId="{31E54B32-83E0-411D-B3DC-41BE65C7DEC7}" srcOrd="2" destOrd="0" presId="urn:microsoft.com/office/officeart/2018/2/layout/IconCircleList"/>
    <dgm:cxn modelId="{39CF5DD9-331E-45E9-84DF-B081EA7248CD}" type="presParOf" srcId="{7D649D44-7F74-413C-B877-D73601F478AD}" destId="{D3431BFA-4454-4929-A928-D860BA9DB4F6}" srcOrd="3" destOrd="0" presId="urn:microsoft.com/office/officeart/2018/2/layout/IconCircleList"/>
    <dgm:cxn modelId="{0FFFDD54-B2F4-4E49-8138-EDA9F5145C72}" type="presParOf" srcId="{E767B324-4010-4F52-A04D-F40BA1185B5A}" destId="{4FFB8572-EFDF-4299-933A-76BF4E455157}" srcOrd="5" destOrd="0" presId="urn:microsoft.com/office/officeart/2018/2/layout/IconCircleList"/>
    <dgm:cxn modelId="{D328828C-5356-47AD-A226-474AC4CA47EF}" type="presParOf" srcId="{E767B324-4010-4F52-A04D-F40BA1185B5A}" destId="{E4270E93-D234-4D02-A197-BAF1EF1CA076}" srcOrd="6" destOrd="0" presId="urn:microsoft.com/office/officeart/2018/2/layout/IconCircleList"/>
    <dgm:cxn modelId="{D6530711-3753-4BA2-8FAD-1982F28F6A15}" type="presParOf" srcId="{E4270E93-D234-4D02-A197-BAF1EF1CA076}" destId="{6548907E-2638-4273-844F-D5EFF6C788A4}" srcOrd="0" destOrd="0" presId="urn:microsoft.com/office/officeart/2018/2/layout/IconCircleList"/>
    <dgm:cxn modelId="{56FFDC8C-65E5-49F2-BF1C-0A948B9DC355}" type="presParOf" srcId="{E4270E93-D234-4D02-A197-BAF1EF1CA076}" destId="{02227EE1-9323-41A4-8DC7-897CDFFE27B1}" srcOrd="1" destOrd="0" presId="urn:microsoft.com/office/officeart/2018/2/layout/IconCircleList"/>
    <dgm:cxn modelId="{F8F7E592-D3EF-43BB-9230-6FE2826AC8EC}" type="presParOf" srcId="{E4270E93-D234-4D02-A197-BAF1EF1CA076}" destId="{7B6AB412-2F4C-4039-98D6-E63FFE5A17E1}" srcOrd="2" destOrd="0" presId="urn:microsoft.com/office/officeart/2018/2/layout/IconCircleList"/>
    <dgm:cxn modelId="{34672367-E7F0-4F24-9EC2-07CC24EB8939}" type="presParOf" srcId="{E4270E93-D234-4D02-A197-BAF1EF1CA076}" destId="{07F0946C-936B-4AA9-A34F-98B9030D49E5}" srcOrd="3" destOrd="0" presId="urn:microsoft.com/office/officeart/2018/2/layout/IconCircleList"/>
    <dgm:cxn modelId="{5B658C07-658B-4216-9980-D147A4C36498}" type="presParOf" srcId="{E767B324-4010-4F52-A04D-F40BA1185B5A}" destId="{E67478CE-F9C4-411C-9913-D0E2791C1001}" srcOrd="7" destOrd="0" presId="urn:microsoft.com/office/officeart/2018/2/layout/IconCircleList"/>
    <dgm:cxn modelId="{8AE2C128-5CEF-44CF-95A6-5F6E35C41197}" type="presParOf" srcId="{E767B324-4010-4F52-A04D-F40BA1185B5A}" destId="{FE309D87-B01E-457B-83F9-F28E7E4A31A8}" srcOrd="8" destOrd="0" presId="urn:microsoft.com/office/officeart/2018/2/layout/IconCircleList"/>
    <dgm:cxn modelId="{EE195E51-ED87-4B90-962E-0AB09186E174}" type="presParOf" srcId="{FE309D87-B01E-457B-83F9-F28E7E4A31A8}" destId="{21C3372B-AB60-42EA-A63E-FE2B2EAE948F}" srcOrd="0" destOrd="0" presId="urn:microsoft.com/office/officeart/2018/2/layout/IconCircleList"/>
    <dgm:cxn modelId="{403169A7-162C-42D7-9393-1281EE3D0814}" type="presParOf" srcId="{FE309D87-B01E-457B-83F9-F28E7E4A31A8}" destId="{AA3A0275-70F9-40C3-A9F1-F82933B99F1D}" srcOrd="1" destOrd="0" presId="urn:microsoft.com/office/officeart/2018/2/layout/IconCircleList"/>
    <dgm:cxn modelId="{41BEAE5D-E6B1-44CD-BBD2-24C6AE75689B}" type="presParOf" srcId="{FE309D87-B01E-457B-83F9-F28E7E4A31A8}" destId="{EF16AB2B-80C1-4692-A757-218934B59C3A}" srcOrd="2" destOrd="0" presId="urn:microsoft.com/office/officeart/2018/2/layout/IconCircleList"/>
    <dgm:cxn modelId="{9616E56B-3903-44BA-997C-E08A4AC8F26E}" type="presParOf" srcId="{FE309D87-B01E-457B-83F9-F28E7E4A31A8}" destId="{AE77D61F-9571-48A4-B4A2-BF5203CC287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C789D-EFC6-4E54-B741-510CD586EAED}">
      <dsp:nvSpPr>
        <dsp:cNvPr id="0" name=""/>
        <dsp:cNvSpPr/>
      </dsp:nvSpPr>
      <dsp:spPr>
        <a:xfrm>
          <a:off x="12330" y="235301"/>
          <a:ext cx="787087" cy="7870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24B038-B38C-4BFF-8DA0-AE9D26CA74DC}">
      <dsp:nvSpPr>
        <dsp:cNvPr id="0" name=""/>
        <dsp:cNvSpPr/>
      </dsp:nvSpPr>
      <dsp:spPr>
        <a:xfrm>
          <a:off x="177618" y="400589"/>
          <a:ext cx="456510" cy="4565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8A755-39D7-4E62-A3D0-B5E095947139}">
      <dsp:nvSpPr>
        <dsp:cNvPr id="0" name=""/>
        <dsp:cNvSpPr/>
      </dsp:nvSpPr>
      <dsp:spPr>
        <a:xfrm>
          <a:off x="968078" y="235301"/>
          <a:ext cx="1855276" cy="787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hlinkClick xmlns:r="http://schemas.openxmlformats.org/officeDocument/2006/relationships" r:id="rId3"/>
            </a:rPr>
            <a:t>onnx/tutorials</a:t>
          </a:r>
          <a:r>
            <a:rPr lang="en-US" sz="1600" kern="1200" dirty="0"/>
            <a:t> </a:t>
          </a:r>
        </a:p>
      </dsp:txBody>
      <dsp:txXfrm>
        <a:off x="968078" y="235301"/>
        <a:ext cx="1855276" cy="787087"/>
      </dsp:txXfrm>
    </dsp:sp>
    <dsp:sp modelId="{97F0DCF7-3828-4E41-B2D8-22EC4E941D4E}">
      <dsp:nvSpPr>
        <dsp:cNvPr id="0" name=""/>
        <dsp:cNvSpPr/>
      </dsp:nvSpPr>
      <dsp:spPr>
        <a:xfrm>
          <a:off x="3146623" y="235301"/>
          <a:ext cx="787087" cy="7870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DC8E9D-BCFD-4116-99A0-145C3E5801DD}">
      <dsp:nvSpPr>
        <dsp:cNvPr id="0" name=""/>
        <dsp:cNvSpPr/>
      </dsp:nvSpPr>
      <dsp:spPr>
        <a:xfrm>
          <a:off x="3311912" y="400589"/>
          <a:ext cx="456510" cy="456510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99E268-AA5E-4FB6-AF9F-2219BCC6D685}">
      <dsp:nvSpPr>
        <dsp:cNvPr id="0" name=""/>
        <dsp:cNvSpPr/>
      </dsp:nvSpPr>
      <dsp:spPr>
        <a:xfrm>
          <a:off x="4102372" y="235301"/>
          <a:ext cx="1855276" cy="787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hlinkClick xmlns:r="http://schemas.openxmlformats.org/officeDocument/2006/relationships" r:id="rId6"/>
            </a:rPr>
            <a:t>onnx/models</a:t>
          </a:r>
          <a:r>
            <a:rPr lang="en-US" sz="1600" kern="1200" dirty="0"/>
            <a:t> </a:t>
          </a:r>
        </a:p>
      </dsp:txBody>
      <dsp:txXfrm>
        <a:off x="4102372" y="235301"/>
        <a:ext cx="1855276" cy="787087"/>
      </dsp:txXfrm>
    </dsp:sp>
    <dsp:sp modelId="{0725731C-ECB8-4EDA-AC0D-FCDB1C83A782}">
      <dsp:nvSpPr>
        <dsp:cNvPr id="0" name=""/>
        <dsp:cNvSpPr/>
      </dsp:nvSpPr>
      <dsp:spPr>
        <a:xfrm>
          <a:off x="6280917" y="235301"/>
          <a:ext cx="787087" cy="7870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4BA8F4-1BA2-4E2A-9E51-6539EBE56231}">
      <dsp:nvSpPr>
        <dsp:cNvPr id="0" name=""/>
        <dsp:cNvSpPr/>
      </dsp:nvSpPr>
      <dsp:spPr>
        <a:xfrm>
          <a:off x="6457563" y="400589"/>
          <a:ext cx="433794" cy="4565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l="-3000" r="-3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31BFA-4454-4929-A928-D860BA9DB4F6}">
      <dsp:nvSpPr>
        <dsp:cNvPr id="0" name=""/>
        <dsp:cNvSpPr/>
      </dsp:nvSpPr>
      <dsp:spPr>
        <a:xfrm>
          <a:off x="7236665" y="235301"/>
          <a:ext cx="1855276" cy="787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tutorials located in </a:t>
          </a:r>
          <a:r>
            <a:rPr lang="en-US" sz="1600" kern="1200" dirty="0">
              <a:hlinkClick xmlns:r="http://schemas.openxmlformats.org/officeDocument/2006/relationships" r:id="rId9"/>
            </a:rPr>
            <a:t>onnx/onnx-docker</a:t>
          </a:r>
          <a:r>
            <a:rPr lang="en-US" sz="1600" kern="1200" dirty="0"/>
            <a:t> </a:t>
          </a:r>
        </a:p>
      </dsp:txBody>
      <dsp:txXfrm>
        <a:off x="7236665" y="235301"/>
        <a:ext cx="1855276" cy="787087"/>
      </dsp:txXfrm>
    </dsp:sp>
    <dsp:sp modelId="{6548907E-2638-4273-844F-D5EFF6C788A4}">
      <dsp:nvSpPr>
        <dsp:cNvPr id="0" name=""/>
        <dsp:cNvSpPr/>
      </dsp:nvSpPr>
      <dsp:spPr>
        <a:xfrm>
          <a:off x="12330" y="1441198"/>
          <a:ext cx="787087" cy="78708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27EE1-9323-41A4-8DC7-897CDFFE27B1}">
      <dsp:nvSpPr>
        <dsp:cNvPr id="0" name=""/>
        <dsp:cNvSpPr/>
      </dsp:nvSpPr>
      <dsp:spPr>
        <a:xfrm>
          <a:off x="177618" y="1606486"/>
          <a:ext cx="456510" cy="456510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0946C-936B-4AA9-A34F-98B9030D49E5}">
      <dsp:nvSpPr>
        <dsp:cNvPr id="0" name=""/>
        <dsp:cNvSpPr/>
      </dsp:nvSpPr>
      <dsp:spPr>
        <a:xfrm>
          <a:off x="968078" y="1441198"/>
          <a:ext cx="1855276" cy="787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Instructive blog posts</a:t>
          </a:r>
        </a:p>
      </dsp:txBody>
      <dsp:txXfrm>
        <a:off x="968078" y="1441198"/>
        <a:ext cx="1855276" cy="787087"/>
      </dsp:txXfrm>
    </dsp:sp>
    <dsp:sp modelId="{21C3372B-AB60-42EA-A63E-FE2B2EAE948F}">
      <dsp:nvSpPr>
        <dsp:cNvPr id="0" name=""/>
        <dsp:cNvSpPr/>
      </dsp:nvSpPr>
      <dsp:spPr>
        <a:xfrm>
          <a:off x="3146623" y="1441198"/>
          <a:ext cx="787087" cy="78708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3A0275-70F9-40C3-A9F1-F82933B99F1D}">
      <dsp:nvSpPr>
        <dsp:cNvPr id="0" name=""/>
        <dsp:cNvSpPr/>
      </dsp:nvSpPr>
      <dsp:spPr>
        <a:xfrm>
          <a:off x="3311912" y="1606486"/>
          <a:ext cx="456510" cy="456510"/>
        </a:xfrm>
        <a:prstGeom prst="rect">
          <a:avLst/>
        </a:prstGeom>
        <a:blipFill>
          <a:blip xmlns:r="http://schemas.openxmlformats.org/officeDocument/2006/relationships"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77D61F-9571-48A4-B4A2-BF5203CC2870}">
      <dsp:nvSpPr>
        <dsp:cNvPr id="0" name=""/>
        <dsp:cNvSpPr/>
      </dsp:nvSpPr>
      <dsp:spPr>
        <a:xfrm>
          <a:off x="4102372" y="1441198"/>
          <a:ext cx="1855276" cy="787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Conference participation</a:t>
          </a:r>
        </a:p>
      </dsp:txBody>
      <dsp:txXfrm>
        <a:off x="4102372" y="1441198"/>
        <a:ext cx="1855276" cy="7870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C4A23-A68C-44C9-B388-0CC955B4B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C6B16-A096-4BF8-B6CB-9C6360D2B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704DD-6206-4D2D-99A6-CA616AEEE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FFECD-1770-4710-97BA-901514A689BD}" type="datetimeFigureOut">
              <a:rPr lang="en-US" smtClean="0"/>
              <a:t>4/4/2020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B4157-3943-4D8A-B9CC-BB4061753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BB8D9-D116-4669-AB3B-695018CFF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6C51-BE79-4849-8E94-EFCE4DAA4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3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B4BBC-7810-4C69-9C21-4DC776C13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F47F7-40CA-4210-9356-623833B27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1EA1A-5685-42B5-988F-90D4D11F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FFECD-1770-4710-97BA-901514A689BD}" type="datetimeFigureOut">
              <a:rPr lang="en-US" smtClean="0"/>
              <a:t>4/4/2020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AC89D-BB5A-4772-8B4C-F7B53D366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5583A-CF2A-40D8-A6B3-F59043F53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6C51-BE79-4849-8E94-EFCE4DAA4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60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ABFD-2CFF-48AF-A291-3BB151DEE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98C07-B88B-4AC8-8077-13F9AD43D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862CE-5DE2-4AAC-AB81-531BC9247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FFECD-1770-4710-97BA-901514A689BD}" type="datetimeFigureOut">
              <a:rPr lang="en-US" smtClean="0"/>
              <a:t>4/4/2020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B8BF9-DF0A-4359-B58E-75D1DA1F7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46AA0-FF7E-4D25-98AA-936DE5DC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6C51-BE79-4849-8E94-EFCE4DAA4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58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B912-FB4E-47E2-8836-81B58611B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08E0D-35C3-49E3-8C45-5CB41A088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094CF-7ABD-48BB-8092-43E3459B0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E6606-B122-44C4-8110-BB86822E9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FFECD-1770-4710-97BA-901514A689BD}" type="datetimeFigureOut">
              <a:rPr lang="en-US" smtClean="0"/>
              <a:t>4/4/2020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AFA8-6085-4158-848B-3F107735D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3EA5D-FE14-433A-B57A-B13BF1D1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6C51-BE79-4849-8E94-EFCE4DAA4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0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E965D-8361-433C-A936-6984ADF7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47EB2-1C19-4541-BB63-C8A8887E3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D2864-40E9-493F-A360-57A18A7FF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DFB03B-125F-4EBC-9DE9-1EF0ED33E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88317-20BC-4AA7-B787-3495C591A8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A113C8-E3A6-4D3F-824C-CFA4CD2D3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FFECD-1770-4710-97BA-901514A689BD}" type="datetimeFigureOut">
              <a:rPr lang="en-US" smtClean="0"/>
              <a:t>4/4/2020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43CDB-BC09-462D-9E65-DE89ACA3A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454B93-A461-496A-967B-3B42A016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6C51-BE79-4849-8E94-EFCE4DAA4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A39D2-EF98-4B8D-B8D1-A092EBE16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0F28B3-917E-47A2-BFA3-607E0B01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FFECD-1770-4710-97BA-901514A689BD}" type="datetimeFigureOut">
              <a:rPr lang="en-US" smtClean="0"/>
              <a:t>4/4/2020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1E25D-1E35-49BD-9687-26486E598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1979CE-B005-4082-8516-72138F86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6C51-BE79-4849-8E94-EFCE4DAA4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1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4FB251-CB03-437D-A223-323A36D4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FFECD-1770-4710-97BA-901514A689BD}" type="datetimeFigureOut">
              <a:rPr lang="en-US" smtClean="0"/>
              <a:t>4/4/2020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91FCC9-789E-42F8-92D4-46B11B3C0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75BAF-7E42-4E49-92D5-0A7A6139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6C51-BE79-4849-8E94-EFCE4DAA4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07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10DCF-000A-46A6-A563-ACA67B1A5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1E7A6-916A-44E5-8700-A2765AE86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A27A3-4407-4797-9F12-D4BD059F5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A36A0-B285-4363-945C-EFF30EA0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FFECD-1770-4710-97BA-901514A689BD}" type="datetimeFigureOut">
              <a:rPr lang="en-US" smtClean="0"/>
              <a:t>4/4/2020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A40C6-220D-498D-9AB9-EA0E878F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56BD0-6E7E-4ED0-A459-84A1503A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6C51-BE79-4849-8E94-EFCE4DAA4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70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F2196-C1B7-4912-B60E-1D23784F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3F0094-0706-42BC-90DA-57553777AD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06ED9-E740-4672-94C5-9BFB45DBC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1A65FC-AC19-4DBA-B47F-B8CEC1B5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FFECD-1770-4710-97BA-901514A689BD}" type="datetimeFigureOut">
              <a:rPr lang="en-US" smtClean="0"/>
              <a:t>4/4/2020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39D48-03DD-49DF-8B98-41EA0CB61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D3E59-86F8-41B8-8FEE-D4E89B373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6C51-BE79-4849-8E94-EFCE4DAA4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10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92373-C58F-4809-B32B-B4F35D394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1821D-ABFE-4AE7-A683-C4AFC19C2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63801-EE59-4324-BB24-9F3156E38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FFECD-1770-4710-97BA-901514A689BD}" type="datetimeFigureOut">
              <a:rPr lang="en-US" smtClean="0"/>
              <a:t>4/4/2020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279D5-18A9-4E4E-93B9-D27EB0D2E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2717-2443-4DF5-8015-07E63FA10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6C51-BE79-4849-8E94-EFCE4DAA4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96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F882F-EB53-404F-88E0-B7B18F775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215BC-4555-4EFC-B026-43EF76D67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6B482-B479-45C4-8A42-8E5E4527A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FFECD-1770-4710-97BA-901514A689BD}" type="datetimeFigureOut">
              <a:rPr lang="en-US" smtClean="0"/>
              <a:t>4/4/2020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0724B-F793-4D2B-B6F2-B6D3A7D38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933AE-8E95-42DC-BF93-C83BC638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46C51-BE79-4849-8E94-EFCE4DAA4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9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C79660-84BB-40BC-98E4-2E98FFA0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0F726-48CF-47F5-8748-78676E0BA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483D3-5D60-4444-978A-B4284B597E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FFECD-1770-4710-97BA-901514A689BD}" type="datetimeFigureOut">
              <a:rPr lang="en-US" smtClean="0"/>
              <a:t>4/4/2020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BDC81-4C24-4DF7-B6FA-45F13CE92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E2034-CD63-454A-833E-CE6D88BC2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46C51-BE79-4849-8E94-EFCE4DAA4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25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onnx/onnx-docker/pull/45" TargetMode="External"/><Relationship Id="rId3" Type="http://schemas.openxmlformats.org/officeDocument/2006/relationships/hyperlink" Target="https://github.com/onnx/sigs/blob/master/models-tutorials/docs/ProposedModels.md" TargetMode="External"/><Relationship Id="rId7" Type="http://schemas.openxmlformats.org/officeDocument/2006/relationships/hyperlink" Target="https://github.com/onnx/onnx-docker/pull/40" TargetMode="External"/><Relationship Id="rId2" Type="http://schemas.openxmlformats.org/officeDocument/2006/relationships/hyperlink" Target="https://github.com/onnx/sigs/blob/master/models-tutorials/docs/MissionStatement.m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onnx/models/pull/276" TargetMode="External"/><Relationship Id="rId11" Type="http://schemas.openxmlformats.org/officeDocument/2006/relationships/hyperlink" Target="https://github.com/onnx/onnx-docker/blob/master/onnx-ecosystem" TargetMode="External"/><Relationship Id="rId5" Type="http://schemas.openxmlformats.org/officeDocument/2006/relationships/hyperlink" Target="https://github.com/onnx/models/issues/271" TargetMode="External"/><Relationship Id="rId10" Type="http://schemas.openxmlformats.org/officeDocument/2006/relationships/hyperlink" Target="https://github.com/onnx/onnx-docker/blob/master/onnx-dev" TargetMode="External"/><Relationship Id="rId4" Type="http://schemas.openxmlformats.org/officeDocument/2006/relationships/hyperlink" Target="https://github.com/onnx/sigs/blob/master/models-tutorials/docs/CommunityEvents.md" TargetMode="External"/><Relationship Id="rId9" Type="http://schemas.openxmlformats.org/officeDocument/2006/relationships/hyperlink" Target="https://github.com/onnx/onnx-docker/blob/master/onnx-base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ter.im/onnx/modelzoo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onnx/sigs/tree/master/models-tutorial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E39DFCF-9247-4DE5-BB93-074BFAF07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42B652E-D499-4CDA-8F7A-60469EDBC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1632" y="996662"/>
            <a:ext cx="4864676" cy="4864676"/>
          </a:xfrm>
          <a:custGeom>
            <a:avLst/>
            <a:gdLst>
              <a:gd name="connsiteX0" fmla="*/ 0 w 4864676"/>
              <a:gd name="connsiteY0" fmla="*/ 0 h 4864676"/>
              <a:gd name="connsiteX1" fmla="*/ 4864676 w 4864676"/>
              <a:gd name="connsiteY1" fmla="*/ 0 h 4864676"/>
              <a:gd name="connsiteX2" fmla="*/ 4864676 w 4864676"/>
              <a:gd name="connsiteY2" fmla="*/ 4864676 h 4864676"/>
              <a:gd name="connsiteX3" fmla="*/ 1281101 w 4864676"/>
              <a:gd name="connsiteY3" fmla="*/ 4864676 h 4864676"/>
              <a:gd name="connsiteX4" fmla="*/ 0 w 4864676"/>
              <a:gd name="connsiteY4" fmla="*/ 3583575 h 486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4864676">
                <a:moveTo>
                  <a:pt x="0" y="0"/>
                </a:moveTo>
                <a:lnTo>
                  <a:pt x="4864676" y="0"/>
                </a:lnTo>
                <a:lnTo>
                  <a:pt x="4864676" y="4864676"/>
                </a:lnTo>
                <a:lnTo>
                  <a:pt x="1281101" y="4864676"/>
                </a:lnTo>
                <a:lnTo>
                  <a:pt x="0" y="358357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84A22B8-F5B6-47C2-B88E-DADAF3791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7225693" y="996662"/>
            <a:ext cx="4864676" cy="4864676"/>
          </a:xfrm>
          <a:custGeom>
            <a:avLst/>
            <a:gdLst>
              <a:gd name="connsiteX0" fmla="*/ 0 w 4864676"/>
              <a:gd name="connsiteY0" fmla="*/ 0 h 4864676"/>
              <a:gd name="connsiteX1" fmla="*/ 3583574 w 4864676"/>
              <a:gd name="connsiteY1" fmla="*/ 0 h 4864676"/>
              <a:gd name="connsiteX2" fmla="*/ 4864676 w 4864676"/>
              <a:gd name="connsiteY2" fmla="*/ 1281103 h 4864676"/>
              <a:gd name="connsiteX3" fmla="*/ 4864676 w 4864676"/>
              <a:gd name="connsiteY3" fmla="*/ 4864676 h 4864676"/>
              <a:gd name="connsiteX4" fmla="*/ 0 w 4864676"/>
              <a:gd name="connsiteY4" fmla="*/ 4864676 h 486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4864676">
                <a:moveTo>
                  <a:pt x="0" y="0"/>
                </a:moveTo>
                <a:lnTo>
                  <a:pt x="3583574" y="0"/>
                </a:lnTo>
                <a:lnTo>
                  <a:pt x="4864676" y="1281103"/>
                </a:lnTo>
                <a:lnTo>
                  <a:pt x="4864676" y="4864676"/>
                </a:lnTo>
                <a:lnTo>
                  <a:pt x="0" y="4864676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A987C18C-164D-4263-B486-4647A98E8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89020" y="1"/>
            <a:ext cx="6613961" cy="328638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7E98B39-04C6-408B-92FD-76862874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286" y="3571620"/>
            <a:ext cx="6613961" cy="328638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81C8C27-2457-421F-BDC4-7B4EA3C7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A13C66-82C1-44AF-972B-8F5CCA41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71208" y="5287803"/>
            <a:ext cx="955808" cy="9558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DB36437-FE59-457E-91A7-396BBD3C9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3FDC0-B68D-4B68-825E-5499FB40D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080808"/>
                </a:solidFill>
              </a:rPr>
              <a:t>Model Zoo + Tutorials SIG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FC418-C487-4D95-A4A7-C1641066E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80808"/>
                </a:solidFill>
              </a:rPr>
              <a:t>ONNX Workshop, 04/09/20</a:t>
            </a:r>
          </a:p>
          <a:p>
            <a:r>
              <a:rPr lang="en-US" sz="2000" dirty="0">
                <a:solidFill>
                  <a:srgbClr val="080808"/>
                </a:solidFill>
              </a:rPr>
              <a:t>Vinitra Swamy, Microsoft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4D3693-2EFE-4667-89D5-47E2D5920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42846" y="410171"/>
            <a:ext cx="1321281" cy="1321281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1FD796-9CD0-404D-8DF5-5274C0BCC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30319" y="1508609"/>
            <a:ext cx="700047" cy="70004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16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C75D89-F94B-45B8-BA71-F38533908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/>
              <a:t>Formalized Charter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2777D-518D-476E-8110-7C22C3B4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361326"/>
            <a:ext cx="9690244" cy="525775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The Model Zoo and Tutorials SIG is responsible for the </a:t>
            </a:r>
            <a:r>
              <a:rPr lang="en-US" sz="2000" b="1" dirty="0"/>
              <a:t>comprehensive collection of state of the art ONNX models </a:t>
            </a:r>
            <a:r>
              <a:rPr lang="en-US" sz="2000" dirty="0"/>
              <a:t>from a variety of sources and making it easy for users to get started with ONNX and the ecosystem</a:t>
            </a:r>
            <a:r>
              <a:rPr lang="en-US" sz="2000" b="1" dirty="0"/>
              <a:t> </a:t>
            </a:r>
            <a:r>
              <a:rPr lang="en-US" sz="2000" dirty="0"/>
              <a:t>around it.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dirty="0"/>
              <a:t>Concretely, this SIG has ownership over: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E6AB435-ED70-4732-819E-C4CFC148FE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5224602"/>
              </p:ext>
            </p:extLst>
          </p:nvPr>
        </p:nvGraphicFramePr>
        <p:xfrm>
          <a:off x="1227048" y="3534310"/>
          <a:ext cx="9104273" cy="2463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0792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C54C5-B8A7-45CA-A37B-68FCF166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/>
              <a:t>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BAB2B-967E-4B4C-9810-038C09406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036" y="1346953"/>
            <a:ext cx="10310497" cy="52239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hlinkClick r:id="rId2"/>
              </a:rPr>
              <a:t>SIG Mission Statement </a:t>
            </a:r>
            <a:endParaRPr lang="en-US" sz="20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2000" dirty="0">
                <a:hlinkClick r:id="rId3"/>
              </a:rPr>
              <a:t>Proposed Models</a:t>
            </a:r>
            <a:r>
              <a:rPr lang="en-US" sz="2000" dirty="0"/>
              <a:t> – list of state-of-the-art models we want to add to the Model Zoo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2000" dirty="0">
                <a:hlinkClick r:id="rId4"/>
              </a:rPr>
              <a:t>Community Events</a:t>
            </a:r>
            <a:r>
              <a:rPr lang="en-US" sz="2000" dirty="0"/>
              <a:t> – tracking upcoming ONNX events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2000" dirty="0"/>
              <a:t>Developing Model Zoo CI</a:t>
            </a:r>
          </a:p>
          <a:p>
            <a:pPr>
              <a:buFontTx/>
              <a:buChar char="-"/>
            </a:pPr>
            <a:r>
              <a:rPr lang="en-US" sz="1800" dirty="0"/>
              <a:t>Moving all ONNX Models to Git LFS: </a:t>
            </a:r>
            <a:r>
              <a:rPr lang="en-US" sz="1800" dirty="0">
                <a:hlinkClick r:id="rId5"/>
              </a:rPr>
              <a:t>onnx/models#271</a:t>
            </a:r>
            <a:endParaRPr lang="en-US" sz="1800" dirty="0"/>
          </a:p>
          <a:p>
            <a:pPr>
              <a:buFontTx/>
              <a:buChar char="-"/>
            </a:pPr>
            <a:r>
              <a:rPr lang="en-US" sz="1800" dirty="0"/>
              <a:t>Enables a one line command to download all models: </a:t>
            </a:r>
            <a:r>
              <a:rPr lang="en-US" sz="1800" dirty="0">
                <a:hlinkClick r:id="rId6"/>
              </a:rPr>
              <a:t>onnx/models#276</a:t>
            </a:r>
            <a:endParaRPr lang="en-US" sz="18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2000" dirty="0"/>
              <a:t>ONNX Docker containers (</a:t>
            </a:r>
            <a:r>
              <a:rPr lang="en-US" sz="2000" dirty="0">
                <a:hlinkClick r:id="rId7"/>
              </a:rPr>
              <a:t>onnx/onnx-docker#40</a:t>
            </a:r>
            <a:r>
              <a:rPr lang="en-US" sz="2000" dirty="0"/>
              <a:t>, </a:t>
            </a:r>
            <a:r>
              <a:rPr lang="en-US" sz="2000" dirty="0">
                <a:hlinkClick r:id="rId8"/>
              </a:rPr>
              <a:t>onnx/onnx-docker#45</a:t>
            </a:r>
            <a:r>
              <a:rPr lang="en-US" sz="2000" dirty="0"/>
              <a:t>)</a:t>
            </a:r>
          </a:p>
          <a:p>
            <a:r>
              <a:rPr lang="en-US" sz="1800" b="0" i="0" u="none" strike="noStrike" dirty="0">
                <a:solidFill>
                  <a:srgbClr val="0366D6"/>
                </a:solidFill>
                <a:effectLst/>
                <a:latin typeface="-apple-system"/>
                <a:hlinkClick r:id="rId9"/>
              </a:rPr>
              <a:t>onnx-base</a:t>
            </a:r>
            <a:r>
              <a:rPr lang="en-US" sz="1800" b="0" i="0" dirty="0">
                <a:solidFill>
                  <a:srgbClr val="24292E"/>
                </a:solidFill>
                <a:effectLst/>
                <a:latin typeface="-apple-system"/>
              </a:rPr>
              <a:t>: Use published ONNX package from </a:t>
            </a:r>
            <a:r>
              <a:rPr lang="en-US" sz="1800" b="0" i="0" dirty="0" err="1">
                <a:solidFill>
                  <a:srgbClr val="24292E"/>
                </a:solidFill>
                <a:effectLst/>
                <a:latin typeface="-apple-system"/>
              </a:rPr>
              <a:t>PyPi</a:t>
            </a:r>
            <a:r>
              <a:rPr lang="en-US" sz="1800" b="0" i="0" dirty="0">
                <a:solidFill>
                  <a:srgbClr val="24292E"/>
                </a:solidFill>
                <a:effectLst/>
                <a:latin typeface="-apple-system"/>
              </a:rPr>
              <a:t> with minimal dependencies.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366D6"/>
                </a:solidFill>
                <a:effectLst/>
                <a:latin typeface="-apple-system"/>
                <a:hlinkClick r:id="rId10"/>
              </a:rPr>
              <a:t>onnx-dev</a:t>
            </a:r>
            <a:r>
              <a:rPr lang="en-US" sz="1800" b="0" i="0" dirty="0">
                <a:solidFill>
                  <a:srgbClr val="24292E"/>
                </a:solidFill>
                <a:effectLst/>
                <a:latin typeface="-apple-system"/>
              </a:rPr>
              <a:t>: Build ONNX from source with minimal dependencies.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366D6"/>
                </a:solidFill>
                <a:effectLst/>
                <a:latin typeface="-apple-system"/>
                <a:hlinkClick r:id="rId11"/>
              </a:rPr>
              <a:t>onnx-ecosystem</a:t>
            </a:r>
            <a:r>
              <a:rPr lang="en-US" sz="1800" b="0" i="0" dirty="0">
                <a:solidFill>
                  <a:srgbClr val="24292E"/>
                </a:solidFill>
                <a:effectLst/>
                <a:latin typeface="-apple-system"/>
              </a:rPr>
              <a:t>: </a:t>
            </a:r>
            <a:r>
              <a:rPr lang="en-US" sz="1800" b="0" i="0" dirty="0" err="1">
                <a:solidFill>
                  <a:srgbClr val="24292E"/>
                </a:solidFill>
                <a:effectLst/>
                <a:latin typeface="-apple-system"/>
              </a:rPr>
              <a:t>Jupyter</a:t>
            </a:r>
            <a:r>
              <a:rPr lang="en-US" sz="1800" b="0" i="0" dirty="0">
                <a:solidFill>
                  <a:srgbClr val="24292E"/>
                </a:solidFill>
                <a:effectLst/>
                <a:latin typeface="-apple-system"/>
              </a:rPr>
              <a:t> notebook environment for getting started quickly with ONNX models, ONNX converters, and inference using ONNX Runtime.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90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C54C5-B8A7-45CA-A37B-68FCF166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/>
              <a:t>On our horizons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BAB2B-967E-4B4C-9810-038C09406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749" y="1782981"/>
            <a:ext cx="10373783" cy="4393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Guidelines</a:t>
            </a:r>
            <a:r>
              <a:rPr lang="en-US" sz="2400" dirty="0"/>
              <a:t> -- Model Zoo / Tutorial entry guidelines, standardized experience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Discoverability</a:t>
            </a:r>
            <a:r>
              <a:rPr lang="en-US" sz="2400" dirty="0"/>
              <a:t> -- exposing materials on the ONNX website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Analytics</a:t>
            </a:r>
            <a:r>
              <a:rPr lang="en-US" sz="2400" dirty="0"/>
              <a:t> -- exploring various solutions to track Model Zoo </a:t>
            </a:r>
            <a:r>
              <a:rPr lang="en-US" sz="2400" dirty="0" err="1"/>
              <a:t>Github</a:t>
            </a:r>
            <a:r>
              <a:rPr lang="en-US" sz="2400" dirty="0"/>
              <a:t> usage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Participation </a:t>
            </a:r>
            <a:r>
              <a:rPr lang="en-US" sz="2400" dirty="0"/>
              <a:t>-- ~10 members (Microsoft, IBM, </a:t>
            </a:r>
            <a:r>
              <a:rPr lang="en-US" sz="2400" dirty="0" err="1"/>
              <a:t>nVidia</a:t>
            </a:r>
            <a:r>
              <a:rPr lang="en-US" sz="2400" dirty="0"/>
              <a:t>), always looking for more</a:t>
            </a:r>
          </a:p>
          <a:p>
            <a:pPr>
              <a:buFontTx/>
              <a:buChar char="-"/>
            </a:pPr>
            <a:r>
              <a:rPr lang="en-US" sz="2400" dirty="0"/>
              <a:t>First meeting was January 30, 2020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12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C54C5-B8A7-45CA-A37B-68FCF166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/>
              <a:t>ONNX Model Zoo Traffic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556D7E-FDF9-47CC-8545-6B5EEBE21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34" y="1363289"/>
            <a:ext cx="9309243" cy="47942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A22084-1C0A-4DE8-BE78-BAE6C365AD68}"/>
              </a:ext>
            </a:extLst>
          </p:cNvPr>
          <p:cNvSpPr txBox="1"/>
          <p:nvPr/>
        </p:nvSpPr>
        <p:spPr>
          <a:xfrm>
            <a:off x="1542408" y="6166934"/>
            <a:ext cx="8973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103 clones in 2 weeks – </a:t>
            </a:r>
            <a:r>
              <a:rPr lang="en-US" sz="1800" dirty="0" err="1"/>
              <a:t>ResNet</a:t>
            </a:r>
            <a:r>
              <a:rPr lang="en-US" sz="1800" dirty="0"/>
              <a:t>, </a:t>
            </a:r>
            <a:r>
              <a:rPr lang="en-US" sz="1800" dirty="0" err="1"/>
              <a:t>MobileNet</a:t>
            </a:r>
            <a:r>
              <a:rPr lang="en-US" sz="1800" dirty="0"/>
              <a:t>, TinyYoloV2 are most popular pages</a:t>
            </a:r>
          </a:p>
        </p:txBody>
      </p:sp>
    </p:spTree>
    <p:extLst>
      <p:ext uri="{BB962C8B-B14F-4D97-AF65-F5344CB8AC3E}">
        <p14:creationId xmlns:p14="http://schemas.microsoft.com/office/powerpoint/2010/main" val="248349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C54C5-B8A7-45CA-A37B-68FCF166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/>
              <a:t>ONNX Tutorials Traffic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A22084-1C0A-4DE8-BE78-BAE6C365AD68}"/>
              </a:ext>
            </a:extLst>
          </p:cNvPr>
          <p:cNvSpPr txBox="1"/>
          <p:nvPr/>
        </p:nvSpPr>
        <p:spPr>
          <a:xfrm>
            <a:off x="1542408" y="6166934"/>
            <a:ext cx="9709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46</a:t>
            </a:r>
            <a:r>
              <a:rPr lang="en-US" sz="1800" dirty="0"/>
              <a:t> clones in 2 weeks – </a:t>
            </a:r>
            <a:r>
              <a:rPr lang="en-US" sz="1800" dirty="0" err="1"/>
              <a:t>PyTorch</a:t>
            </a:r>
            <a:r>
              <a:rPr lang="en-US" dirty="0"/>
              <a:t>, </a:t>
            </a:r>
            <a:r>
              <a:rPr lang="en-US" sz="1800" dirty="0" err="1"/>
              <a:t>Tensorflow</a:t>
            </a:r>
            <a:r>
              <a:rPr lang="en-US" dirty="0"/>
              <a:t>, MNIST, Model Visualization most popular</a:t>
            </a: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0627D1-4496-4E7F-BCFE-09F6C547C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284" y="1457471"/>
            <a:ext cx="8800216" cy="441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08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98558-85CA-497A-BB5A-241A2D160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/>
              <a:t>Join us!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9A493B-5EAC-4116-AED3-C8B7CABBC3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788" b="2616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50F86-2EA1-4FB8-A099-917D276B6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6750" y="4330699"/>
            <a:ext cx="8147050" cy="184626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Gitter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https://gitter.im/onnx/modelzoo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Github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onnx/sigs/models-tutorials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Next meeting: April 13</a:t>
            </a:r>
            <a:r>
              <a:rPr lang="en-US" baseline="30000" dirty="0"/>
              <a:t>th</a:t>
            </a:r>
            <a:r>
              <a:rPr lang="en-US" dirty="0"/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3895129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321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-apple-system</vt:lpstr>
      <vt:lpstr>Arial</vt:lpstr>
      <vt:lpstr>Calibri</vt:lpstr>
      <vt:lpstr>Calibri Light</vt:lpstr>
      <vt:lpstr>Office Theme</vt:lpstr>
      <vt:lpstr>Model Zoo + Tutorials SIG</vt:lpstr>
      <vt:lpstr>Formalized Charter</vt:lpstr>
      <vt:lpstr>Updates</vt:lpstr>
      <vt:lpstr>On our horizons</vt:lpstr>
      <vt:lpstr>ONNX Model Zoo Traffic</vt:lpstr>
      <vt:lpstr>ONNX Tutorials Traffic</vt:lpstr>
      <vt:lpstr>Join us!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Zoo + Tutorials SIG</dc:title>
  <dc:creator>Vinitra Swamy</dc:creator>
  <cp:lastModifiedBy>Vinitra Swamy</cp:lastModifiedBy>
  <cp:revision>7</cp:revision>
  <dcterms:created xsi:type="dcterms:W3CDTF">2020-04-04T17:21:48Z</dcterms:created>
  <dcterms:modified xsi:type="dcterms:W3CDTF">2020-04-04T18:03:04Z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viswamy@microsoft.com</vt:lpwstr>
  </property>
  <property fmtid="{D5CDD505-2E9C-101B-9397-08002B2CF9AE}" pid="5" name="MSIP_Label_f42aa342-8706-4288-bd11-ebb85995028c_SetDate">
    <vt:lpwstr>2020-04-04T17:29:23.4789106Z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d3252f02-cd5e-4fd9-8998-26d383baea96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