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7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208"/>
  </p:normalViewPr>
  <p:slideViewPr>
    <p:cSldViewPr snapToGrid="0" snapToObjects="1">
      <p:cViewPr varScale="1">
        <p:scale>
          <a:sx n="119" d="100"/>
          <a:sy n="119" d="100"/>
        </p:scale>
        <p:origin x="2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63FBB-F84C-D344-8268-705FF443D988}" type="datetimeFigureOut">
              <a:rPr lang="en-US" smtClean="0"/>
              <a:t>4/9/20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A2462-CCDB-AA46-BD64-C7F50545F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0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5458065fb7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5458065fb7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3589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017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88389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70419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52689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9731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1582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35049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92156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95818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01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81502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0596411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448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7"/>
          <p:cNvSpPr txBox="1"/>
          <p:nvPr/>
        </p:nvSpPr>
        <p:spPr>
          <a:xfrm>
            <a:off x="1678193" y="2807200"/>
            <a:ext cx="8477026" cy="1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3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ONNX Adoption &amp; Internal Use Cases</a:t>
            </a:r>
          </a:p>
          <a:p>
            <a:pPr algn="ctr" defTabSz="1219170">
              <a:buClr>
                <a:srgbClr val="000000"/>
              </a:buClr>
            </a:pPr>
            <a:r>
              <a:rPr lang="en" sz="2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Steven Eliuk (IBM)</a:t>
            </a:r>
            <a:endParaRPr sz="2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336568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</Words>
  <Application>Microsoft Macintosh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Simple Light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Truong</dc:creator>
  <cp:lastModifiedBy>Thomas Truong</cp:lastModifiedBy>
  <cp:revision>1</cp:revision>
  <dcterms:created xsi:type="dcterms:W3CDTF">2020-04-09T23:40:24Z</dcterms:created>
  <dcterms:modified xsi:type="dcterms:W3CDTF">2020-04-09T23:43:23Z</dcterms:modified>
</cp:coreProperties>
</file>