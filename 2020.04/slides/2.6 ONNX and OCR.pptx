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41EDE-7753-DF4F-80DB-0187656F3CED}" v="9" dt="2020-04-08T22:55:55.162"/>
    <p1510:client id="{56CA7581-A350-4D7C-8EBA-58826BAC90EF}" v="10" dt="2020-04-09T08:11:34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1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g-Shin Lin" userId="d4e11a52-9317-4bc1-a9b6-268d512fe69e" providerId="ADAL" clId="{56CA7581-A350-4D7C-8EBA-58826BAC90EF}"/>
    <pc:docChg chg="custSel modSld">
      <pc:chgData name="Yung-Shin Lin" userId="d4e11a52-9317-4bc1-a9b6-268d512fe69e" providerId="ADAL" clId="{56CA7581-A350-4D7C-8EBA-58826BAC90EF}" dt="2020-04-09T08:12:50.347" v="111" actId="20577"/>
      <pc:docMkLst>
        <pc:docMk/>
      </pc:docMkLst>
      <pc:sldChg chg="modSp">
        <pc:chgData name="Yung-Shin Lin" userId="d4e11a52-9317-4bc1-a9b6-268d512fe69e" providerId="ADAL" clId="{56CA7581-A350-4D7C-8EBA-58826BAC90EF}" dt="2020-04-09T08:01:23.397" v="6" actId="113"/>
        <pc:sldMkLst>
          <pc:docMk/>
          <pc:sldMk cId="506975046" sldId="256"/>
        </pc:sldMkLst>
        <pc:spChg chg="mod">
          <ac:chgData name="Yung-Shin Lin" userId="d4e11a52-9317-4bc1-a9b6-268d512fe69e" providerId="ADAL" clId="{56CA7581-A350-4D7C-8EBA-58826BAC90EF}" dt="2020-04-09T08:01:01.901" v="5" actId="27636"/>
          <ac:spMkLst>
            <pc:docMk/>
            <pc:sldMk cId="506975046" sldId="256"/>
            <ac:spMk id="2" creationId="{71CFF84C-F68D-D842-A856-639D9CBD02F1}"/>
          </ac:spMkLst>
        </pc:spChg>
        <pc:spChg chg="mod">
          <ac:chgData name="Yung-Shin Lin" userId="d4e11a52-9317-4bc1-a9b6-268d512fe69e" providerId="ADAL" clId="{56CA7581-A350-4D7C-8EBA-58826BAC90EF}" dt="2020-04-09T08:01:23.397" v="6" actId="113"/>
          <ac:spMkLst>
            <pc:docMk/>
            <pc:sldMk cId="506975046" sldId="256"/>
            <ac:spMk id="3" creationId="{7AC79AD3-820E-704D-95AF-F5B720D855B7}"/>
          </ac:spMkLst>
        </pc:spChg>
      </pc:sldChg>
      <pc:sldChg chg="addSp delSp modSp">
        <pc:chgData name="Yung-Shin Lin" userId="d4e11a52-9317-4bc1-a9b6-268d512fe69e" providerId="ADAL" clId="{56CA7581-A350-4D7C-8EBA-58826BAC90EF}" dt="2020-04-09T08:05:47.276" v="37" actId="20577"/>
        <pc:sldMkLst>
          <pc:docMk/>
          <pc:sldMk cId="3062469700" sldId="257"/>
        </pc:sldMkLst>
        <pc:spChg chg="mod">
          <ac:chgData name="Yung-Shin Lin" userId="d4e11a52-9317-4bc1-a9b6-268d512fe69e" providerId="ADAL" clId="{56CA7581-A350-4D7C-8EBA-58826BAC90EF}" dt="2020-04-09T08:05:47.276" v="37" actId="20577"/>
          <ac:spMkLst>
            <pc:docMk/>
            <pc:sldMk cId="3062469700" sldId="257"/>
            <ac:spMk id="3" creationId="{2C2066B3-A7FB-5449-9E8E-3ABAFC67B726}"/>
          </ac:spMkLst>
        </pc:spChg>
        <pc:spChg chg="del">
          <ac:chgData name="Yung-Shin Lin" userId="d4e11a52-9317-4bc1-a9b6-268d512fe69e" providerId="ADAL" clId="{56CA7581-A350-4D7C-8EBA-58826BAC90EF}" dt="2020-04-09T08:01:41.860" v="7" actId="478"/>
          <ac:spMkLst>
            <pc:docMk/>
            <pc:sldMk cId="3062469700" sldId="257"/>
            <ac:spMk id="4" creationId="{9324AF2A-6758-4F4F-881D-CD2A5F0FE884}"/>
          </ac:spMkLst>
        </pc:spChg>
        <pc:spChg chg="add del mod">
          <ac:chgData name="Yung-Shin Lin" userId="d4e11a52-9317-4bc1-a9b6-268d512fe69e" providerId="ADAL" clId="{56CA7581-A350-4D7C-8EBA-58826BAC90EF}" dt="2020-04-09T08:01:53.492" v="12" actId="478"/>
          <ac:spMkLst>
            <pc:docMk/>
            <pc:sldMk cId="3062469700" sldId="257"/>
            <ac:spMk id="5" creationId="{483EB120-BB1A-4286-94AB-A55B8E9037CA}"/>
          </ac:spMkLst>
        </pc:spChg>
        <pc:spChg chg="add del">
          <ac:chgData name="Yung-Shin Lin" userId="d4e11a52-9317-4bc1-a9b6-268d512fe69e" providerId="ADAL" clId="{56CA7581-A350-4D7C-8EBA-58826BAC90EF}" dt="2020-04-09T08:02:07.138" v="14"/>
          <ac:spMkLst>
            <pc:docMk/>
            <pc:sldMk cId="3062469700" sldId="257"/>
            <ac:spMk id="6" creationId="{CCFDC7DE-9CF8-4514-9F9E-FAFA37EC12F7}"/>
          </ac:spMkLst>
        </pc:spChg>
        <pc:spChg chg="mod">
          <ac:chgData name="Yung-Shin Lin" userId="d4e11a52-9317-4bc1-a9b6-268d512fe69e" providerId="ADAL" clId="{56CA7581-A350-4D7C-8EBA-58826BAC90EF}" dt="2020-04-09T08:04:01.533" v="20" actId="207"/>
          <ac:spMkLst>
            <pc:docMk/>
            <pc:sldMk cId="3062469700" sldId="257"/>
            <ac:spMk id="31" creationId="{7F79B85F-351D-42E8-9272-42A08169B7BA}"/>
          </ac:spMkLst>
        </pc:spChg>
        <pc:spChg chg="mod">
          <ac:chgData name="Yung-Shin Lin" userId="d4e11a52-9317-4bc1-a9b6-268d512fe69e" providerId="ADAL" clId="{56CA7581-A350-4D7C-8EBA-58826BAC90EF}" dt="2020-04-09T08:04:01.533" v="20" actId="207"/>
          <ac:spMkLst>
            <pc:docMk/>
            <pc:sldMk cId="3062469700" sldId="257"/>
            <ac:spMk id="33" creationId="{57657AE6-5066-48C3-AC70-EFFEF303101C}"/>
          </ac:spMkLst>
        </pc:spChg>
        <pc:spChg chg="mod">
          <ac:chgData name="Yung-Shin Lin" userId="d4e11a52-9317-4bc1-a9b6-268d512fe69e" providerId="ADAL" clId="{56CA7581-A350-4D7C-8EBA-58826BAC90EF}" dt="2020-04-09T08:04:56.939" v="29" actId="1076"/>
          <ac:spMkLst>
            <pc:docMk/>
            <pc:sldMk cId="3062469700" sldId="257"/>
            <ac:spMk id="35" creationId="{0D0EA8E6-B2F8-4003-A5F2-508818206B57}"/>
          </ac:spMkLst>
        </pc:spChg>
        <pc:spChg chg="mod">
          <ac:chgData name="Yung-Shin Lin" userId="d4e11a52-9317-4bc1-a9b6-268d512fe69e" providerId="ADAL" clId="{56CA7581-A350-4D7C-8EBA-58826BAC90EF}" dt="2020-04-09T08:04:01.533" v="20" actId="207"/>
          <ac:spMkLst>
            <pc:docMk/>
            <pc:sldMk cId="3062469700" sldId="257"/>
            <ac:spMk id="37" creationId="{3AB89E6A-AC60-4E1F-B538-9BE32047D59E}"/>
          </ac:spMkLst>
        </pc:spChg>
        <pc:spChg chg="mod">
          <ac:chgData name="Yung-Shin Lin" userId="d4e11a52-9317-4bc1-a9b6-268d512fe69e" providerId="ADAL" clId="{56CA7581-A350-4D7C-8EBA-58826BAC90EF}" dt="2020-04-09T08:04:35.565" v="23" actId="1076"/>
          <ac:spMkLst>
            <pc:docMk/>
            <pc:sldMk cId="3062469700" sldId="257"/>
            <ac:spMk id="39" creationId="{C8973D5B-B729-4A0D-AB57-C41FB15F33B8}"/>
          </ac:spMkLst>
        </pc:spChg>
        <pc:spChg chg="mod">
          <ac:chgData name="Yung-Shin Lin" userId="d4e11a52-9317-4bc1-a9b6-268d512fe69e" providerId="ADAL" clId="{56CA7581-A350-4D7C-8EBA-58826BAC90EF}" dt="2020-04-09T08:04:46.607" v="26" actId="1076"/>
          <ac:spMkLst>
            <pc:docMk/>
            <pc:sldMk cId="3062469700" sldId="257"/>
            <ac:spMk id="41" creationId="{8B02CC50-87FF-424E-938C-46CC3631233F}"/>
          </ac:spMkLst>
        </pc:spChg>
        <pc:spChg chg="mod">
          <ac:chgData name="Yung-Shin Lin" userId="d4e11a52-9317-4bc1-a9b6-268d512fe69e" providerId="ADAL" clId="{56CA7581-A350-4D7C-8EBA-58826BAC90EF}" dt="2020-04-09T08:04:01.533" v="20" actId="207"/>
          <ac:spMkLst>
            <pc:docMk/>
            <pc:sldMk cId="3062469700" sldId="257"/>
            <ac:spMk id="43" creationId="{0C6A0E69-3413-4320-BBD0-C454C80C9B1F}"/>
          </ac:spMkLst>
        </pc:spChg>
        <pc:spChg chg="mod">
          <ac:chgData name="Yung-Shin Lin" userId="d4e11a52-9317-4bc1-a9b6-268d512fe69e" providerId="ADAL" clId="{56CA7581-A350-4D7C-8EBA-58826BAC90EF}" dt="2020-04-09T08:05:11.405" v="31" actId="1076"/>
          <ac:spMkLst>
            <pc:docMk/>
            <pc:sldMk cId="3062469700" sldId="257"/>
            <ac:spMk id="48" creationId="{846760E6-9A76-4CAF-8AE2-5421F24FD422}"/>
          </ac:spMkLst>
        </pc:spChg>
        <pc:spChg chg="mod">
          <ac:chgData name="Yung-Shin Lin" userId="d4e11a52-9317-4bc1-a9b6-268d512fe69e" providerId="ADAL" clId="{56CA7581-A350-4D7C-8EBA-58826BAC90EF}" dt="2020-04-09T08:05:15.307" v="32" actId="1076"/>
          <ac:spMkLst>
            <pc:docMk/>
            <pc:sldMk cId="3062469700" sldId="257"/>
            <ac:spMk id="49" creationId="{C8CC5044-F12D-41CA-87A7-F3A1CBA6341B}"/>
          </ac:spMkLst>
        </pc:spChg>
        <pc:spChg chg="mod">
          <ac:chgData name="Yung-Shin Lin" userId="d4e11a52-9317-4bc1-a9b6-268d512fe69e" providerId="ADAL" clId="{56CA7581-A350-4D7C-8EBA-58826BAC90EF}" dt="2020-04-09T08:05:26.358" v="35" actId="1076"/>
          <ac:spMkLst>
            <pc:docMk/>
            <pc:sldMk cId="3062469700" sldId="257"/>
            <ac:spMk id="50" creationId="{EE944A9A-3678-4505-8D89-EE50A871A596}"/>
          </ac:spMkLst>
        </pc:spChg>
        <pc:grpChg chg="add del">
          <ac:chgData name="Yung-Shin Lin" userId="d4e11a52-9317-4bc1-a9b6-268d512fe69e" providerId="ADAL" clId="{56CA7581-A350-4D7C-8EBA-58826BAC90EF}" dt="2020-04-09T08:02:07.138" v="14"/>
          <ac:grpSpMkLst>
            <pc:docMk/>
            <pc:sldMk cId="3062469700" sldId="257"/>
            <ac:grpSpMk id="7" creationId="{295C1B42-D05C-4F08-8271-B0FFB8304559}"/>
          </ac:grpSpMkLst>
        </pc:grpChg>
        <pc:grpChg chg="add del">
          <ac:chgData name="Yung-Shin Lin" userId="d4e11a52-9317-4bc1-a9b6-268d512fe69e" providerId="ADAL" clId="{56CA7581-A350-4D7C-8EBA-58826BAC90EF}" dt="2020-04-09T08:02:07.138" v="14"/>
          <ac:grpSpMkLst>
            <pc:docMk/>
            <pc:sldMk cId="3062469700" sldId="257"/>
            <ac:grpSpMk id="22" creationId="{36E61C31-B8F2-4090-BD94-03C097DB5B3A}"/>
          </ac:grpSpMkLst>
        </pc:grpChg>
        <pc:grpChg chg="add mod">
          <ac:chgData name="Yung-Shin Lin" userId="d4e11a52-9317-4bc1-a9b6-268d512fe69e" providerId="ADAL" clId="{56CA7581-A350-4D7C-8EBA-58826BAC90EF}" dt="2020-04-09T08:04:11.541" v="21" actId="207"/>
          <ac:grpSpMkLst>
            <pc:docMk/>
            <pc:sldMk cId="3062469700" sldId="257"/>
            <ac:grpSpMk id="29" creationId="{91552003-1B82-4533-921F-E8C066551BE6}"/>
          </ac:grpSpMkLst>
        </pc:grpChg>
        <pc:grpChg chg="add mod">
          <ac:chgData name="Yung-Shin Lin" userId="d4e11a52-9317-4bc1-a9b6-268d512fe69e" providerId="ADAL" clId="{56CA7581-A350-4D7C-8EBA-58826BAC90EF}" dt="2020-04-09T08:03:01.894" v="16" actId="1076"/>
          <ac:grpSpMkLst>
            <pc:docMk/>
            <pc:sldMk cId="3062469700" sldId="257"/>
            <ac:grpSpMk id="44" creationId="{CA218924-357B-4731-B179-F39C297F695A}"/>
          </ac:grpSpMkLst>
        </pc:grpChg>
        <pc:grpChg chg="add del">
          <ac:chgData name="Yung-Shin Lin" userId="d4e11a52-9317-4bc1-a9b6-268d512fe69e" providerId="ADAL" clId="{56CA7581-A350-4D7C-8EBA-58826BAC90EF}" dt="2020-04-09T08:03:26.352" v="19"/>
          <ac:grpSpMkLst>
            <pc:docMk/>
            <pc:sldMk cId="3062469700" sldId="257"/>
            <ac:grpSpMk id="51" creationId="{28E42B23-1867-4AE9-9E42-6B547EF1D044}"/>
          </ac:grpSpMkLst>
        </pc:grpChg>
        <pc:grpChg chg="add del">
          <ac:chgData name="Yung-Shin Lin" userId="d4e11a52-9317-4bc1-a9b6-268d512fe69e" providerId="ADAL" clId="{56CA7581-A350-4D7C-8EBA-58826BAC90EF}" dt="2020-04-09T08:03:26.352" v="19"/>
          <ac:grpSpMkLst>
            <pc:docMk/>
            <pc:sldMk cId="3062469700" sldId="257"/>
            <ac:grpSpMk id="66" creationId="{C4A1170C-C6F8-448F-9895-2416E45EBF8A}"/>
          </ac:grpSpMkLst>
        </pc:grpChg>
        <pc:picChg chg="mod">
          <ac:chgData name="Yung-Shin Lin" userId="d4e11a52-9317-4bc1-a9b6-268d512fe69e" providerId="ADAL" clId="{56CA7581-A350-4D7C-8EBA-58826BAC90EF}" dt="2020-04-09T08:04:52.739" v="28" actId="1076"/>
          <ac:picMkLst>
            <pc:docMk/>
            <pc:sldMk cId="3062469700" sldId="257"/>
            <ac:picMk id="34" creationId="{91FC15E1-BC3E-4575-8D27-61A602511F8B}"/>
          </ac:picMkLst>
        </pc:picChg>
        <pc:picChg chg="mod">
          <ac:chgData name="Yung-Shin Lin" userId="d4e11a52-9317-4bc1-a9b6-268d512fe69e" providerId="ADAL" clId="{56CA7581-A350-4D7C-8EBA-58826BAC90EF}" dt="2020-04-09T08:04:31.789" v="22" actId="1076"/>
          <ac:picMkLst>
            <pc:docMk/>
            <pc:sldMk cId="3062469700" sldId="257"/>
            <ac:picMk id="38" creationId="{E6B7E301-A02F-4759-A7A4-5CE50A743FF3}"/>
          </ac:picMkLst>
        </pc:picChg>
        <pc:picChg chg="mod">
          <ac:chgData name="Yung-Shin Lin" userId="d4e11a52-9317-4bc1-a9b6-268d512fe69e" providerId="ADAL" clId="{56CA7581-A350-4D7C-8EBA-58826BAC90EF}" dt="2020-04-09T08:04:42.381" v="25" actId="1076"/>
          <ac:picMkLst>
            <pc:docMk/>
            <pc:sldMk cId="3062469700" sldId="257"/>
            <ac:picMk id="40" creationId="{64AA6E39-54F5-465D-A95A-B79457A50154}"/>
          </ac:picMkLst>
        </pc:picChg>
        <pc:picChg chg="mod">
          <ac:chgData name="Yung-Shin Lin" userId="d4e11a52-9317-4bc1-a9b6-268d512fe69e" providerId="ADAL" clId="{56CA7581-A350-4D7C-8EBA-58826BAC90EF}" dt="2020-04-09T08:05:22.427" v="34" actId="1076"/>
          <ac:picMkLst>
            <pc:docMk/>
            <pc:sldMk cId="3062469700" sldId="257"/>
            <ac:picMk id="47" creationId="{C933B0D7-89E2-4BDF-9C7A-B854A2AD566F}"/>
          </ac:picMkLst>
        </pc:picChg>
      </pc:sldChg>
      <pc:sldChg chg="modSp">
        <pc:chgData name="Yung-Shin Lin" userId="d4e11a52-9317-4bc1-a9b6-268d512fe69e" providerId="ADAL" clId="{56CA7581-A350-4D7C-8EBA-58826BAC90EF}" dt="2020-04-09T08:07:13.676" v="55" actId="20577"/>
        <pc:sldMkLst>
          <pc:docMk/>
          <pc:sldMk cId="2632611667" sldId="258"/>
        </pc:sldMkLst>
        <pc:spChg chg="mod">
          <ac:chgData name="Yung-Shin Lin" userId="d4e11a52-9317-4bc1-a9b6-268d512fe69e" providerId="ADAL" clId="{56CA7581-A350-4D7C-8EBA-58826BAC90EF}" dt="2020-04-09T08:07:13.676" v="55" actId="20577"/>
          <ac:spMkLst>
            <pc:docMk/>
            <pc:sldMk cId="2632611667" sldId="258"/>
            <ac:spMk id="3" creationId="{77073950-95C6-5044-AACA-1EDB2C1D4206}"/>
          </ac:spMkLst>
        </pc:spChg>
      </pc:sldChg>
      <pc:sldChg chg="modSp">
        <pc:chgData name="Yung-Shin Lin" userId="d4e11a52-9317-4bc1-a9b6-268d512fe69e" providerId="ADAL" clId="{56CA7581-A350-4D7C-8EBA-58826BAC90EF}" dt="2020-04-09T08:08:27.974" v="65" actId="20577"/>
        <pc:sldMkLst>
          <pc:docMk/>
          <pc:sldMk cId="40006704" sldId="259"/>
        </pc:sldMkLst>
        <pc:spChg chg="mod">
          <ac:chgData name="Yung-Shin Lin" userId="d4e11a52-9317-4bc1-a9b6-268d512fe69e" providerId="ADAL" clId="{56CA7581-A350-4D7C-8EBA-58826BAC90EF}" dt="2020-04-09T08:07:48.236" v="64" actId="20577"/>
          <ac:spMkLst>
            <pc:docMk/>
            <pc:sldMk cId="40006704" sldId="259"/>
            <ac:spMk id="2" creationId="{51E45C8F-2461-2744-A97A-A0E2A47A90E2}"/>
          </ac:spMkLst>
        </pc:spChg>
        <pc:spChg chg="mod">
          <ac:chgData name="Yung-Shin Lin" userId="d4e11a52-9317-4bc1-a9b6-268d512fe69e" providerId="ADAL" clId="{56CA7581-A350-4D7C-8EBA-58826BAC90EF}" dt="2020-04-09T08:08:27.974" v="65" actId="20577"/>
          <ac:spMkLst>
            <pc:docMk/>
            <pc:sldMk cId="40006704" sldId="259"/>
            <ac:spMk id="3" creationId="{03DBA473-F200-7149-8900-91A8A6155080}"/>
          </ac:spMkLst>
        </pc:spChg>
      </pc:sldChg>
      <pc:sldChg chg="modSp">
        <pc:chgData name="Yung-Shin Lin" userId="d4e11a52-9317-4bc1-a9b6-268d512fe69e" providerId="ADAL" clId="{56CA7581-A350-4D7C-8EBA-58826BAC90EF}" dt="2020-04-09T08:11:57.237" v="107" actId="15"/>
        <pc:sldMkLst>
          <pc:docMk/>
          <pc:sldMk cId="2686156557" sldId="261"/>
        </pc:sldMkLst>
        <pc:spChg chg="mod">
          <ac:chgData name="Yung-Shin Lin" userId="d4e11a52-9317-4bc1-a9b6-268d512fe69e" providerId="ADAL" clId="{56CA7581-A350-4D7C-8EBA-58826BAC90EF}" dt="2020-04-09T08:11:57.237" v="107" actId="15"/>
          <ac:spMkLst>
            <pc:docMk/>
            <pc:sldMk cId="2686156557" sldId="261"/>
            <ac:spMk id="3" creationId="{FE52E841-A59C-824C-A499-A04B7CD4022D}"/>
          </ac:spMkLst>
        </pc:spChg>
      </pc:sldChg>
      <pc:sldChg chg="modSp">
        <pc:chgData name="Yung-Shin Lin" userId="d4e11a52-9317-4bc1-a9b6-268d512fe69e" providerId="ADAL" clId="{56CA7581-A350-4D7C-8EBA-58826BAC90EF}" dt="2020-04-09T08:10:31.548" v="69" actId="20577"/>
        <pc:sldMkLst>
          <pc:docMk/>
          <pc:sldMk cId="4221527925" sldId="262"/>
        </pc:sldMkLst>
        <pc:spChg chg="mod">
          <ac:chgData name="Yung-Shin Lin" userId="d4e11a52-9317-4bc1-a9b6-268d512fe69e" providerId="ADAL" clId="{56CA7581-A350-4D7C-8EBA-58826BAC90EF}" dt="2020-04-09T08:10:31.548" v="69" actId="20577"/>
          <ac:spMkLst>
            <pc:docMk/>
            <pc:sldMk cId="4221527925" sldId="262"/>
            <ac:spMk id="3" creationId="{575861E1-E4E1-EB4A-9ABC-CB95C57B4F6A}"/>
          </ac:spMkLst>
        </pc:spChg>
      </pc:sldChg>
      <pc:sldChg chg="modSp">
        <pc:chgData name="Yung-Shin Lin" userId="d4e11a52-9317-4bc1-a9b6-268d512fe69e" providerId="ADAL" clId="{56CA7581-A350-4D7C-8EBA-58826BAC90EF}" dt="2020-04-09T08:12:50.347" v="111" actId="20577"/>
        <pc:sldMkLst>
          <pc:docMk/>
          <pc:sldMk cId="17995176" sldId="263"/>
        </pc:sldMkLst>
        <pc:spChg chg="mod">
          <ac:chgData name="Yung-Shin Lin" userId="d4e11a52-9317-4bc1-a9b6-268d512fe69e" providerId="ADAL" clId="{56CA7581-A350-4D7C-8EBA-58826BAC90EF}" dt="2020-04-09T08:12:50.347" v="111" actId="20577"/>
          <ac:spMkLst>
            <pc:docMk/>
            <pc:sldMk cId="17995176" sldId="263"/>
            <ac:spMk id="3" creationId="{5F32E429-9A2F-9443-959E-93640311ED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2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7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22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5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5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2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3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0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6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69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6740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89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79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50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28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8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B183194-64A5-7448-9809-BF99E10C15FF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02E15-B40F-9740-AD64-8696B1370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79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FF84C-F68D-D842-A856-639D9CBD0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ONNX &amp; Cognitive Service Read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79AD3-820E-704D-95AF-F5B720D85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496811"/>
          </a:xfrm>
        </p:spPr>
        <p:txBody>
          <a:bodyPr>
            <a:normAutofit fontScale="92500" lnSpcReduction="20000"/>
          </a:bodyPr>
          <a:lstStyle/>
          <a:p>
            <a:r>
              <a:rPr lang="en-US" b="1" cap="none" dirty="0"/>
              <a:t>Yung-Shin Lin</a:t>
            </a:r>
          </a:p>
          <a:p>
            <a:r>
              <a:rPr lang="en-US" cap="none" dirty="0"/>
              <a:t>Microsoft Azure/Cognitive Service/Text Intelligence</a:t>
            </a:r>
          </a:p>
          <a:p>
            <a:r>
              <a:rPr lang="en-US" cap="none" dirty="0"/>
              <a:t>OCR Core Engine Team</a:t>
            </a:r>
          </a:p>
          <a:p>
            <a:r>
              <a:rPr lang="en-US" cap="none" dirty="0"/>
              <a:t>Principal Engineering Manager</a:t>
            </a:r>
          </a:p>
        </p:txBody>
      </p:sp>
    </p:spTree>
    <p:extLst>
      <p:ext uri="{BB962C8B-B14F-4D97-AF65-F5344CB8AC3E}">
        <p14:creationId xmlns:p14="http://schemas.microsoft.com/office/powerpoint/2010/main" val="50697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32A3-14CF-8D49-85C9-1188BD4C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Cognitive Service Read API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6B3-A7FB-5449-9E8E-3ABAFC67B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877" y="2079748"/>
            <a:ext cx="7329488" cy="4195481"/>
          </a:xfrm>
        </p:spPr>
        <p:txBody>
          <a:bodyPr>
            <a:normAutofit/>
          </a:bodyPr>
          <a:lstStyle/>
          <a:p>
            <a:r>
              <a:rPr lang="en-US" dirty="0"/>
              <a:t>Microsoft Cognitive Service</a:t>
            </a:r>
          </a:p>
          <a:p>
            <a:pPr lvl="1"/>
            <a:r>
              <a:rPr lang="en-US" dirty="0"/>
              <a:t>Cloud-based AI offering.</a:t>
            </a:r>
          </a:p>
          <a:p>
            <a:r>
              <a:rPr lang="en-US" dirty="0"/>
              <a:t>Our team: Read API</a:t>
            </a:r>
          </a:p>
          <a:p>
            <a:pPr lvl="1"/>
            <a:r>
              <a:rPr lang="en-US" dirty="0"/>
              <a:t>A state-of-art Optical Character Recognition (OCR) engine using deep learning models.</a:t>
            </a:r>
          </a:p>
          <a:p>
            <a:r>
              <a:rPr lang="en-US" dirty="0"/>
              <a:t>Read API Features:</a:t>
            </a:r>
          </a:p>
          <a:p>
            <a:pPr lvl="1"/>
            <a:r>
              <a:rPr lang="en-US" dirty="0"/>
              <a:t>Support both printed text and handwritten text.</a:t>
            </a:r>
          </a:p>
          <a:p>
            <a:pPr lvl="1"/>
            <a:r>
              <a:rPr lang="en-US" dirty="0"/>
              <a:t>Great for real-world images.</a:t>
            </a:r>
          </a:p>
          <a:p>
            <a:r>
              <a:rPr lang="en-US" dirty="0"/>
              <a:t>Search for “Cognitive Service Computer Vision” for more info.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1552003-1B82-4533-921F-E8C066551BE6}"/>
              </a:ext>
            </a:extLst>
          </p:cNvPr>
          <p:cNvGrpSpPr>
            <a:grpSpLocks noChangeAspect="1"/>
          </p:cNvGrpSpPr>
          <p:nvPr/>
        </p:nvGrpSpPr>
        <p:grpSpPr>
          <a:xfrm>
            <a:off x="7488028" y="1456851"/>
            <a:ext cx="4712498" cy="3037881"/>
            <a:chOff x="1104017" y="2663148"/>
            <a:chExt cx="6071126" cy="391371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BF26320-5DD2-4FDC-8071-1ED7960F2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017" y="3052927"/>
              <a:ext cx="1798001" cy="140603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79B85F-351D-42E8-9272-42A08169B7BA}"/>
                </a:ext>
              </a:extLst>
            </p:cNvPr>
            <p:cNvSpPr txBox="1"/>
            <p:nvPr/>
          </p:nvSpPr>
          <p:spPr>
            <a:xfrm>
              <a:off x="1154424" y="2665073"/>
              <a:ext cx="1637604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Street View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7E55C8C-4617-41BB-B801-D8F7787BB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4086" y="3052927"/>
              <a:ext cx="1369605" cy="1406037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7657AE6-5066-48C3-AC70-EFFEF303101C}"/>
                </a:ext>
              </a:extLst>
            </p:cNvPr>
            <p:cNvSpPr txBox="1"/>
            <p:nvPr/>
          </p:nvSpPr>
          <p:spPr>
            <a:xfrm>
              <a:off x="2924765" y="2663148"/>
              <a:ext cx="1634778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Product Label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1FC15E1-BC3E-4575-8D27-61A602511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2043" y="5138779"/>
              <a:ext cx="1879865" cy="1406037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D0EA8E6-B2F8-4003-A5F2-508818206B57}"/>
                </a:ext>
              </a:extLst>
            </p:cNvPr>
            <p:cNvSpPr txBox="1"/>
            <p:nvPr/>
          </p:nvSpPr>
          <p:spPr>
            <a:xfrm>
              <a:off x="5182043" y="4647616"/>
              <a:ext cx="1650837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Book Cover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F5A5A70-CDC6-4033-8313-F7D6E7ECE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1682" y="3052927"/>
              <a:ext cx="1274130" cy="141379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AB89E6A-AC60-4E1F-B538-9BE32047D59E}"/>
                </a:ext>
              </a:extLst>
            </p:cNvPr>
            <p:cNvSpPr txBox="1"/>
            <p:nvPr/>
          </p:nvSpPr>
          <p:spPr>
            <a:xfrm>
              <a:off x="4642167" y="2675679"/>
              <a:ext cx="950795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Poster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6B7E301-A02F-4759-A7A4-5CE50A743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898" y="5107918"/>
              <a:ext cx="1957014" cy="1467759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973D5B-B729-4A0D-AB57-C41FB15F33B8}"/>
                </a:ext>
              </a:extLst>
            </p:cNvPr>
            <p:cNvSpPr txBox="1"/>
            <p:nvPr/>
          </p:nvSpPr>
          <p:spPr>
            <a:xfrm>
              <a:off x="1179037" y="4647617"/>
              <a:ext cx="1637605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Slide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4AA6E39-54F5-465D-A95A-B79457A50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12" y="5109102"/>
              <a:ext cx="1876930" cy="1467759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02CC50-87FF-424E-938C-46CC3631233F}"/>
                </a:ext>
              </a:extLst>
            </p:cNvPr>
            <p:cNvSpPr txBox="1"/>
            <p:nvPr/>
          </p:nvSpPr>
          <p:spPr>
            <a:xfrm>
              <a:off x="3474861" y="4647617"/>
              <a:ext cx="1294117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GIF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2250138-7064-4A30-90E0-CFDC0E763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9636" y="3052927"/>
              <a:ext cx="1274130" cy="1406036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C6A0E69-3413-4320-BBD0-C454C80C9B1F}"/>
                </a:ext>
              </a:extLst>
            </p:cNvPr>
            <p:cNvSpPr txBox="1"/>
            <p:nvPr/>
          </p:nvSpPr>
          <p:spPr>
            <a:xfrm>
              <a:off x="5617917" y="2672303"/>
              <a:ext cx="1557226" cy="39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Business Card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218924-357B-4731-B179-F39C297F695A}"/>
              </a:ext>
            </a:extLst>
          </p:cNvPr>
          <p:cNvGrpSpPr/>
          <p:nvPr/>
        </p:nvGrpSpPr>
        <p:grpSpPr>
          <a:xfrm>
            <a:off x="7543116" y="4608931"/>
            <a:ext cx="4529535" cy="1856369"/>
            <a:chOff x="7121881" y="4719474"/>
            <a:chExt cx="4529535" cy="1856369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1AE2B7B-5223-4B39-8763-F9ECE6CD7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6990" y="5084796"/>
              <a:ext cx="1002011" cy="1288107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19E069F-90DA-40EA-AC5B-7DA7C166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1881" y="5091846"/>
              <a:ext cx="1469249" cy="1281057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933B0D7-89E2-4BDF-9C7A-B854A2AD5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2167" y="5108084"/>
              <a:ext cx="1469249" cy="1467759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46760E6-9A76-4CAF-8AE2-5421F24FD422}"/>
                </a:ext>
              </a:extLst>
            </p:cNvPr>
            <p:cNvSpPr txBox="1"/>
            <p:nvPr/>
          </p:nvSpPr>
          <p:spPr>
            <a:xfrm>
              <a:off x="7185968" y="4719474"/>
              <a:ext cx="1294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Document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CC5044-F12D-41CA-87A7-F3A1CBA6341B}"/>
                </a:ext>
              </a:extLst>
            </p:cNvPr>
            <p:cNvSpPr txBox="1"/>
            <p:nvPr/>
          </p:nvSpPr>
          <p:spPr>
            <a:xfrm>
              <a:off x="8899511" y="4719474"/>
              <a:ext cx="9453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Receipt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E944A9A-3678-4505-8D89-EE50A871A596}"/>
                </a:ext>
              </a:extLst>
            </p:cNvPr>
            <p:cNvSpPr txBox="1"/>
            <p:nvPr/>
          </p:nvSpPr>
          <p:spPr>
            <a:xfrm>
              <a:off x="10489110" y="4723864"/>
              <a:ext cx="9453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Invoice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46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0B5B-7B32-3E4C-9DB1-F8C623AE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before Using ONNX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73950-95C6-5044-AACA-1EDB2C1D4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late 2018, need a modern training and inference framework.</a:t>
            </a:r>
          </a:p>
          <a:p>
            <a:pPr lvl="1"/>
            <a:r>
              <a:rPr lang="en-US" dirty="0"/>
              <a:t>Previously, we used a home-grown inference engine.</a:t>
            </a:r>
          </a:p>
          <a:p>
            <a:pPr lvl="1"/>
            <a:r>
              <a:rPr lang="en-US" dirty="0"/>
              <a:t>Researchers was switching to </a:t>
            </a:r>
            <a:r>
              <a:rPr lang="en-US" dirty="0" err="1"/>
              <a:t>PyTorch</a:t>
            </a:r>
            <a:r>
              <a:rPr lang="en-US" dirty="0"/>
              <a:t> to do research work.</a:t>
            </a:r>
          </a:p>
          <a:p>
            <a:pPr lvl="1"/>
            <a:r>
              <a:rPr lang="en-US" dirty="0"/>
              <a:t>Mismatch between research and production.</a:t>
            </a:r>
          </a:p>
          <a:p>
            <a:r>
              <a:rPr lang="en-US" dirty="0"/>
              <a:t>Performance challenges</a:t>
            </a:r>
          </a:p>
          <a:p>
            <a:pPr lvl="1"/>
            <a:r>
              <a:rPr lang="en-US" dirty="0"/>
              <a:t>Our home-grown inference engine needs to achieve at least 3X speed boost to reduce operation cost in running service.</a:t>
            </a:r>
          </a:p>
          <a:p>
            <a:pPr lvl="1"/>
            <a:r>
              <a:rPr lang="en-US" dirty="0"/>
              <a:t>Caffe2 did not meet our performance expectation too.</a:t>
            </a:r>
          </a:p>
        </p:txBody>
      </p:sp>
    </p:spTree>
    <p:extLst>
      <p:ext uri="{BB962C8B-B14F-4D97-AF65-F5344CB8AC3E}">
        <p14:creationId xmlns:p14="http://schemas.microsoft.com/office/powerpoint/2010/main" val="263261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5C8F-2461-2744-A97A-A0E2A47A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Switching to ONNX?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BA473-F200-7149-8900-91A8A6155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modern framework for research, training and inference.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for researching and training</a:t>
            </a:r>
          </a:p>
          <a:p>
            <a:pPr lvl="1"/>
            <a:r>
              <a:rPr lang="en-US" dirty="0"/>
              <a:t>ONNX runtime for inference</a:t>
            </a:r>
          </a:p>
          <a:p>
            <a:r>
              <a:rPr lang="en-US" dirty="0"/>
              <a:t>Straight from research to production</a:t>
            </a:r>
          </a:p>
          <a:p>
            <a:pPr lvl="1"/>
            <a:r>
              <a:rPr lang="en-US" dirty="0"/>
              <a:t>Researcher’s </a:t>
            </a:r>
            <a:r>
              <a:rPr lang="en-US" dirty="0" err="1"/>
              <a:t>PyTorch</a:t>
            </a:r>
            <a:r>
              <a:rPr lang="en-US" dirty="0"/>
              <a:t> model can export ONNX model directly</a:t>
            </a:r>
          </a:p>
          <a:p>
            <a:pPr lvl="1"/>
            <a:r>
              <a:rPr lang="en-US" dirty="0"/>
              <a:t>Easy to port researchers’ Python inference code to our production C++ code.</a:t>
            </a:r>
          </a:p>
          <a:p>
            <a:r>
              <a:rPr lang="en-US" dirty="0"/>
              <a:t>Runtime Performance Boost</a:t>
            </a:r>
          </a:p>
          <a:p>
            <a:pPr lvl="1"/>
            <a:r>
              <a:rPr lang="en-US" dirty="0"/>
              <a:t>ONNX runtime is highly optimized for interference.</a:t>
            </a:r>
          </a:p>
          <a:p>
            <a:pPr lvl="1"/>
            <a:r>
              <a:rPr lang="en-US" dirty="0"/>
              <a:t>Runtime is well suited for service deployment.</a:t>
            </a:r>
          </a:p>
          <a:p>
            <a:pPr lvl="1"/>
            <a:r>
              <a:rPr lang="en-US" dirty="0"/>
              <a:t>Great support from ONNX runtime team.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6DF6-ABC7-7E48-A467-FDBD7674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2.0 Porting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8A3E-DFE2-9942-905F-C5DCEAC06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2.0 is a Windows-based cloud service</a:t>
            </a:r>
          </a:p>
          <a:p>
            <a:r>
              <a:rPr lang="en-US" dirty="0"/>
              <a:t>Use Caffe2 to export our models to ONNX</a:t>
            </a:r>
          </a:p>
          <a:p>
            <a:r>
              <a:rPr lang="en-US" dirty="0"/>
              <a:t>Use Custom Ops support in ONNX to extend op support</a:t>
            </a:r>
          </a:p>
          <a:p>
            <a:r>
              <a:rPr lang="en-US" dirty="0"/>
              <a:t>Use ONNX C++ API in Windows</a:t>
            </a:r>
          </a:p>
          <a:p>
            <a:pPr lvl="1"/>
            <a:r>
              <a:rPr lang="en-US" dirty="0"/>
              <a:t>Very Easy to use</a:t>
            </a:r>
          </a:p>
          <a:p>
            <a:pPr lvl="1"/>
            <a:r>
              <a:rPr lang="en-US" dirty="0"/>
              <a:t>Take about 2 weeks to port and test.</a:t>
            </a:r>
          </a:p>
          <a:p>
            <a:r>
              <a:rPr lang="en-US" dirty="0"/>
              <a:t> Focus on verification and performance tuning</a:t>
            </a:r>
          </a:p>
          <a:p>
            <a:r>
              <a:rPr lang="en-US" dirty="0"/>
              <a:t>Service deployment testing</a:t>
            </a:r>
          </a:p>
        </p:txBody>
      </p:sp>
    </p:spTree>
    <p:extLst>
      <p:ext uri="{BB962C8B-B14F-4D97-AF65-F5344CB8AC3E}">
        <p14:creationId xmlns:p14="http://schemas.microsoft.com/office/powerpoint/2010/main" val="270423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F8F9-456D-F843-A131-10907F7E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Gain via ONNX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61E1-E4E1-EB4A-9ABC-CB95C57B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3.7x latency improvement compared to our home-brew inference framework.</a:t>
            </a:r>
          </a:p>
          <a:p>
            <a:r>
              <a:rPr lang="en-US" dirty="0"/>
              <a:t>Helped us to over-achieve our 3X perf goal.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52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6AFF-FAED-6C46-BD4D-8B265229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3.0 Preview: Road to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E841-A59C-824C-A499-A04B7CD40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Read 3.0 preview, we wanted to move Kubernetes-based service</a:t>
            </a:r>
          </a:p>
          <a:p>
            <a:pPr lvl="1"/>
            <a:r>
              <a:rPr lang="en-US" dirty="0"/>
              <a:t>Better scalability and reliability.</a:t>
            </a:r>
          </a:p>
          <a:p>
            <a:r>
              <a:rPr lang="en-US" dirty="0"/>
              <a:t>Business demands on Linux containers.</a:t>
            </a:r>
          </a:p>
          <a:p>
            <a:r>
              <a:rPr lang="en-US" dirty="0"/>
              <a:t>We need to port from Windows to Linux.</a:t>
            </a:r>
          </a:p>
          <a:p>
            <a:pPr lvl="1"/>
            <a:r>
              <a:rPr lang="en-US" dirty="0"/>
              <a:t>The cross-platform nature of ONNX runtime helps us to migrate to Linux very easily.</a:t>
            </a:r>
          </a:p>
          <a:p>
            <a:r>
              <a:rPr lang="en-US" dirty="0"/>
              <a:t>Even faster inference in Linux.</a:t>
            </a:r>
          </a:p>
        </p:txBody>
      </p:sp>
    </p:spTree>
    <p:extLst>
      <p:ext uri="{BB962C8B-B14F-4D97-AF65-F5344CB8AC3E}">
        <p14:creationId xmlns:p14="http://schemas.microsoft.com/office/powerpoint/2010/main" val="268615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0EE7-09F1-6144-B8E0-A1EEC28CC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 for our ONNX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2E429-9A2F-9443-959E-93640311E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ONNX</a:t>
            </a:r>
          </a:p>
          <a:p>
            <a:pPr lvl="1"/>
            <a:r>
              <a:rPr lang="en-US" dirty="0"/>
              <a:t>Great from research to production.</a:t>
            </a:r>
          </a:p>
          <a:p>
            <a:r>
              <a:rPr lang="en-US" dirty="0"/>
              <a:t>ONNX Runtime</a:t>
            </a:r>
          </a:p>
          <a:p>
            <a:pPr lvl="1"/>
            <a:r>
              <a:rPr lang="en-US" dirty="0"/>
              <a:t>Great for easy-of-development, deployment and performance.</a:t>
            </a:r>
          </a:p>
          <a:p>
            <a:pPr lvl="1"/>
            <a:r>
              <a:rPr lang="en-US" dirty="0"/>
              <a:t>Great fit for Kubernetes deployment and container offer.</a:t>
            </a:r>
          </a:p>
          <a:p>
            <a:r>
              <a:rPr lang="en-US" dirty="0"/>
              <a:t>Our new feature </a:t>
            </a:r>
            <a:r>
              <a:rPr lang="en-US"/>
              <a:t>development now </a:t>
            </a:r>
            <a:r>
              <a:rPr lang="en-US" dirty="0"/>
              <a:t>centralized in ONNX and ONNX runtime.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{DD5548AB-BE59-E942-80F2-FBE0103E62B4}tf10001062</Template>
  <TotalTime>102</TotalTime>
  <Words>433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ONNX &amp; Cognitive Service Read API</vt:lpstr>
      <vt:lpstr>Microsoft Cognitive Service Read API </vt:lpstr>
      <vt:lpstr>Challenges before Using ONNX</vt:lpstr>
      <vt:lpstr>Why Switching to ONNX?</vt:lpstr>
      <vt:lpstr>Read 2.0 Porting Experience</vt:lpstr>
      <vt:lpstr>Performance Gain via ONNX Runtime</vt:lpstr>
      <vt:lpstr>Read 3.0 Preview: Road to Linux</vt:lpstr>
      <vt:lpstr>Takeaway for our ONNX Journey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ONNX and Microsoft Cognitive Service Read API</dc:title>
  <dc:creator>Yung-Shin Lin</dc:creator>
  <cp:lastModifiedBy>Yung-Shin Lin</cp:lastModifiedBy>
  <cp:revision>1</cp:revision>
  <dcterms:created xsi:type="dcterms:W3CDTF">2020-04-08T21:28:25Z</dcterms:created>
  <dcterms:modified xsi:type="dcterms:W3CDTF">2020-04-09T08:12:53Z</dcterms:modified>
</cp:coreProperties>
</file>