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  <p:sldMasterId id="2147483702" r:id="rId2"/>
  </p:sldMasterIdLst>
  <p:notesMasterIdLst>
    <p:notesMasterId r:id="rId12"/>
  </p:notesMasterIdLst>
  <p:sldIdLst>
    <p:sldId id="326" r:id="rId3"/>
    <p:sldId id="337" r:id="rId4"/>
    <p:sldId id="328" r:id="rId5"/>
    <p:sldId id="334" r:id="rId6"/>
    <p:sldId id="336" r:id="rId7"/>
    <p:sldId id="335" r:id="rId8"/>
    <p:sldId id="338" r:id="rId9"/>
    <p:sldId id="339" r:id="rId10"/>
    <p:sldId id="33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6" autoAdjust="0"/>
    <p:restoredTop sz="94660"/>
  </p:normalViewPr>
  <p:slideViewPr>
    <p:cSldViewPr snapToGrid="0">
      <p:cViewPr varScale="1">
        <p:scale>
          <a:sx n="59" d="100"/>
          <a:sy n="59" d="100"/>
        </p:scale>
        <p:origin x="587" y="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7031D0-3458-4E36-BF6A-89BF496A741B}" type="doc">
      <dgm:prSet loTypeId="urn:microsoft.com/office/officeart/2005/8/layout/radial2" loCatId="relationship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EE4BF229-47FC-4B68-81E9-DC03467B4E82}">
      <dgm:prSet phldrT="[Text]" custT="1"/>
      <dgm:spPr/>
      <dgm:t>
        <a:bodyPr/>
        <a:lstStyle/>
        <a:p>
          <a:r>
            <a:rPr lang="en-US" sz="1600" b="1" dirty="0"/>
            <a:t>ONNX Runtime</a:t>
          </a:r>
        </a:p>
      </dgm:t>
    </dgm:pt>
    <dgm:pt modelId="{366E10B2-B836-4BB7-BDDF-A9BBBDC49AE2}" type="parTrans" cxnId="{FE843723-168E-4C14-9712-35665B865DF1}">
      <dgm:prSet/>
      <dgm:spPr/>
      <dgm:t>
        <a:bodyPr/>
        <a:lstStyle/>
        <a:p>
          <a:endParaRPr lang="en-US"/>
        </a:p>
      </dgm:t>
    </dgm:pt>
    <dgm:pt modelId="{199559E0-301C-47DC-9263-EE112DDAD1B6}" type="sibTrans" cxnId="{FE843723-168E-4C14-9712-35665B865DF1}">
      <dgm:prSet/>
      <dgm:spPr/>
      <dgm:t>
        <a:bodyPr/>
        <a:lstStyle/>
        <a:p>
          <a:endParaRPr lang="en-US"/>
        </a:p>
      </dgm:t>
    </dgm:pt>
    <dgm:pt modelId="{85695851-DB80-41B2-99BC-51E69CB15C38}">
      <dgm:prSet phldrT="[Text]" custT="1"/>
      <dgm:spPr/>
      <dgm:t>
        <a:bodyPr/>
        <a:lstStyle/>
        <a:p>
          <a:r>
            <a:rPr lang="en-US" sz="2800" b="1" dirty="0">
              <a:solidFill>
                <a:srgbClr val="FF9600"/>
              </a:solidFill>
              <a:latin typeface="IBM Plex Sans" charset="0"/>
              <a:ea typeface="IBM Plex Sans" charset="0"/>
              <a:cs typeface="IBM Plex Sans" charset="0"/>
            </a:rPr>
            <a:t>TF</a:t>
          </a:r>
          <a:endParaRPr lang="en-US" sz="2800" dirty="0"/>
        </a:p>
      </dgm:t>
    </dgm:pt>
    <dgm:pt modelId="{044DCB97-5C28-4383-A690-FAFDB3E9D5AA}" type="parTrans" cxnId="{3CD32380-2ED1-4308-A820-44685775D568}">
      <dgm:prSet/>
      <dgm:spPr/>
      <dgm:t>
        <a:bodyPr/>
        <a:lstStyle/>
        <a:p>
          <a:endParaRPr lang="en-US"/>
        </a:p>
      </dgm:t>
    </dgm:pt>
    <dgm:pt modelId="{1909200A-06B2-4A2E-912C-26D77C0E3DB0}" type="sibTrans" cxnId="{3CD32380-2ED1-4308-A820-44685775D568}">
      <dgm:prSet/>
      <dgm:spPr/>
      <dgm:t>
        <a:bodyPr/>
        <a:lstStyle/>
        <a:p>
          <a:endParaRPr lang="en-US"/>
        </a:p>
      </dgm:t>
    </dgm:pt>
    <dgm:pt modelId="{38AF1B9F-417A-45F8-B456-25BD2FF659F0}">
      <dgm:prSet phldrT="[Text]"/>
      <dgm:spPr/>
      <dgm:t>
        <a:bodyPr/>
        <a:lstStyle/>
        <a:p>
          <a:r>
            <a:rPr lang="en-US" b="1" dirty="0"/>
            <a:t>MLIR</a:t>
          </a:r>
          <a:r>
            <a:rPr lang="en-US" dirty="0"/>
            <a:t>  </a:t>
          </a:r>
        </a:p>
      </dgm:t>
    </dgm:pt>
    <dgm:pt modelId="{94073768-1ECF-4B02-9464-ADAE7DD6A485}" type="parTrans" cxnId="{D28C2922-6247-42E4-BC9C-759EE8A9BE1E}">
      <dgm:prSet/>
      <dgm:spPr/>
      <dgm:t>
        <a:bodyPr/>
        <a:lstStyle/>
        <a:p>
          <a:endParaRPr lang="en-US"/>
        </a:p>
      </dgm:t>
    </dgm:pt>
    <dgm:pt modelId="{DAE8A2DB-BD48-456F-AE71-2F18DD1C7954}" type="sibTrans" cxnId="{D28C2922-6247-42E4-BC9C-759EE8A9BE1E}">
      <dgm:prSet/>
      <dgm:spPr/>
      <dgm:t>
        <a:bodyPr/>
        <a:lstStyle/>
        <a:p>
          <a:endParaRPr lang="en-US"/>
        </a:p>
      </dgm:t>
    </dgm:pt>
    <dgm:pt modelId="{E4343B65-4FD5-4225-BD2C-003ACBFE84DA}">
      <dgm:prSet phldrT="[Text]"/>
      <dgm:spPr/>
      <dgm:t>
        <a:bodyPr/>
        <a:lstStyle/>
        <a:p>
          <a:r>
            <a:rPr lang="en-US" dirty="0"/>
            <a:t>…</a:t>
          </a:r>
        </a:p>
      </dgm:t>
    </dgm:pt>
    <dgm:pt modelId="{28105678-90CA-4E28-B9B9-9E8583951F1D}" type="parTrans" cxnId="{425F2234-F2DB-4505-A78D-A3004595C988}">
      <dgm:prSet/>
      <dgm:spPr/>
      <dgm:t>
        <a:bodyPr/>
        <a:lstStyle/>
        <a:p>
          <a:endParaRPr lang="en-US"/>
        </a:p>
      </dgm:t>
    </dgm:pt>
    <dgm:pt modelId="{0A2CC633-8C06-404C-B115-BC233517DA59}" type="sibTrans" cxnId="{425F2234-F2DB-4505-A78D-A3004595C988}">
      <dgm:prSet/>
      <dgm:spPr/>
      <dgm:t>
        <a:bodyPr/>
        <a:lstStyle/>
        <a:p>
          <a:endParaRPr lang="en-US"/>
        </a:p>
      </dgm:t>
    </dgm:pt>
    <dgm:pt modelId="{7315D82D-F46E-4272-9388-28BFBFE6206E}" type="pres">
      <dgm:prSet presAssocID="{087031D0-3458-4E36-BF6A-89BF496A741B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3923C36E-42D4-46EB-ABB2-D4D3E8040FF0}" type="pres">
      <dgm:prSet presAssocID="{087031D0-3458-4E36-BF6A-89BF496A741B}" presName="cycle" presStyleCnt="0"/>
      <dgm:spPr/>
    </dgm:pt>
    <dgm:pt modelId="{1C677027-7AC1-465F-A02C-E935C484D58A}" type="pres">
      <dgm:prSet presAssocID="{087031D0-3458-4E36-BF6A-89BF496A741B}" presName="centerShape" presStyleCnt="0"/>
      <dgm:spPr/>
    </dgm:pt>
    <dgm:pt modelId="{C3C1800C-C3C4-4D8E-9E6A-91D3C5B86B89}" type="pres">
      <dgm:prSet presAssocID="{087031D0-3458-4E36-BF6A-89BF496A741B}" presName="connSite" presStyleLbl="node1" presStyleIdx="0" presStyleCnt="5"/>
      <dgm:spPr/>
    </dgm:pt>
    <dgm:pt modelId="{01597928-AFE2-48A8-8641-8C76A22A8739}" type="pres">
      <dgm:prSet presAssocID="{087031D0-3458-4E36-BF6A-89BF496A741B}" presName="visible" presStyleLbl="node1" presStyleIdx="0" presStyleCnt="5"/>
      <dgm:spPr/>
    </dgm:pt>
    <dgm:pt modelId="{5BB03EA9-9D14-4349-AC8A-4F7C6B2056D1}" type="pres">
      <dgm:prSet presAssocID="{366E10B2-B836-4BB7-BDDF-A9BBBDC49AE2}" presName="Name25" presStyleLbl="parChTrans1D1" presStyleIdx="0" presStyleCnt="4"/>
      <dgm:spPr/>
    </dgm:pt>
    <dgm:pt modelId="{336FD4C7-F680-4EBA-BC52-F23904095AAE}" type="pres">
      <dgm:prSet presAssocID="{EE4BF229-47FC-4B68-81E9-DC03467B4E82}" presName="node" presStyleCnt="0"/>
      <dgm:spPr/>
    </dgm:pt>
    <dgm:pt modelId="{29550D80-1C01-49AD-B235-420BC308C049}" type="pres">
      <dgm:prSet presAssocID="{EE4BF229-47FC-4B68-81E9-DC03467B4E82}" presName="parentNode" presStyleLbl="node1" presStyleIdx="1" presStyleCnt="5" custScaleX="102466">
        <dgm:presLayoutVars>
          <dgm:chMax val="1"/>
          <dgm:bulletEnabled val="1"/>
        </dgm:presLayoutVars>
      </dgm:prSet>
      <dgm:spPr/>
    </dgm:pt>
    <dgm:pt modelId="{5F7BCA7E-7819-4144-8A0A-105956BE2112}" type="pres">
      <dgm:prSet presAssocID="{EE4BF229-47FC-4B68-81E9-DC03467B4E82}" presName="childNode" presStyleLbl="revTx" presStyleIdx="0" presStyleCnt="0">
        <dgm:presLayoutVars>
          <dgm:bulletEnabled val="1"/>
        </dgm:presLayoutVars>
      </dgm:prSet>
      <dgm:spPr/>
    </dgm:pt>
    <dgm:pt modelId="{5AD0F8B8-7A50-41B0-90CC-756BD296718B}" type="pres">
      <dgm:prSet presAssocID="{044DCB97-5C28-4383-A690-FAFDB3E9D5AA}" presName="Name25" presStyleLbl="parChTrans1D1" presStyleIdx="1" presStyleCnt="4"/>
      <dgm:spPr/>
    </dgm:pt>
    <dgm:pt modelId="{0ED4C7F1-587C-4AA4-A42B-84DFB9846938}" type="pres">
      <dgm:prSet presAssocID="{85695851-DB80-41B2-99BC-51E69CB15C38}" presName="node" presStyleCnt="0"/>
      <dgm:spPr/>
    </dgm:pt>
    <dgm:pt modelId="{8E086A6D-BA37-4F08-B88F-3B094123F7BE}" type="pres">
      <dgm:prSet presAssocID="{85695851-DB80-41B2-99BC-51E69CB15C38}" presName="parentNode" presStyleLbl="node1" presStyleIdx="2" presStyleCnt="5">
        <dgm:presLayoutVars>
          <dgm:chMax val="1"/>
          <dgm:bulletEnabled val="1"/>
        </dgm:presLayoutVars>
      </dgm:prSet>
      <dgm:spPr/>
    </dgm:pt>
    <dgm:pt modelId="{86560137-BB0A-4C34-AA09-9B8A2534CB6C}" type="pres">
      <dgm:prSet presAssocID="{85695851-DB80-41B2-99BC-51E69CB15C38}" presName="childNode" presStyleLbl="revTx" presStyleIdx="0" presStyleCnt="0">
        <dgm:presLayoutVars>
          <dgm:bulletEnabled val="1"/>
        </dgm:presLayoutVars>
      </dgm:prSet>
      <dgm:spPr/>
    </dgm:pt>
    <dgm:pt modelId="{9742994A-4180-4473-9021-2DF64F1C1B16}" type="pres">
      <dgm:prSet presAssocID="{94073768-1ECF-4B02-9464-ADAE7DD6A485}" presName="Name25" presStyleLbl="parChTrans1D1" presStyleIdx="2" presStyleCnt="4"/>
      <dgm:spPr/>
    </dgm:pt>
    <dgm:pt modelId="{5AED4C05-68E0-4AF6-8DEC-A02B233FCDFC}" type="pres">
      <dgm:prSet presAssocID="{38AF1B9F-417A-45F8-B456-25BD2FF659F0}" presName="node" presStyleCnt="0"/>
      <dgm:spPr/>
    </dgm:pt>
    <dgm:pt modelId="{D02C763C-4173-44DA-9AB5-D90EF5A01950}" type="pres">
      <dgm:prSet presAssocID="{38AF1B9F-417A-45F8-B456-25BD2FF659F0}" presName="parentNode" presStyleLbl="node1" presStyleIdx="3" presStyleCnt="5">
        <dgm:presLayoutVars>
          <dgm:chMax val="1"/>
          <dgm:bulletEnabled val="1"/>
        </dgm:presLayoutVars>
      </dgm:prSet>
      <dgm:spPr/>
    </dgm:pt>
    <dgm:pt modelId="{0ED7155D-0AC1-46DA-9129-FB6B081223F8}" type="pres">
      <dgm:prSet presAssocID="{38AF1B9F-417A-45F8-B456-25BD2FF659F0}" presName="childNode" presStyleLbl="revTx" presStyleIdx="0" presStyleCnt="0">
        <dgm:presLayoutVars>
          <dgm:bulletEnabled val="1"/>
        </dgm:presLayoutVars>
      </dgm:prSet>
      <dgm:spPr/>
    </dgm:pt>
    <dgm:pt modelId="{039C2AFB-47B6-4AAF-A0E8-7F52B49387BC}" type="pres">
      <dgm:prSet presAssocID="{28105678-90CA-4E28-B9B9-9E8583951F1D}" presName="Name25" presStyleLbl="parChTrans1D1" presStyleIdx="3" presStyleCnt="4"/>
      <dgm:spPr/>
    </dgm:pt>
    <dgm:pt modelId="{C6CBEF79-FA22-4D1C-A890-0D06C70AF2A2}" type="pres">
      <dgm:prSet presAssocID="{E4343B65-4FD5-4225-BD2C-003ACBFE84DA}" presName="node" presStyleCnt="0"/>
      <dgm:spPr/>
    </dgm:pt>
    <dgm:pt modelId="{A1975427-8F57-420C-8078-E751BA25A4E3}" type="pres">
      <dgm:prSet presAssocID="{E4343B65-4FD5-4225-BD2C-003ACBFE84DA}" presName="parentNode" presStyleLbl="node1" presStyleIdx="4" presStyleCnt="5">
        <dgm:presLayoutVars>
          <dgm:chMax val="1"/>
          <dgm:bulletEnabled val="1"/>
        </dgm:presLayoutVars>
      </dgm:prSet>
      <dgm:spPr/>
    </dgm:pt>
    <dgm:pt modelId="{5EB7C384-60CE-400B-804F-3F889327F7AB}" type="pres">
      <dgm:prSet presAssocID="{E4343B65-4FD5-4225-BD2C-003ACBFE84DA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D28C2922-6247-42E4-BC9C-759EE8A9BE1E}" srcId="{087031D0-3458-4E36-BF6A-89BF496A741B}" destId="{38AF1B9F-417A-45F8-B456-25BD2FF659F0}" srcOrd="2" destOrd="0" parTransId="{94073768-1ECF-4B02-9464-ADAE7DD6A485}" sibTransId="{DAE8A2DB-BD48-456F-AE71-2F18DD1C7954}"/>
    <dgm:cxn modelId="{FE843723-168E-4C14-9712-35665B865DF1}" srcId="{087031D0-3458-4E36-BF6A-89BF496A741B}" destId="{EE4BF229-47FC-4B68-81E9-DC03467B4E82}" srcOrd="0" destOrd="0" parTransId="{366E10B2-B836-4BB7-BDDF-A9BBBDC49AE2}" sibTransId="{199559E0-301C-47DC-9263-EE112DDAD1B6}"/>
    <dgm:cxn modelId="{425F2234-F2DB-4505-A78D-A3004595C988}" srcId="{087031D0-3458-4E36-BF6A-89BF496A741B}" destId="{E4343B65-4FD5-4225-BD2C-003ACBFE84DA}" srcOrd="3" destOrd="0" parTransId="{28105678-90CA-4E28-B9B9-9E8583951F1D}" sibTransId="{0A2CC633-8C06-404C-B115-BC233517DA59}"/>
    <dgm:cxn modelId="{9C761B3B-E22B-4A69-B7CC-EB65E09106CC}" type="presOf" srcId="{087031D0-3458-4E36-BF6A-89BF496A741B}" destId="{7315D82D-F46E-4272-9388-28BFBFE6206E}" srcOrd="0" destOrd="0" presId="urn:microsoft.com/office/officeart/2005/8/layout/radial2"/>
    <dgm:cxn modelId="{19083860-3F6D-4F1A-B23F-F731BA769FD3}" type="presOf" srcId="{28105678-90CA-4E28-B9B9-9E8583951F1D}" destId="{039C2AFB-47B6-4AAF-A0E8-7F52B49387BC}" srcOrd="0" destOrd="0" presId="urn:microsoft.com/office/officeart/2005/8/layout/radial2"/>
    <dgm:cxn modelId="{CEE54A62-113D-4697-AFF8-C13DCDFED1EB}" type="presOf" srcId="{94073768-1ECF-4B02-9464-ADAE7DD6A485}" destId="{9742994A-4180-4473-9021-2DF64F1C1B16}" srcOrd="0" destOrd="0" presId="urn:microsoft.com/office/officeart/2005/8/layout/radial2"/>
    <dgm:cxn modelId="{C415D64F-D8CC-4A35-8D8B-E79508959216}" type="presOf" srcId="{366E10B2-B836-4BB7-BDDF-A9BBBDC49AE2}" destId="{5BB03EA9-9D14-4349-AC8A-4F7C6B2056D1}" srcOrd="0" destOrd="0" presId="urn:microsoft.com/office/officeart/2005/8/layout/radial2"/>
    <dgm:cxn modelId="{8F3F9472-5849-46C8-B19E-CD43D8EF0AAE}" type="presOf" srcId="{E4343B65-4FD5-4225-BD2C-003ACBFE84DA}" destId="{A1975427-8F57-420C-8078-E751BA25A4E3}" srcOrd="0" destOrd="0" presId="urn:microsoft.com/office/officeart/2005/8/layout/radial2"/>
    <dgm:cxn modelId="{3CD32380-2ED1-4308-A820-44685775D568}" srcId="{087031D0-3458-4E36-BF6A-89BF496A741B}" destId="{85695851-DB80-41B2-99BC-51E69CB15C38}" srcOrd="1" destOrd="0" parTransId="{044DCB97-5C28-4383-A690-FAFDB3E9D5AA}" sibTransId="{1909200A-06B2-4A2E-912C-26D77C0E3DB0}"/>
    <dgm:cxn modelId="{3912F98A-F9A2-44E3-9B5A-BE9AC1809347}" type="presOf" srcId="{85695851-DB80-41B2-99BC-51E69CB15C38}" destId="{8E086A6D-BA37-4F08-B88F-3B094123F7BE}" srcOrd="0" destOrd="0" presId="urn:microsoft.com/office/officeart/2005/8/layout/radial2"/>
    <dgm:cxn modelId="{20FE19AA-B2E6-498B-9D06-BCA22A750CE5}" type="presOf" srcId="{38AF1B9F-417A-45F8-B456-25BD2FF659F0}" destId="{D02C763C-4173-44DA-9AB5-D90EF5A01950}" srcOrd="0" destOrd="0" presId="urn:microsoft.com/office/officeart/2005/8/layout/radial2"/>
    <dgm:cxn modelId="{60F1A0B9-3763-4E01-8A08-7C4982CA9881}" type="presOf" srcId="{044DCB97-5C28-4383-A690-FAFDB3E9D5AA}" destId="{5AD0F8B8-7A50-41B0-90CC-756BD296718B}" srcOrd="0" destOrd="0" presId="urn:microsoft.com/office/officeart/2005/8/layout/radial2"/>
    <dgm:cxn modelId="{EF98FBFB-8D2A-4CFE-A8EC-F901C55D17B4}" type="presOf" srcId="{EE4BF229-47FC-4B68-81E9-DC03467B4E82}" destId="{29550D80-1C01-49AD-B235-420BC308C049}" srcOrd="0" destOrd="0" presId="urn:microsoft.com/office/officeart/2005/8/layout/radial2"/>
    <dgm:cxn modelId="{40762F53-B2EE-45D4-945A-6B34DCBF5A1B}" type="presParOf" srcId="{7315D82D-F46E-4272-9388-28BFBFE6206E}" destId="{3923C36E-42D4-46EB-ABB2-D4D3E8040FF0}" srcOrd="0" destOrd="0" presId="urn:microsoft.com/office/officeart/2005/8/layout/radial2"/>
    <dgm:cxn modelId="{16F1475B-90B9-435E-B8C8-25CF04DF32A7}" type="presParOf" srcId="{3923C36E-42D4-46EB-ABB2-D4D3E8040FF0}" destId="{1C677027-7AC1-465F-A02C-E935C484D58A}" srcOrd="0" destOrd="0" presId="urn:microsoft.com/office/officeart/2005/8/layout/radial2"/>
    <dgm:cxn modelId="{F8B594A9-F4E0-4733-AA90-B113A1DB42F2}" type="presParOf" srcId="{1C677027-7AC1-465F-A02C-E935C484D58A}" destId="{C3C1800C-C3C4-4D8E-9E6A-91D3C5B86B89}" srcOrd="0" destOrd="0" presId="urn:microsoft.com/office/officeart/2005/8/layout/radial2"/>
    <dgm:cxn modelId="{90FDDACB-BB32-4DEA-827F-A7363764F97F}" type="presParOf" srcId="{1C677027-7AC1-465F-A02C-E935C484D58A}" destId="{01597928-AFE2-48A8-8641-8C76A22A8739}" srcOrd="1" destOrd="0" presId="urn:microsoft.com/office/officeart/2005/8/layout/radial2"/>
    <dgm:cxn modelId="{08DA57F5-1906-422C-829A-6B7BC2CE9EEA}" type="presParOf" srcId="{3923C36E-42D4-46EB-ABB2-D4D3E8040FF0}" destId="{5BB03EA9-9D14-4349-AC8A-4F7C6B2056D1}" srcOrd="1" destOrd="0" presId="urn:microsoft.com/office/officeart/2005/8/layout/radial2"/>
    <dgm:cxn modelId="{401FD0C4-61FB-4811-8122-43DA0391EC77}" type="presParOf" srcId="{3923C36E-42D4-46EB-ABB2-D4D3E8040FF0}" destId="{336FD4C7-F680-4EBA-BC52-F23904095AAE}" srcOrd="2" destOrd="0" presId="urn:microsoft.com/office/officeart/2005/8/layout/radial2"/>
    <dgm:cxn modelId="{30AA2087-6846-4AC1-968F-A1643EC1887F}" type="presParOf" srcId="{336FD4C7-F680-4EBA-BC52-F23904095AAE}" destId="{29550D80-1C01-49AD-B235-420BC308C049}" srcOrd="0" destOrd="0" presId="urn:microsoft.com/office/officeart/2005/8/layout/radial2"/>
    <dgm:cxn modelId="{B8EE292A-22C1-42B9-91E4-18E869E967D0}" type="presParOf" srcId="{336FD4C7-F680-4EBA-BC52-F23904095AAE}" destId="{5F7BCA7E-7819-4144-8A0A-105956BE2112}" srcOrd="1" destOrd="0" presId="urn:microsoft.com/office/officeart/2005/8/layout/radial2"/>
    <dgm:cxn modelId="{9B502389-C201-4C05-97BF-F27E34B8B547}" type="presParOf" srcId="{3923C36E-42D4-46EB-ABB2-D4D3E8040FF0}" destId="{5AD0F8B8-7A50-41B0-90CC-756BD296718B}" srcOrd="3" destOrd="0" presId="urn:microsoft.com/office/officeart/2005/8/layout/radial2"/>
    <dgm:cxn modelId="{3A4C6C5D-DF6E-432E-9FA0-C2EF77B6424F}" type="presParOf" srcId="{3923C36E-42D4-46EB-ABB2-D4D3E8040FF0}" destId="{0ED4C7F1-587C-4AA4-A42B-84DFB9846938}" srcOrd="4" destOrd="0" presId="urn:microsoft.com/office/officeart/2005/8/layout/radial2"/>
    <dgm:cxn modelId="{EF0F9DB7-5B63-4BD9-8E47-02FE31150579}" type="presParOf" srcId="{0ED4C7F1-587C-4AA4-A42B-84DFB9846938}" destId="{8E086A6D-BA37-4F08-B88F-3B094123F7BE}" srcOrd="0" destOrd="0" presId="urn:microsoft.com/office/officeart/2005/8/layout/radial2"/>
    <dgm:cxn modelId="{D1C1F90D-7FA0-4CF9-A0E9-5C3962E3335A}" type="presParOf" srcId="{0ED4C7F1-587C-4AA4-A42B-84DFB9846938}" destId="{86560137-BB0A-4C34-AA09-9B8A2534CB6C}" srcOrd="1" destOrd="0" presId="urn:microsoft.com/office/officeart/2005/8/layout/radial2"/>
    <dgm:cxn modelId="{9EEC5E65-D421-42CE-A99C-BD9831B251A5}" type="presParOf" srcId="{3923C36E-42D4-46EB-ABB2-D4D3E8040FF0}" destId="{9742994A-4180-4473-9021-2DF64F1C1B16}" srcOrd="5" destOrd="0" presId="urn:microsoft.com/office/officeart/2005/8/layout/radial2"/>
    <dgm:cxn modelId="{8486FD7F-8978-4C0B-ACDF-F8EB12C1DC33}" type="presParOf" srcId="{3923C36E-42D4-46EB-ABB2-D4D3E8040FF0}" destId="{5AED4C05-68E0-4AF6-8DEC-A02B233FCDFC}" srcOrd="6" destOrd="0" presId="urn:microsoft.com/office/officeart/2005/8/layout/radial2"/>
    <dgm:cxn modelId="{D6A74C3D-D39B-40A1-BA4F-C8433AA814B9}" type="presParOf" srcId="{5AED4C05-68E0-4AF6-8DEC-A02B233FCDFC}" destId="{D02C763C-4173-44DA-9AB5-D90EF5A01950}" srcOrd="0" destOrd="0" presId="urn:microsoft.com/office/officeart/2005/8/layout/radial2"/>
    <dgm:cxn modelId="{F3C4C22D-4F4A-4EC4-8BB8-CA10C2274041}" type="presParOf" srcId="{5AED4C05-68E0-4AF6-8DEC-A02B233FCDFC}" destId="{0ED7155D-0AC1-46DA-9129-FB6B081223F8}" srcOrd="1" destOrd="0" presId="urn:microsoft.com/office/officeart/2005/8/layout/radial2"/>
    <dgm:cxn modelId="{78EEED0B-38E0-48CB-951D-231B776E0018}" type="presParOf" srcId="{3923C36E-42D4-46EB-ABB2-D4D3E8040FF0}" destId="{039C2AFB-47B6-4AAF-A0E8-7F52B49387BC}" srcOrd="7" destOrd="0" presId="urn:microsoft.com/office/officeart/2005/8/layout/radial2"/>
    <dgm:cxn modelId="{9B76F16A-D952-44F2-8278-A48050B1EE21}" type="presParOf" srcId="{3923C36E-42D4-46EB-ABB2-D4D3E8040FF0}" destId="{C6CBEF79-FA22-4D1C-A890-0D06C70AF2A2}" srcOrd="8" destOrd="0" presId="urn:microsoft.com/office/officeart/2005/8/layout/radial2"/>
    <dgm:cxn modelId="{06300F3E-433D-4BDD-9B94-F7E08CF47F2C}" type="presParOf" srcId="{C6CBEF79-FA22-4D1C-A890-0D06C70AF2A2}" destId="{A1975427-8F57-420C-8078-E751BA25A4E3}" srcOrd="0" destOrd="0" presId="urn:microsoft.com/office/officeart/2005/8/layout/radial2"/>
    <dgm:cxn modelId="{F2AB420D-AFA1-4FD8-AED7-298A5AC67DC7}" type="presParOf" srcId="{C6CBEF79-FA22-4D1C-A890-0D06C70AF2A2}" destId="{5EB7C384-60CE-400B-804F-3F889327F7AB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DBBA2F-67BB-4FCF-89EC-79C0AA4BA9C9}" type="doc">
      <dgm:prSet loTypeId="urn:microsoft.com/office/officeart/2005/8/layout/hierarchy2" loCatId="hierarchy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931F2592-76B7-4641-A1AE-576EFF0CDC16}">
      <dgm:prSet phldrT="[Text]"/>
      <dgm:spPr/>
      <dgm:t>
        <a:bodyPr/>
        <a:lstStyle/>
        <a:p>
          <a:r>
            <a:rPr lang="en-US" dirty="0" err="1"/>
            <a:t>ModelProto</a:t>
          </a:r>
          <a:endParaRPr lang="en-US" dirty="0"/>
        </a:p>
      </dgm:t>
    </dgm:pt>
    <dgm:pt modelId="{AA724572-491D-401E-B09B-EBDA1652DF4B}" type="parTrans" cxnId="{46B11129-A3B5-498F-8E97-BE700B2D99B0}">
      <dgm:prSet/>
      <dgm:spPr/>
      <dgm:t>
        <a:bodyPr/>
        <a:lstStyle/>
        <a:p>
          <a:endParaRPr lang="en-US"/>
        </a:p>
      </dgm:t>
    </dgm:pt>
    <dgm:pt modelId="{E00A431F-DF9E-496F-BEDE-107A8A8882EC}" type="sibTrans" cxnId="{46B11129-A3B5-498F-8E97-BE700B2D99B0}">
      <dgm:prSet/>
      <dgm:spPr/>
      <dgm:t>
        <a:bodyPr/>
        <a:lstStyle/>
        <a:p>
          <a:endParaRPr lang="en-US"/>
        </a:p>
      </dgm:t>
    </dgm:pt>
    <dgm:pt modelId="{F67EF619-0BEE-4DD4-AE7B-91229AB66F53}">
      <dgm:prSet phldrT="[Text]"/>
      <dgm:spPr/>
      <dgm:t>
        <a:bodyPr/>
        <a:lstStyle/>
        <a:p>
          <a:r>
            <a:rPr lang="en-US" dirty="0"/>
            <a:t>&lt;old content&gt;</a:t>
          </a:r>
        </a:p>
      </dgm:t>
    </dgm:pt>
    <dgm:pt modelId="{8A9771A9-188F-4418-90D3-0445C0E2ED1B}" type="parTrans" cxnId="{B9F4ACD9-CF76-4FB0-B341-556ED3DC7F52}">
      <dgm:prSet/>
      <dgm:spPr/>
      <dgm:t>
        <a:bodyPr/>
        <a:lstStyle/>
        <a:p>
          <a:endParaRPr lang="en-US"/>
        </a:p>
      </dgm:t>
    </dgm:pt>
    <dgm:pt modelId="{4FAB05C3-785B-4E6A-A072-878A5BBC48DA}" type="sibTrans" cxnId="{B9F4ACD9-CF76-4FB0-B341-556ED3DC7F52}">
      <dgm:prSet/>
      <dgm:spPr/>
      <dgm:t>
        <a:bodyPr/>
        <a:lstStyle/>
        <a:p>
          <a:endParaRPr lang="en-US"/>
        </a:p>
      </dgm:t>
    </dgm:pt>
    <dgm:pt modelId="{56458901-21B6-463F-9ED7-35E7D114B4CC}">
      <dgm:prSet phldrT="[Text]"/>
      <dgm:spPr/>
      <dgm:t>
        <a:bodyPr/>
        <a:lstStyle/>
        <a:p>
          <a:r>
            <a:rPr lang="en-US" dirty="0" err="1"/>
            <a:t>TrainingInfoProto</a:t>
          </a:r>
          <a:endParaRPr lang="en-US" dirty="0"/>
        </a:p>
      </dgm:t>
    </dgm:pt>
    <dgm:pt modelId="{13C3C372-1020-437C-8EB2-F9E52EA300A4}" type="parTrans" cxnId="{5EC2C965-DD7E-4A4A-814C-943BADFEEA99}">
      <dgm:prSet/>
      <dgm:spPr/>
      <dgm:t>
        <a:bodyPr/>
        <a:lstStyle/>
        <a:p>
          <a:endParaRPr lang="en-US"/>
        </a:p>
      </dgm:t>
    </dgm:pt>
    <dgm:pt modelId="{3170C6C3-AC06-4033-A121-1C7DDE7D77D6}" type="sibTrans" cxnId="{5EC2C965-DD7E-4A4A-814C-943BADFEEA99}">
      <dgm:prSet/>
      <dgm:spPr/>
      <dgm:t>
        <a:bodyPr/>
        <a:lstStyle/>
        <a:p>
          <a:endParaRPr lang="en-US"/>
        </a:p>
      </dgm:t>
    </dgm:pt>
    <dgm:pt modelId="{AED42A2D-0744-417C-8368-8C1D02377999}">
      <dgm:prSet phldrT="[Text]"/>
      <dgm:spPr/>
      <dgm:t>
        <a:bodyPr/>
        <a:lstStyle/>
        <a:p>
          <a:r>
            <a:rPr lang="en-US" dirty="0"/>
            <a:t>initialization</a:t>
          </a:r>
        </a:p>
      </dgm:t>
    </dgm:pt>
    <dgm:pt modelId="{3BFDA3CB-52A3-4A3A-BF44-0D9F78D8B6CC}" type="parTrans" cxnId="{5B682C1D-1BC6-46F9-8B41-E188FA52E300}">
      <dgm:prSet/>
      <dgm:spPr/>
      <dgm:t>
        <a:bodyPr/>
        <a:lstStyle/>
        <a:p>
          <a:endParaRPr lang="en-US"/>
        </a:p>
      </dgm:t>
    </dgm:pt>
    <dgm:pt modelId="{E9922EE5-480B-4988-97D3-8BF5E0AC2722}" type="sibTrans" cxnId="{5B682C1D-1BC6-46F9-8B41-E188FA52E300}">
      <dgm:prSet/>
      <dgm:spPr/>
      <dgm:t>
        <a:bodyPr/>
        <a:lstStyle/>
        <a:p>
          <a:endParaRPr lang="en-US"/>
        </a:p>
      </dgm:t>
    </dgm:pt>
    <dgm:pt modelId="{0FF45695-6FC0-46E5-92D4-54A7A1CA1E41}">
      <dgm:prSet phldrT="[Text]"/>
      <dgm:spPr/>
      <dgm:t>
        <a:bodyPr/>
        <a:lstStyle/>
        <a:p>
          <a:r>
            <a:rPr lang="en-US" dirty="0"/>
            <a:t>algorithm</a:t>
          </a:r>
        </a:p>
      </dgm:t>
    </dgm:pt>
    <dgm:pt modelId="{C263E34B-3B26-4D23-9882-53AE34B9787F}" type="parTrans" cxnId="{40FF2C50-17CF-4D0A-BCC8-9E625E9422F6}">
      <dgm:prSet/>
      <dgm:spPr/>
      <dgm:t>
        <a:bodyPr/>
        <a:lstStyle/>
        <a:p>
          <a:endParaRPr lang="en-US"/>
        </a:p>
      </dgm:t>
    </dgm:pt>
    <dgm:pt modelId="{C66776F7-11C8-4B10-9D22-57B444E03BF9}" type="sibTrans" cxnId="{40FF2C50-17CF-4D0A-BCC8-9E625E9422F6}">
      <dgm:prSet/>
      <dgm:spPr/>
      <dgm:t>
        <a:bodyPr/>
        <a:lstStyle/>
        <a:p>
          <a:endParaRPr lang="en-US"/>
        </a:p>
      </dgm:t>
    </dgm:pt>
    <dgm:pt modelId="{320C2A03-B4F5-4D16-A6A3-25B295FB8754}">
      <dgm:prSet phldrT="[Text]"/>
      <dgm:spPr/>
      <dgm:t>
        <a:bodyPr/>
        <a:lstStyle/>
        <a:p>
          <a:r>
            <a:rPr lang="en-US" dirty="0" err="1"/>
            <a:t>init_binding</a:t>
          </a:r>
          <a:endParaRPr lang="en-US" dirty="0"/>
        </a:p>
      </dgm:t>
    </dgm:pt>
    <dgm:pt modelId="{D97B8210-F9D2-4C3F-B29D-E9581E24CCCB}" type="parTrans" cxnId="{F5EC24AA-4BC9-4248-9694-DF997C943071}">
      <dgm:prSet/>
      <dgm:spPr/>
      <dgm:t>
        <a:bodyPr/>
        <a:lstStyle/>
        <a:p>
          <a:endParaRPr lang="en-US"/>
        </a:p>
      </dgm:t>
    </dgm:pt>
    <dgm:pt modelId="{AE849E3D-A4F0-4F78-A95F-19C3DA172209}" type="sibTrans" cxnId="{F5EC24AA-4BC9-4248-9694-DF997C943071}">
      <dgm:prSet/>
      <dgm:spPr/>
      <dgm:t>
        <a:bodyPr/>
        <a:lstStyle/>
        <a:p>
          <a:endParaRPr lang="en-US"/>
        </a:p>
      </dgm:t>
    </dgm:pt>
    <dgm:pt modelId="{A9BEE605-D706-4DF7-A30C-1522154D17EB}">
      <dgm:prSet phldrT="[Text]"/>
      <dgm:spPr/>
      <dgm:t>
        <a:bodyPr/>
        <a:lstStyle/>
        <a:p>
          <a:r>
            <a:rPr lang="en-US" dirty="0" err="1"/>
            <a:t>update_binding</a:t>
          </a:r>
          <a:endParaRPr lang="en-US" dirty="0"/>
        </a:p>
      </dgm:t>
    </dgm:pt>
    <dgm:pt modelId="{BE23E3A6-B123-4D9F-8CA4-9F6F27E49497}" type="parTrans" cxnId="{341A1DFD-404E-4860-B776-13246AEBA9F5}">
      <dgm:prSet/>
      <dgm:spPr/>
      <dgm:t>
        <a:bodyPr/>
        <a:lstStyle/>
        <a:p>
          <a:endParaRPr lang="en-US"/>
        </a:p>
      </dgm:t>
    </dgm:pt>
    <dgm:pt modelId="{8F5212ED-7A34-475D-BE18-6B5C2F753755}" type="sibTrans" cxnId="{341A1DFD-404E-4860-B776-13246AEBA9F5}">
      <dgm:prSet/>
      <dgm:spPr/>
      <dgm:t>
        <a:bodyPr/>
        <a:lstStyle/>
        <a:p>
          <a:endParaRPr lang="en-US"/>
        </a:p>
      </dgm:t>
    </dgm:pt>
    <dgm:pt modelId="{4B1D86F2-24EB-4A29-81F6-F6F9AD6E5479}" type="pres">
      <dgm:prSet presAssocID="{43DBBA2F-67BB-4FCF-89EC-79C0AA4BA9C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4FB9156-2DB1-4F37-8DDF-1ACB7CC9CCCC}" type="pres">
      <dgm:prSet presAssocID="{931F2592-76B7-4641-A1AE-576EFF0CDC16}" presName="root1" presStyleCnt="0"/>
      <dgm:spPr/>
    </dgm:pt>
    <dgm:pt modelId="{C4F347DD-D6A9-46B1-BB7C-57CAEC2140C3}" type="pres">
      <dgm:prSet presAssocID="{931F2592-76B7-4641-A1AE-576EFF0CDC16}" presName="LevelOneTextNode" presStyleLbl="node0" presStyleIdx="0" presStyleCnt="1">
        <dgm:presLayoutVars>
          <dgm:chPref val="3"/>
        </dgm:presLayoutVars>
      </dgm:prSet>
      <dgm:spPr/>
    </dgm:pt>
    <dgm:pt modelId="{A24C8E0A-9B63-4433-B983-5E7C38CE5902}" type="pres">
      <dgm:prSet presAssocID="{931F2592-76B7-4641-A1AE-576EFF0CDC16}" presName="level2hierChild" presStyleCnt="0"/>
      <dgm:spPr/>
    </dgm:pt>
    <dgm:pt modelId="{99A0C988-F587-42DE-A9AF-C17C4006EB4F}" type="pres">
      <dgm:prSet presAssocID="{8A9771A9-188F-4418-90D3-0445C0E2ED1B}" presName="conn2-1" presStyleLbl="parChTrans1D2" presStyleIdx="0" presStyleCnt="2"/>
      <dgm:spPr/>
    </dgm:pt>
    <dgm:pt modelId="{584BF794-FC40-42DC-9BA3-95B640DCD898}" type="pres">
      <dgm:prSet presAssocID="{8A9771A9-188F-4418-90D3-0445C0E2ED1B}" presName="connTx" presStyleLbl="parChTrans1D2" presStyleIdx="0" presStyleCnt="2"/>
      <dgm:spPr/>
    </dgm:pt>
    <dgm:pt modelId="{8C1118B2-69F0-4FAB-89DE-1A6CBE6BE9C4}" type="pres">
      <dgm:prSet presAssocID="{F67EF619-0BEE-4DD4-AE7B-91229AB66F53}" presName="root2" presStyleCnt="0"/>
      <dgm:spPr/>
    </dgm:pt>
    <dgm:pt modelId="{DA3B8C66-50DB-49BE-B604-4FC1F2A4237E}" type="pres">
      <dgm:prSet presAssocID="{F67EF619-0BEE-4DD4-AE7B-91229AB66F53}" presName="LevelTwoTextNode" presStyleLbl="node2" presStyleIdx="0" presStyleCnt="2">
        <dgm:presLayoutVars>
          <dgm:chPref val="3"/>
        </dgm:presLayoutVars>
      </dgm:prSet>
      <dgm:spPr/>
    </dgm:pt>
    <dgm:pt modelId="{A83C63E5-0DAE-45C6-9D59-1970B47E22D6}" type="pres">
      <dgm:prSet presAssocID="{F67EF619-0BEE-4DD4-AE7B-91229AB66F53}" presName="level3hierChild" presStyleCnt="0"/>
      <dgm:spPr/>
    </dgm:pt>
    <dgm:pt modelId="{6558E987-D664-4BA8-B1CA-908029D7DF83}" type="pres">
      <dgm:prSet presAssocID="{13C3C372-1020-437C-8EB2-F9E52EA300A4}" presName="conn2-1" presStyleLbl="parChTrans1D2" presStyleIdx="1" presStyleCnt="2"/>
      <dgm:spPr/>
    </dgm:pt>
    <dgm:pt modelId="{81CC8E30-C7B2-4227-9937-2585A75A53B3}" type="pres">
      <dgm:prSet presAssocID="{13C3C372-1020-437C-8EB2-F9E52EA300A4}" presName="connTx" presStyleLbl="parChTrans1D2" presStyleIdx="1" presStyleCnt="2"/>
      <dgm:spPr/>
    </dgm:pt>
    <dgm:pt modelId="{0014EE11-A4F5-4925-BF4F-00DD9344A61C}" type="pres">
      <dgm:prSet presAssocID="{56458901-21B6-463F-9ED7-35E7D114B4CC}" presName="root2" presStyleCnt="0"/>
      <dgm:spPr/>
    </dgm:pt>
    <dgm:pt modelId="{BCFF72C2-C869-4379-B394-5B583CB720D0}" type="pres">
      <dgm:prSet presAssocID="{56458901-21B6-463F-9ED7-35E7D114B4CC}" presName="LevelTwoTextNode" presStyleLbl="node2" presStyleIdx="1" presStyleCnt="2">
        <dgm:presLayoutVars>
          <dgm:chPref val="3"/>
        </dgm:presLayoutVars>
      </dgm:prSet>
      <dgm:spPr/>
    </dgm:pt>
    <dgm:pt modelId="{E2380F16-5126-43B5-B50B-2BA97EB62C43}" type="pres">
      <dgm:prSet presAssocID="{56458901-21B6-463F-9ED7-35E7D114B4CC}" presName="level3hierChild" presStyleCnt="0"/>
      <dgm:spPr/>
    </dgm:pt>
    <dgm:pt modelId="{3DD11CDA-77E4-4FA4-A267-CED215BD8687}" type="pres">
      <dgm:prSet presAssocID="{3BFDA3CB-52A3-4A3A-BF44-0D9F78D8B6CC}" presName="conn2-1" presStyleLbl="parChTrans1D3" presStyleIdx="0" presStyleCnt="4"/>
      <dgm:spPr/>
    </dgm:pt>
    <dgm:pt modelId="{AC4C62B8-A018-44C0-A6B0-BB3EDC82BD31}" type="pres">
      <dgm:prSet presAssocID="{3BFDA3CB-52A3-4A3A-BF44-0D9F78D8B6CC}" presName="connTx" presStyleLbl="parChTrans1D3" presStyleIdx="0" presStyleCnt="4"/>
      <dgm:spPr/>
    </dgm:pt>
    <dgm:pt modelId="{961B8306-B77E-40E0-BF79-F795775B7AEF}" type="pres">
      <dgm:prSet presAssocID="{AED42A2D-0744-417C-8368-8C1D02377999}" presName="root2" presStyleCnt="0"/>
      <dgm:spPr/>
    </dgm:pt>
    <dgm:pt modelId="{6A8850EA-1160-452D-A61B-ED09E405139F}" type="pres">
      <dgm:prSet presAssocID="{AED42A2D-0744-417C-8368-8C1D02377999}" presName="LevelTwoTextNode" presStyleLbl="node3" presStyleIdx="0" presStyleCnt="4">
        <dgm:presLayoutVars>
          <dgm:chPref val="3"/>
        </dgm:presLayoutVars>
      </dgm:prSet>
      <dgm:spPr/>
    </dgm:pt>
    <dgm:pt modelId="{698FCD0D-10ED-431A-9BB6-6DE62CB48509}" type="pres">
      <dgm:prSet presAssocID="{AED42A2D-0744-417C-8368-8C1D02377999}" presName="level3hierChild" presStyleCnt="0"/>
      <dgm:spPr/>
    </dgm:pt>
    <dgm:pt modelId="{B5597507-AF51-4DCE-B9A6-21D990C57589}" type="pres">
      <dgm:prSet presAssocID="{C263E34B-3B26-4D23-9882-53AE34B9787F}" presName="conn2-1" presStyleLbl="parChTrans1D3" presStyleIdx="1" presStyleCnt="4"/>
      <dgm:spPr/>
    </dgm:pt>
    <dgm:pt modelId="{228592E5-1249-43B0-8E68-9A652B8C2C35}" type="pres">
      <dgm:prSet presAssocID="{C263E34B-3B26-4D23-9882-53AE34B9787F}" presName="connTx" presStyleLbl="parChTrans1D3" presStyleIdx="1" presStyleCnt="4"/>
      <dgm:spPr/>
    </dgm:pt>
    <dgm:pt modelId="{614202E4-67BF-49EC-A0D4-7B339605E21C}" type="pres">
      <dgm:prSet presAssocID="{0FF45695-6FC0-46E5-92D4-54A7A1CA1E41}" presName="root2" presStyleCnt="0"/>
      <dgm:spPr/>
    </dgm:pt>
    <dgm:pt modelId="{F0091298-B85F-4E0D-9E3A-D156CFD1CC60}" type="pres">
      <dgm:prSet presAssocID="{0FF45695-6FC0-46E5-92D4-54A7A1CA1E41}" presName="LevelTwoTextNode" presStyleLbl="node3" presStyleIdx="1" presStyleCnt="4">
        <dgm:presLayoutVars>
          <dgm:chPref val="3"/>
        </dgm:presLayoutVars>
      </dgm:prSet>
      <dgm:spPr/>
    </dgm:pt>
    <dgm:pt modelId="{02AF56FE-4747-4E6A-B22E-8473F5F3DAF6}" type="pres">
      <dgm:prSet presAssocID="{0FF45695-6FC0-46E5-92D4-54A7A1CA1E41}" presName="level3hierChild" presStyleCnt="0"/>
      <dgm:spPr/>
    </dgm:pt>
    <dgm:pt modelId="{A731A181-1224-4DF7-AAAD-FBF94D312060}" type="pres">
      <dgm:prSet presAssocID="{D97B8210-F9D2-4C3F-B29D-E9581E24CCCB}" presName="conn2-1" presStyleLbl="parChTrans1D3" presStyleIdx="2" presStyleCnt="4"/>
      <dgm:spPr/>
    </dgm:pt>
    <dgm:pt modelId="{41CDE249-1A36-47DD-8C71-36BC6847CEEC}" type="pres">
      <dgm:prSet presAssocID="{D97B8210-F9D2-4C3F-B29D-E9581E24CCCB}" presName="connTx" presStyleLbl="parChTrans1D3" presStyleIdx="2" presStyleCnt="4"/>
      <dgm:spPr/>
    </dgm:pt>
    <dgm:pt modelId="{4CAE302A-5F2F-4D83-889D-BD773A85CF69}" type="pres">
      <dgm:prSet presAssocID="{320C2A03-B4F5-4D16-A6A3-25B295FB8754}" presName="root2" presStyleCnt="0"/>
      <dgm:spPr/>
    </dgm:pt>
    <dgm:pt modelId="{65BD6077-0B50-4B8B-9180-2DFE10B45975}" type="pres">
      <dgm:prSet presAssocID="{320C2A03-B4F5-4D16-A6A3-25B295FB8754}" presName="LevelTwoTextNode" presStyleLbl="node3" presStyleIdx="2" presStyleCnt="4">
        <dgm:presLayoutVars>
          <dgm:chPref val="3"/>
        </dgm:presLayoutVars>
      </dgm:prSet>
      <dgm:spPr/>
    </dgm:pt>
    <dgm:pt modelId="{3BD8104A-67E3-4E01-ABE8-C1CF775D1311}" type="pres">
      <dgm:prSet presAssocID="{320C2A03-B4F5-4D16-A6A3-25B295FB8754}" presName="level3hierChild" presStyleCnt="0"/>
      <dgm:spPr/>
    </dgm:pt>
    <dgm:pt modelId="{CAF0C139-2A01-41A4-A163-906512C6D766}" type="pres">
      <dgm:prSet presAssocID="{BE23E3A6-B123-4D9F-8CA4-9F6F27E49497}" presName="conn2-1" presStyleLbl="parChTrans1D3" presStyleIdx="3" presStyleCnt="4"/>
      <dgm:spPr/>
    </dgm:pt>
    <dgm:pt modelId="{4FA3D494-71B3-4A6F-B810-91E04490BB91}" type="pres">
      <dgm:prSet presAssocID="{BE23E3A6-B123-4D9F-8CA4-9F6F27E49497}" presName="connTx" presStyleLbl="parChTrans1D3" presStyleIdx="3" presStyleCnt="4"/>
      <dgm:spPr/>
    </dgm:pt>
    <dgm:pt modelId="{076AC535-39C1-49A5-A429-857DDC2D6BCA}" type="pres">
      <dgm:prSet presAssocID="{A9BEE605-D706-4DF7-A30C-1522154D17EB}" presName="root2" presStyleCnt="0"/>
      <dgm:spPr/>
    </dgm:pt>
    <dgm:pt modelId="{4DDA9E1A-3CBF-4ABA-B1C5-2106E743FCAF}" type="pres">
      <dgm:prSet presAssocID="{A9BEE605-D706-4DF7-A30C-1522154D17EB}" presName="LevelTwoTextNode" presStyleLbl="node3" presStyleIdx="3" presStyleCnt="4">
        <dgm:presLayoutVars>
          <dgm:chPref val="3"/>
        </dgm:presLayoutVars>
      </dgm:prSet>
      <dgm:spPr/>
    </dgm:pt>
    <dgm:pt modelId="{D1165904-1548-48F9-B3B8-E00E1976A8E8}" type="pres">
      <dgm:prSet presAssocID="{A9BEE605-D706-4DF7-A30C-1522154D17EB}" presName="level3hierChild" presStyleCnt="0"/>
      <dgm:spPr/>
    </dgm:pt>
  </dgm:ptLst>
  <dgm:cxnLst>
    <dgm:cxn modelId="{5B682C1D-1BC6-46F9-8B41-E188FA52E300}" srcId="{56458901-21B6-463F-9ED7-35E7D114B4CC}" destId="{AED42A2D-0744-417C-8368-8C1D02377999}" srcOrd="0" destOrd="0" parTransId="{3BFDA3CB-52A3-4A3A-BF44-0D9F78D8B6CC}" sibTransId="{E9922EE5-480B-4988-97D3-8BF5E0AC2722}"/>
    <dgm:cxn modelId="{46B11129-A3B5-498F-8E97-BE700B2D99B0}" srcId="{43DBBA2F-67BB-4FCF-89EC-79C0AA4BA9C9}" destId="{931F2592-76B7-4641-A1AE-576EFF0CDC16}" srcOrd="0" destOrd="0" parTransId="{AA724572-491D-401E-B09B-EBDA1652DF4B}" sibTransId="{E00A431F-DF9E-496F-BEDE-107A8A8882EC}"/>
    <dgm:cxn modelId="{CCD2C62B-CAF4-473D-94EC-6A03C053B9AB}" type="presOf" srcId="{0FF45695-6FC0-46E5-92D4-54A7A1CA1E41}" destId="{F0091298-B85F-4E0D-9E3A-D156CFD1CC60}" srcOrd="0" destOrd="0" presId="urn:microsoft.com/office/officeart/2005/8/layout/hierarchy2"/>
    <dgm:cxn modelId="{6F3C0E2E-5F4A-4EE1-A282-9F683C35319A}" type="presOf" srcId="{8A9771A9-188F-4418-90D3-0445C0E2ED1B}" destId="{99A0C988-F587-42DE-A9AF-C17C4006EB4F}" srcOrd="0" destOrd="0" presId="urn:microsoft.com/office/officeart/2005/8/layout/hierarchy2"/>
    <dgm:cxn modelId="{1DD26631-782A-4278-A4B1-D416BC1AB450}" type="presOf" srcId="{AED42A2D-0744-417C-8368-8C1D02377999}" destId="{6A8850EA-1160-452D-A61B-ED09E405139F}" srcOrd="0" destOrd="0" presId="urn:microsoft.com/office/officeart/2005/8/layout/hierarchy2"/>
    <dgm:cxn modelId="{5EC2C965-DD7E-4A4A-814C-943BADFEEA99}" srcId="{931F2592-76B7-4641-A1AE-576EFF0CDC16}" destId="{56458901-21B6-463F-9ED7-35E7D114B4CC}" srcOrd="1" destOrd="0" parTransId="{13C3C372-1020-437C-8EB2-F9E52EA300A4}" sibTransId="{3170C6C3-AC06-4033-A121-1C7DDE7D77D6}"/>
    <dgm:cxn modelId="{DE96C549-55E6-47EA-996D-5CE67D39DF0F}" type="presOf" srcId="{931F2592-76B7-4641-A1AE-576EFF0CDC16}" destId="{C4F347DD-D6A9-46B1-BB7C-57CAEC2140C3}" srcOrd="0" destOrd="0" presId="urn:microsoft.com/office/officeart/2005/8/layout/hierarchy2"/>
    <dgm:cxn modelId="{9B58966C-4BF3-4939-AEAC-08B28C716019}" type="presOf" srcId="{320C2A03-B4F5-4D16-A6A3-25B295FB8754}" destId="{65BD6077-0B50-4B8B-9180-2DFE10B45975}" srcOrd="0" destOrd="0" presId="urn:microsoft.com/office/officeart/2005/8/layout/hierarchy2"/>
    <dgm:cxn modelId="{40FF2C50-17CF-4D0A-BCC8-9E625E9422F6}" srcId="{56458901-21B6-463F-9ED7-35E7D114B4CC}" destId="{0FF45695-6FC0-46E5-92D4-54A7A1CA1E41}" srcOrd="1" destOrd="0" parTransId="{C263E34B-3B26-4D23-9882-53AE34B9787F}" sibTransId="{C66776F7-11C8-4B10-9D22-57B444E03BF9}"/>
    <dgm:cxn modelId="{44F99F51-81A7-4E0C-AA2F-CADF81F2BEBD}" type="presOf" srcId="{D97B8210-F9D2-4C3F-B29D-E9581E24CCCB}" destId="{41CDE249-1A36-47DD-8C71-36BC6847CEEC}" srcOrd="1" destOrd="0" presId="urn:microsoft.com/office/officeart/2005/8/layout/hierarchy2"/>
    <dgm:cxn modelId="{689D537C-5AE7-4715-8C52-AAF93E727B6A}" type="presOf" srcId="{C263E34B-3B26-4D23-9882-53AE34B9787F}" destId="{B5597507-AF51-4DCE-B9A6-21D990C57589}" srcOrd="0" destOrd="0" presId="urn:microsoft.com/office/officeart/2005/8/layout/hierarchy2"/>
    <dgm:cxn modelId="{F5EC24AA-4BC9-4248-9694-DF997C943071}" srcId="{56458901-21B6-463F-9ED7-35E7D114B4CC}" destId="{320C2A03-B4F5-4D16-A6A3-25B295FB8754}" srcOrd="2" destOrd="0" parTransId="{D97B8210-F9D2-4C3F-B29D-E9581E24CCCB}" sibTransId="{AE849E3D-A4F0-4F78-A95F-19C3DA172209}"/>
    <dgm:cxn modelId="{25E50CB0-EC3F-43D0-8BC8-68A59D3E0B16}" type="presOf" srcId="{A9BEE605-D706-4DF7-A30C-1522154D17EB}" destId="{4DDA9E1A-3CBF-4ABA-B1C5-2106E743FCAF}" srcOrd="0" destOrd="0" presId="urn:microsoft.com/office/officeart/2005/8/layout/hierarchy2"/>
    <dgm:cxn modelId="{D68497B6-F788-48F0-8E8D-77680021AC5E}" type="presOf" srcId="{13C3C372-1020-437C-8EB2-F9E52EA300A4}" destId="{81CC8E30-C7B2-4227-9937-2585A75A53B3}" srcOrd="1" destOrd="0" presId="urn:microsoft.com/office/officeart/2005/8/layout/hierarchy2"/>
    <dgm:cxn modelId="{800C57B9-935E-4F9F-A51F-D4C94F5D8CED}" type="presOf" srcId="{56458901-21B6-463F-9ED7-35E7D114B4CC}" destId="{BCFF72C2-C869-4379-B394-5B583CB720D0}" srcOrd="0" destOrd="0" presId="urn:microsoft.com/office/officeart/2005/8/layout/hierarchy2"/>
    <dgm:cxn modelId="{36E542C0-0728-4622-83BF-A6E6748A5400}" type="presOf" srcId="{C263E34B-3B26-4D23-9882-53AE34B9787F}" destId="{228592E5-1249-43B0-8E68-9A652B8C2C35}" srcOrd="1" destOrd="0" presId="urn:microsoft.com/office/officeart/2005/8/layout/hierarchy2"/>
    <dgm:cxn modelId="{D0EEC7CB-84B7-47E1-B69E-B873CE8B347B}" type="presOf" srcId="{BE23E3A6-B123-4D9F-8CA4-9F6F27E49497}" destId="{4FA3D494-71B3-4A6F-B810-91E04490BB91}" srcOrd="1" destOrd="0" presId="urn:microsoft.com/office/officeart/2005/8/layout/hierarchy2"/>
    <dgm:cxn modelId="{608960CC-63CF-4AAD-AC4F-78DDEED443CB}" type="presOf" srcId="{43DBBA2F-67BB-4FCF-89EC-79C0AA4BA9C9}" destId="{4B1D86F2-24EB-4A29-81F6-F6F9AD6E5479}" srcOrd="0" destOrd="0" presId="urn:microsoft.com/office/officeart/2005/8/layout/hierarchy2"/>
    <dgm:cxn modelId="{B9F4ACD9-CF76-4FB0-B341-556ED3DC7F52}" srcId="{931F2592-76B7-4641-A1AE-576EFF0CDC16}" destId="{F67EF619-0BEE-4DD4-AE7B-91229AB66F53}" srcOrd="0" destOrd="0" parTransId="{8A9771A9-188F-4418-90D3-0445C0E2ED1B}" sibTransId="{4FAB05C3-785B-4E6A-A072-878A5BBC48DA}"/>
    <dgm:cxn modelId="{4EE110E2-51B0-43C9-BECD-34B6B244F342}" type="presOf" srcId="{F67EF619-0BEE-4DD4-AE7B-91229AB66F53}" destId="{DA3B8C66-50DB-49BE-B604-4FC1F2A4237E}" srcOrd="0" destOrd="0" presId="urn:microsoft.com/office/officeart/2005/8/layout/hierarchy2"/>
    <dgm:cxn modelId="{48D294E2-9A1B-404E-9703-60070A2256D1}" type="presOf" srcId="{D97B8210-F9D2-4C3F-B29D-E9581E24CCCB}" destId="{A731A181-1224-4DF7-AAAD-FBF94D312060}" srcOrd="0" destOrd="0" presId="urn:microsoft.com/office/officeart/2005/8/layout/hierarchy2"/>
    <dgm:cxn modelId="{3E6937E3-CE7E-4260-839A-032ACBF005EF}" type="presOf" srcId="{8A9771A9-188F-4418-90D3-0445C0E2ED1B}" destId="{584BF794-FC40-42DC-9BA3-95B640DCD898}" srcOrd="1" destOrd="0" presId="urn:microsoft.com/office/officeart/2005/8/layout/hierarchy2"/>
    <dgm:cxn modelId="{CD5FF0E8-DB12-4093-998D-C2868B35163B}" type="presOf" srcId="{13C3C372-1020-437C-8EB2-F9E52EA300A4}" destId="{6558E987-D664-4BA8-B1CA-908029D7DF83}" srcOrd="0" destOrd="0" presId="urn:microsoft.com/office/officeart/2005/8/layout/hierarchy2"/>
    <dgm:cxn modelId="{F4A0C4EF-45AD-4873-8401-05BCEF99C1B2}" type="presOf" srcId="{3BFDA3CB-52A3-4A3A-BF44-0D9F78D8B6CC}" destId="{AC4C62B8-A018-44C0-A6B0-BB3EDC82BD31}" srcOrd="1" destOrd="0" presId="urn:microsoft.com/office/officeart/2005/8/layout/hierarchy2"/>
    <dgm:cxn modelId="{4CFFF3F1-6CB9-4EEB-BF3A-26A64D88844F}" type="presOf" srcId="{3BFDA3CB-52A3-4A3A-BF44-0D9F78D8B6CC}" destId="{3DD11CDA-77E4-4FA4-A267-CED215BD8687}" srcOrd="0" destOrd="0" presId="urn:microsoft.com/office/officeart/2005/8/layout/hierarchy2"/>
    <dgm:cxn modelId="{85F410F8-F4E1-41F4-918A-67E0DC667368}" type="presOf" srcId="{BE23E3A6-B123-4D9F-8CA4-9F6F27E49497}" destId="{CAF0C139-2A01-41A4-A163-906512C6D766}" srcOrd="0" destOrd="0" presId="urn:microsoft.com/office/officeart/2005/8/layout/hierarchy2"/>
    <dgm:cxn modelId="{341A1DFD-404E-4860-B776-13246AEBA9F5}" srcId="{56458901-21B6-463F-9ED7-35E7D114B4CC}" destId="{A9BEE605-D706-4DF7-A30C-1522154D17EB}" srcOrd="3" destOrd="0" parTransId="{BE23E3A6-B123-4D9F-8CA4-9F6F27E49497}" sibTransId="{8F5212ED-7A34-475D-BE18-6B5C2F753755}"/>
    <dgm:cxn modelId="{93C5CB83-5AD1-4331-9792-4376EF0723E7}" type="presParOf" srcId="{4B1D86F2-24EB-4A29-81F6-F6F9AD6E5479}" destId="{44FB9156-2DB1-4F37-8DDF-1ACB7CC9CCCC}" srcOrd="0" destOrd="0" presId="urn:microsoft.com/office/officeart/2005/8/layout/hierarchy2"/>
    <dgm:cxn modelId="{2B80761C-4C7D-4B6B-AE25-D2E27686D652}" type="presParOf" srcId="{44FB9156-2DB1-4F37-8DDF-1ACB7CC9CCCC}" destId="{C4F347DD-D6A9-46B1-BB7C-57CAEC2140C3}" srcOrd="0" destOrd="0" presId="urn:microsoft.com/office/officeart/2005/8/layout/hierarchy2"/>
    <dgm:cxn modelId="{2F99323C-4F27-403B-86E7-A1A2365E01A8}" type="presParOf" srcId="{44FB9156-2DB1-4F37-8DDF-1ACB7CC9CCCC}" destId="{A24C8E0A-9B63-4433-B983-5E7C38CE5902}" srcOrd="1" destOrd="0" presId="urn:microsoft.com/office/officeart/2005/8/layout/hierarchy2"/>
    <dgm:cxn modelId="{ADED0407-EE1D-4B0F-91C3-74AB5948DAB7}" type="presParOf" srcId="{A24C8E0A-9B63-4433-B983-5E7C38CE5902}" destId="{99A0C988-F587-42DE-A9AF-C17C4006EB4F}" srcOrd="0" destOrd="0" presId="urn:microsoft.com/office/officeart/2005/8/layout/hierarchy2"/>
    <dgm:cxn modelId="{56560E13-2DED-4C5B-828C-AEF684C94FA2}" type="presParOf" srcId="{99A0C988-F587-42DE-A9AF-C17C4006EB4F}" destId="{584BF794-FC40-42DC-9BA3-95B640DCD898}" srcOrd="0" destOrd="0" presId="urn:microsoft.com/office/officeart/2005/8/layout/hierarchy2"/>
    <dgm:cxn modelId="{E89CC44D-6442-4A70-8224-FD81E632F746}" type="presParOf" srcId="{A24C8E0A-9B63-4433-B983-5E7C38CE5902}" destId="{8C1118B2-69F0-4FAB-89DE-1A6CBE6BE9C4}" srcOrd="1" destOrd="0" presId="urn:microsoft.com/office/officeart/2005/8/layout/hierarchy2"/>
    <dgm:cxn modelId="{D02A02C7-E773-4FA2-B6F6-B38C084E1FF0}" type="presParOf" srcId="{8C1118B2-69F0-4FAB-89DE-1A6CBE6BE9C4}" destId="{DA3B8C66-50DB-49BE-B604-4FC1F2A4237E}" srcOrd="0" destOrd="0" presId="urn:microsoft.com/office/officeart/2005/8/layout/hierarchy2"/>
    <dgm:cxn modelId="{9E7FB610-B27A-4CDC-B1BE-A049517BFFD8}" type="presParOf" srcId="{8C1118B2-69F0-4FAB-89DE-1A6CBE6BE9C4}" destId="{A83C63E5-0DAE-45C6-9D59-1970B47E22D6}" srcOrd="1" destOrd="0" presId="urn:microsoft.com/office/officeart/2005/8/layout/hierarchy2"/>
    <dgm:cxn modelId="{63AD3947-4B87-4123-A7B3-C87A76E58593}" type="presParOf" srcId="{A24C8E0A-9B63-4433-B983-5E7C38CE5902}" destId="{6558E987-D664-4BA8-B1CA-908029D7DF83}" srcOrd="2" destOrd="0" presId="urn:microsoft.com/office/officeart/2005/8/layout/hierarchy2"/>
    <dgm:cxn modelId="{B1720C74-83C4-4151-B7A7-16D36A4EE634}" type="presParOf" srcId="{6558E987-D664-4BA8-B1CA-908029D7DF83}" destId="{81CC8E30-C7B2-4227-9937-2585A75A53B3}" srcOrd="0" destOrd="0" presId="urn:microsoft.com/office/officeart/2005/8/layout/hierarchy2"/>
    <dgm:cxn modelId="{A2A8E934-AECC-4A39-91E9-0ABE2FAEB5D9}" type="presParOf" srcId="{A24C8E0A-9B63-4433-B983-5E7C38CE5902}" destId="{0014EE11-A4F5-4925-BF4F-00DD9344A61C}" srcOrd="3" destOrd="0" presId="urn:microsoft.com/office/officeart/2005/8/layout/hierarchy2"/>
    <dgm:cxn modelId="{F53B1E46-59B2-4DFC-A145-969DD1F5FA52}" type="presParOf" srcId="{0014EE11-A4F5-4925-BF4F-00DD9344A61C}" destId="{BCFF72C2-C869-4379-B394-5B583CB720D0}" srcOrd="0" destOrd="0" presId="urn:microsoft.com/office/officeart/2005/8/layout/hierarchy2"/>
    <dgm:cxn modelId="{E7430FDE-B06E-4119-8FEB-01B693F6E865}" type="presParOf" srcId="{0014EE11-A4F5-4925-BF4F-00DD9344A61C}" destId="{E2380F16-5126-43B5-B50B-2BA97EB62C43}" srcOrd="1" destOrd="0" presId="urn:microsoft.com/office/officeart/2005/8/layout/hierarchy2"/>
    <dgm:cxn modelId="{A652D027-5BCD-4DB5-9058-29169B18E0A3}" type="presParOf" srcId="{E2380F16-5126-43B5-B50B-2BA97EB62C43}" destId="{3DD11CDA-77E4-4FA4-A267-CED215BD8687}" srcOrd="0" destOrd="0" presId="urn:microsoft.com/office/officeart/2005/8/layout/hierarchy2"/>
    <dgm:cxn modelId="{5B001891-FF11-4CF9-96F0-EBDF72367F06}" type="presParOf" srcId="{3DD11CDA-77E4-4FA4-A267-CED215BD8687}" destId="{AC4C62B8-A018-44C0-A6B0-BB3EDC82BD31}" srcOrd="0" destOrd="0" presId="urn:microsoft.com/office/officeart/2005/8/layout/hierarchy2"/>
    <dgm:cxn modelId="{5BC4ED6C-5439-49D2-AEA5-F54084719EB8}" type="presParOf" srcId="{E2380F16-5126-43B5-B50B-2BA97EB62C43}" destId="{961B8306-B77E-40E0-BF79-F795775B7AEF}" srcOrd="1" destOrd="0" presId="urn:microsoft.com/office/officeart/2005/8/layout/hierarchy2"/>
    <dgm:cxn modelId="{11205A63-BAA0-4641-B70A-5FB1FBE70597}" type="presParOf" srcId="{961B8306-B77E-40E0-BF79-F795775B7AEF}" destId="{6A8850EA-1160-452D-A61B-ED09E405139F}" srcOrd="0" destOrd="0" presId="urn:microsoft.com/office/officeart/2005/8/layout/hierarchy2"/>
    <dgm:cxn modelId="{FEBDA41A-D329-4EB3-B4C2-A840717EC7D4}" type="presParOf" srcId="{961B8306-B77E-40E0-BF79-F795775B7AEF}" destId="{698FCD0D-10ED-431A-9BB6-6DE62CB48509}" srcOrd="1" destOrd="0" presId="urn:microsoft.com/office/officeart/2005/8/layout/hierarchy2"/>
    <dgm:cxn modelId="{28303014-D6EF-41FA-BD38-4FB56E0311D4}" type="presParOf" srcId="{E2380F16-5126-43B5-B50B-2BA97EB62C43}" destId="{B5597507-AF51-4DCE-B9A6-21D990C57589}" srcOrd="2" destOrd="0" presId="urn:microsoft.com/office/officeart/2005/8/layout/hierarchy2"/>
    <dgm:cxn modelId="{B725841A-ED60-4A1B-AC8F-5E9E1D0F8461}" type="presParOf" srcId="{B5597507-AF51-4DCE-B9A6-21D990C57589}" destId="{228592E5-1249-43B0-8E68-9A652B8C2C35}" srcOrd="0" destOrd="0" presId="urn:microsoft.com/office/officeart/2005/8/layout/hierarchy2"/>
    <dgm:cxn modelId="{43DB4BD6-BC91-41A2-A9E3-39B7182198C6}" type="presParOf" srcId="{E2380F16-5126-43B5-B50B-2BA97EB62C43}" destId="{614202E4-67BF-49EC-A0D4-7B339605E21C}" srcOrd="3" destOrd="0" presId="urn:microsoft.com/office/officeart/2005/8/layout/hierarchy2"/>
    <dgm:cxn modelId="{86472FA8-AAD6-44DE-8E08-F5F960C4452E}" type="presParOf" srcId="{614202E4-67BF-49EC-A0D4-7B339605E21C}" destId="{F0091298-B85F-4E0D-9E3A-D156CFD1CC60}" srcOrd="0" destOrd="0" presId="urn:microsoft.com/office/officeart/2005/8/layout/hierarchy2"/>
    <dgm:cxn modelId="{6465D48E-5B33-49D4-9954-4A110524D736}" type="presParOf" srcId="{614202E4-67BF-49EC-A0D4-7B339605E21C}" destId="{02AF56FE-4747-4E6A-B22E-8473F5F3DAF6}" srcOrd="1" destOrd="0" presId="urn:microsoft.com/office/officeart/2005/8/layout/hierarchy2"/>
    <dgm:cxn modelId="{0A369A19-C763-4449-8DE2-7D994593CA78}" type="presParOf" srcId="{E2380F16-5126-43B5-B50B-2BA97EB62C43}" destId="{A731A181-1224-4DF7-AAAD-FBF94D312060}" srcOrd="4" destOrd="0" presId="urn:microsoft.com/office/officeart/2005/8/layout/hierarchy2"/>
    <dgm:cxn modelId="{E07DD289-723A-4CE2-8FC5-F28922E9C23F}" type="presParOf" srcId="{A731A181-1224-4DF7-AAAD-FBF94D312060}" destId="{41CDE249-1A36-47DD-8C71-36BC6847CEEC}" srcOrd="0" destOrd="0" presId="urn:microsoft.com/office/officeart/2005/8/layout/hierarchy2"/>
    <dgm:cxn modelId="{C34A019F-FAB6-492E-9AA7-3D5073B40D38}" type="presParOf" srcId="{E2380F16-5126-43B5-B50B-2BA97EB62C43}" destId="{4CAE302A-5F2F-4D83-889D-BD773A85CF69}" srcOrd="5" destOrd="0" presId="urn:microsoft.com/office/officeart/2005/8/layout/hierarchy2"/>
    <dgm:cxn modelId="{03E9FD1E-8409-47F2-945C-52CC01A619EA}" type="presParOf" srcId="{4CAE302A-5F2F-4D83-889D-BD773A85CF69}" destId="{65BD6077-0B50-4B8B-9180-2DFE10B45975}" srcOrd="0" destOrd="0" presId="urn:microsoft.com/office/officeart/2005/8/layout/hierarchy2"/>
    <dgm:cxn modelId="{E4033134-E823-4135-AB53-EC46D39BEEB5}" type="presParOf" srcId="{4CAE302A-5F2F-4D83-889D-BD773A85CF69}" destId="{3BD8104A-67E3-4E01-ABE8-C1CF775D1311}" srcOrd="1" destOrd="0" presId="urn:microsoft.com/office/officeart/2005/8/layout/hierarchy2"/>
    <dgm:cxn modelId="{EAFCC7A2-4F72-4DAE-AE33-C1336DB4D586}" type="presParOf" srcId="{E2380F16-5126-43B5-B50B-2BA97EB62C43}" destId="{CAF0C139-2A01-41A4-A163-906512C6D766}" srcOrd="6" destOrd="0" presId="urn:microsoft.com/office/officeart/2005/8/layout/hierarchy2"/>
    <dgm:cxn modelId="{86E47B67-4ABC-4D05-A338-731BBEECC54A}" type="presParOf" srcId="{CAF0C139-2A01-41A4-A163-906512C6D766}" destId="{4FA3D494-71B3-4A6F-B810-91E04490BB91}" srcOrd="0" destOrd="0" presId="urn:microsoft.com/office/officeart/2005/8/layout/hierarchy2"/>
    <dgm:cxn modelId="{067FF16C-4E44-49A1-9630-52335EA81B46}" type="presParOf" srcId="{E2380F16-5126-43B5-B50B-2BA97EB62C43}" destId="{076AC535-39C1-49A5-A429-857DDC2D6BCA}" srcOrd="7" destOrd="0" presId="urn:microsoft.com/office/officeart/2005/8/layout/hierarchy2"/>
    <dgm:cxn modelId="{75D2C247-9D29-4DCF-B8E2-AD594AA56EB7}" type="presParOf" srcId="{076AC535-39C1-49A5-A429-857DDC2D6BCA}" destId="{4DDA9E1A-3CBF-4ABA-B1C5-2106E743FCAF}" srcOrd="0" destOrd="0" presId="urn:microsoft.com/office/officeart/2005/8/layout/hierarchy2"/>
    <dgm:cxn modelId="{BD187A26-3207-4742-9FFC-6CA7FC660C6B}" type="presParOf" srcId="{076AC535-39C1-49A5-A429-857DDC2D6BCA}" destId="{D1165904-1548-48F9-B3B8-E00E1976A8E8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B3B81B-4D53-4AAD-B817-137B507EF2D0}" type="doc">
      <dgm:prSet loTypeId="urn:microsoft.com/office/officeart/2005/8/layout/hierarchy3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A4F7C23-6633-440A-BC24-48DEB30395AF}">
      <dgm:prSet phldrT="[Text]"/>
      <dgm:spPr/>
      <dgm:t>
        <a:bodyPr/>
        <a:lstStyle/>
        <a:p>
          <a:r>
            <a:rPr lang="en-US" dirty="0"/>
            <a:t>Loss functions</a:t>
          </a:r>
        </a:p>
      </dgm:t>
    </dgm:pt>
    <dgm:pt modelId="{EA18116D-5853-427C-8B5D-F0BA19AABA26}" type="parTrans" cxnId="{F57B8573-EBE5-4B72-9860-EB54C96BCF42}">
      <dgm:prSet/>
      <dgm:spPr/>
      <dgm:t>
        <a:bodyPr/>
        <a:lstStyle/>
        <a:p>
          <a:endParaRPr lang="en-US"/>
        </a:p>
      </dgm:t>
    </dgm:pt>
    <dgm:pt modelId="{15DC899F-DB42-460C-B2E4-5EFDAC34FD1A}" type="sibTrans" cxnId="{F57B8573-EBE5-4B72-9860-EB54C96BCF42}">
      <dgm:prSet/>
      <dgm:spPr/>
      <dgm:t>
        <a:bodyPr/>
        <a:lstStyle/>
        <a:p>
          <a:endParaRPr lang="en-US"/>
        </a:p>
      </dgm:t>
    </dgm:pt>
    <dgm:pt modelId="{22E5AD5E-11B3-402E-814D-CD073BC3DBD3}">
      <dgm:prSet phldrT="[Text]"/>
      <dgm:spPr/>
      <dgm:t>
        <a:bodyPr/>
        <a:lstStyle/>
        <a:p>
          <a:r>
            <a:rPr lang="en-US" b="0" i="0" dirty="0"/>
            <a:t>Negative </a:t>
          </a:r>
          <a:r>
            <a:rPr lang="en-US" b="0" i="0" dirty="0" err="1"/>
            <a:t>LogLikelihood</a:t>
          </a:r>
          <a:r>
            <a:rPr lang="en-US" b="0" i="0" dirty="0"/>
            <a:t> #2551</a:t>
          </a:r>
          <a:endParaRPr lang="en-US" dirty="0"/>
        </a:p>
      </dgm:t>
    </dgm:pt>
    <dgm:pt modelId="{0F14F996-7EA8-4B5F-A934-A0763C2F2FA2}" type="parTrans" cxnId="{7AFB72E5-F78C-4A89-943A-EC6E4CB06215}">
      <dgm:prSet/>
      <dgm:spPr/>
      <dgm:t>
        <a:bodyPr/>
        <a:lstStyle/>
        <a:p>
          <a:endParaRPr lang="en-US"/>
        </a:p>
      </dgm:t>
    </dgm:pt>
    <dgm:pt modelId="{436B1488-8869-4B14-9F92-E4C3D58586EF}" type="sibTrans" cxnId="{7AFB72E5-F78C-4A89-943A-EC6E4CB06215}">
      <dgm:prSet/>
      <dgm:spPr/>
      <dgm:t>
        <a:bodyPr/>
        <a:lstStyle/>
        <a:p>
          <a:endParaRPr lang="en-US"/>
        </a:p>
      </dgm:t>
    </dgm:pt>
    <dgm:pt modelId="{67655A03-2E1E-4CA2-8EAC-C7F9F357C70E}">
      <dgm:prSet phldrT="[Text]"/>
      <dgm:spPr/>
      <dgm:t>
        <a:bodyPr/>
        <a:lstStyle/>
        <a:p>
          <a:r>
            <a:rPr lang="en-US" b="0" i="0" dirty="0"/>
            <a:t>Mean Squared Error #2570</a:t>
          </a:r>
          <a:endParaRPr lang="en-US" dirty="0"/>
        </a:p>
      </dgm:t>
    </dgm:pt>
    <dgm:pt modelId="{1EE552F5-9649-474B-B918-62CD8B477F28}" type="parTrans" cxnId="{1DFD7F33-6E19-4001-913D-22905CA14C4B}">
      <dgm:prSet/>
      <dgm:spPr/>
      <dgm:t>
        <a:bodyPr/>
        <a:lstStyle/>
        <a:p>
          <a:endParaRPr lang="en-US"/>
        </a:p>
      </dgm:t>
    </dgm:pt>
    <dgm:pt modelId="{D18BADCB-3735-4CCF-AAEF-3FCC8C42E831}" type="sibTrans" cxnId="{1DFD7F33-6E19-4001-913D-22905CA14C4B}">
      <dgm:prSet/>
      <dgm:spPr/>
      <dgm:t>
        <a:bodyPr/>
        <a:lstStyle/>
        <a:p>
          <a:endParaRPr lang="en-US"/>
        </a:p>
      </dgm:t>
    </dgm:pt>
    <dgm:pt modelId="{9B3186F2-A499-4C9E-818A-141D81314DF1}">
      <dgm:prSet phldrT="[Text]"/>
      <dgm:spPr/>
      <dgm:t>
        <a:bodyPr/>
        <a:lstStyle/>
        <a:p>
          <a:r>
            <a:rPr lang="en-US" dirty="0"/>
            <a:t>Optimizers</a:t>
          </a:r>
        </a:p>
      </dgm:t>
    </dgm:pt>
    <dgm:pt modelId="{D7A91C52-1399-4344-86F1-106ABF036AC2}" type="parTrans" cxnId="{6C110ADA-593E-4112-9C84-DB708F0279F4}">
      <dgm:prSet/>
      <dgm:spPr/>
      <dgm:t>
        <a:bodyPr/>
        <a:lstStyle/>
        <a:p>
          <a:endParaRPr lang="en-US"/>
        </a:p>
      </dgm:t>
    </dgm:pt>
    <dgm:pt modelId="{3BC0A98A-E177-4B26-88D0-A2A2C53AC3A9}" type="sibTrans" cxnId="{6C110ADA-593E-4112-9C84-DB708F0279F4}">
      <dgm:prSet/>
      <dgm:spPr/>
      <dgm:t>
        <a:bodyPr/>
        <a:lstStyle/>
        <a:p>
          <a:endParaRPr lang="en-US"/>
        </a:p>
      </dgm:t>
    </dgm:pt>
    <dgm:pt modelId="{665F8BA6-9514-405D-9AE2-976A46E5959D}">
      <dgm:prSet phldrT="[Text]"/>
      <dgm:spPr/>
      <dgm:t>
        <a:bodyPr/>
        <a:lstStyle/>
        <a:p>
          <a:r>
            <a:rPr lang="en-US" dirty="0" err="1"/>
            <a:t>Adagrad</a:t>
          </a:r>
          <a:r>
            <a:rPr lang="en-US" dirty="0"/>
            <a:t> #1955</a:t>
          </a:r>
        </a:p>
      </dgm:t>
    </dgm:pt>
    <dgm:pt modelId="{9B23B045-BB5E-47C1-A84B-4489F6E1DFA2}" type="parTrans" cxnId="{8AF3C39B-58A3-49C0-A044-CDCF7BB554FA}">
      <dgm:prSet/>
      <dgm:spPr/>
      <dgm:t>
        <a:bodyPr/>
        <a:lstStyle/>
        <a:p>
          <a:endParaRPr lang="en-US"/>
        </a:p>
      </dgm:t>
    </dgm:pt>
    <dgm:pt modelId="{123F9780-2A2E-4054-B470-D6ED39DDF0D6}" type="sibTrans" cxnId="{8AF3C39B-58A3-49C0-A044-CDCF7BB554FA}">
      <dgm:prSet/>
      <dgm:spPr/>
      <dgm:t>
        <a:bodyPr/>
        <a:lstStyle/>
        <a:p>
          <a:endParaRPr lang="en-US"/>
        </a:p>
      </dgm:t>
    </dgm:pt>
    <dgm:pt modelId="{A47EF8AA-361E-4340-9EB4-753A94A5C6C7}">
      <dgm:prSet phldrT="[Text]"/>
      <dgm:spPr/>
      <dgm:t>
        <a:bodyPr/>
        <a:lstStyle/>
        <a:p>
          <a:r>
            <a:rPr lang="en-US" dirty="0"/>
            <a:t>CORE</a:t>
          </a:r>
        </a:p>
      </dgm:t>
    </dgm:pt>
    <dgm:pt modelId="{359DE392-85F5-4964-A2AB-2AFE298B4702}" type="parTrans" cxnId="{153A51F4-5D99-49E7-80DB-74B9DD515948}">
      <dgm:prSet/>
      <dgm:spPr/>
      <dgm:t>
        <a:bodyPr/>
        <a:lstStyle/>
        <a:p>
          <a:endParaRPr lang="en-US"/>
        </a:p>
      </dgm:t>
    </dgm:pt>
    <dgm:pt modelId="{D12042E6-DCFC-411A-B112-4C7EA1B6EC01}" type="sibTrans" cxnId="{153A51F4-5D99-49E7-80DB-74B9DD515948}">
      <dgm:prSet/>
      <dgm:spPr/>
      <dgm:t>
        <a:bodyPr/>
        <a:lstStyle/>
        <a:p>
          <a:endParaRPr lang="en-US"/>
        </a:p>
      </dgm:t>
    </dgm:pt>
    <dgm:pt modelId="{0A994815-574A-4BCC-A3D2-94CC08AB8C80}">
      <dgm:prSet phldrT="[Text]"/>
      <dgm:spPr/>
      <dgm:t>
        <a:bodyPr/>
        <a:lstStyle/>
        <a:p>
          <a:r>
            <a:rPr lang="en-US" dirty="0"/>
            <a:t>Adam #1970</a:t>
          </a:r>
        </a:p>
      </dgm:t>
    </dgm:pt>
    <dgm:pt modelId="{9BC96B56-D536-4E83-9CAF-301233D313E2}" type="parTrans" cxnId="{EF7644F9-8026-4AE7-9005-603281C3B398}">
      <dgm:prSet/>
      <dgm:spPr/>
      <dgm:t>
        <a:bodyPr/>
        <a:lstStyle/>
        <a:p>
          <a:endParaRPr lang="en-US"/>
        </a:p>
      </dgm:t>
    </dgm:pt>
    <dgm:pt modelId="{9246F258-D294-447E-86F0-51E0E3D4E9F8}" type="sibTrans" cxnId="{EF7644F9-8026-4AE7-9005-603281C3B398}">
      <dgm:prSet/>
      <dgm:spPr/>
      <dgm:t>
        <a:bodyPr/>
        <a:lstStyle/>
        <a:p>
          <a:endParaRPr lang="en-US"/>
        </a:p>
      </dgm:t>
    </dgm:pt>
    <dgm:pt modelId="{2DC0D6F3-AB6C-4D0F-A039-71996EB5FFCE}">
      <dgm:prSet phldrT="[Text]"/>
      <dgm:spPr/>
      <dgm:t>
        <a:bodyPr/>
        <a:lstStyle/>
        <a:p>
          <a:r>
            <a:rPr lang="en-US" dirty="0" err="1"/>
            <a:t>GraphCall</a:t>
          </a:r>
          <a:r>
            <a:rPr lang="en-US" dirty="0"/>
            <a:t> #2314</a:t>
          </a:r>
        </a:p>
      </dgm:t>
    </dgm:pt>
    <dgm:pt modelId="{41C631D7-B5A0-4D8F-ADE3-B5BA9E8C7279}" type="parTrans" cxnId="{782E58FD-B1DA-46E6-B281-8DCFAAF0056A}">
      <dgm:prSet/>
      <dgm:spPr/>
      <dgm:t>
        <a:bodyPr/>
        <a:lstStyle/>
        <a:p>
          <a:endParaRPr lang="en-US"/>
        </a:p>
      </dgm:t>
    </dgm:pt>
    <dgm:pt modelId="{5FCA9202-631B-49B0-B292-D6C9339574D4}" type="sibTrans" cxnId="{782E58FD-B1DA-46E6-B281-8DCFAAF0056A}">
      <dgm:prSet/>
      <dgm:spPr/>
      <dgm:t>
        <a:bodyPr/>
        <a:lstStyle/>
        <a:p>
          <a:endParaRPr lang="en-US"/>
        </a:p>
      </dgm:t>
    </dgm:pt>
    <dgm:pt modelId="{97D5180C-17B9-47A4-A683-64D340A44921}">
      <dgm:prSet phldrT="[Text]"/>
      <dgm:spPr/>
      <dgm:t>
        <a:bodyPr/>
        <a:lstStyle/>
        <a:p>
          <a:r>
            <a:rPr lang="en-US" dirty="0"/>
            <a:t>SG with momentum #1959</a:t>
          </a:r>
        </a:p>
      </dgm:t>
    </dgm:pt>
    <dgm:pt modelId="{2296986F-D865-42F4-AB92-BCE7D9FFA697}" type="parTrans" cxnId="{99DD4188-9E84-453C-9471-236FBFBC76D8}">
      <dgm:prSet/>
      <dgm:spPr/>
      <dgm:t>
        <a:bodyPr/>
        <a:lstStyle/>
        <a:p>
          <a:endParaRPr lang="en-US"/>
        </a:p>
      </dgm:t>
    </dgm:pt>
    <dgm:pt modelId="{113FDFD4-6446-4358-991D-F7452EB32A6D}" type="sibTrans" cxnId="{99DD4188-9E84-453C-9471-236FBFBC76D8}">
      <dgm:prSet/>
      <dgm:spPr/>
      <dgm:t>
        <a:bodyPr/>
        <a:lstStyle/>
        <a:p>
          <a:endParaRPr lang="en-US"/>
        </a:p>
      </dgm:t>
    </dgm:pt>
    <dgm:pt modelId="{1C671C3E-96E8-4FC8-B468-BF1CBFB31751}">
      <dgm:prSet phldrT="[Text]"/>
      <dgm:spPr/>
      <dgm:t>
        <a:bodyPr/>
        <a:lstStyle/>
        <a:p>
          <a:r>
            <a:rPr lang="en-US" b="0" i="0" dirty="0" err="1"/>
            <a:t>Softmax</a:t>
          </a:r>
          <a:r>
            <a:rPr lang="en-US" b="0" i="0" dirty="0"/>
            <a:t> </a:t>
          </a:r>
          <a:r>
            <a:rPr lang="en-US" b="0" i="0" dirty="0" err="1"/>
            <a:t>Crossentropy</a:t>
          </a:r>
          <a:r>
            <a:rPr lang="en-US" b="0" i="0" dirty="0"/>
            <a:t> #2573</a:t>
          </a:r>
          <a:endParaRPr lang="en-US" dirty="0"/>
        </a:p>
      </dgm:t>
    </dgm:pt>
    <dgm:pt modelId="{9D6921E5-7BFC-47CD-AFBF-B02BBC0AC4C9}" type="parTrans" cxnId="{A37458AE-FC7E-41E6-8954-BAD43C65B4BE}">
      <dgm:prSet/>
      <dgm:spPr/>
      <dgm:t>
        <a:bodyPr/>
        <a:lstStyle/>
        <a:p>
          <a:endParaRPr lang="en-US"/>
        </a:p>
      </dgm:t>
    </dgm:pt>
    <dgm:pt modelId="{4E9BCE4F-3C61-4E36-97D4-F54A62F212D3}" type="sibTrans" cxnId="{A37458AE-FC7E-41E6-8954-BAD43C65B4BE}">
      <dgm:prSet/>
      <dgm:spPr/>
      <dgm:t>
        <a:bodyPr/>
        <a:lstStyle/>
        <a:p>
          <a:endParaRPr lang="en-US"/>
        </a:p>
      </dgm:t>
    </dgm:pt>
    <dgm:pt modelId="{7E7082CC-A4F5-450E-84DF-BAEA83C2EB9A}">
      <dgm:prSet phldrT="[Text]"/>
      <dgm:spPr/>
      <dgm:t>
        <a:bodyPr/>
        <a:lstStyle/>
        <a:p>
          <a:r>
            <a:rPr lang="en-US" dirty="0"/>
            <a:t>Gradient #2314</a:t>
          </a:r>
        </a:p>
      </dgm:t>
    </dgm:pt>
    <dgm:pt modelId="{C6B61BE8-8E5C-4F79-8EBA-EE829662A462}" type="parTrans" cxnId="{12412A4F-4023-4426-880B-FE2D49876419}">
      <dgm:prSet/>
      <dgm:spPr/>
      <dgm:t>
        <a:bodyPr/>
        <a:lstStyle/>
        <a:p>
          <a:endParaRPr lang="en-US"/>
        </a:p>
      </dgm:t>
    </dgm:pt>
    <dgm:pt modelId="{7F38BFDB-E4DD-4C7B-946D-04A381AA3BA2}" type="sibTrans" cxnId="{12412A4F-4023-4426-880B-FE2D49876419}">
      <dgm:prSet/>
      <dgm:spPr/>
      <dgm:t>
        <a:bodyPr/>
        <a:lstStyle/>
        <a:p>
          <a:endParaRPr lang="en-US"/>
        </a:p>
      </dgm:t>
    </dgm:pt>
    <dgm:pt modelId="{46CF15DF-1638-4C23-AD81-3830A44EA40B}" type="pres">
      <dgm:prSet presAssocID="{1CB3B81B-4D53-4AAD-B817-137B507EF2D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CC98307-79FE-47F4-8668-AD75F3023A11}" type="pres">
      <dgm:prSet presAssocID="{AA4F7C23-6633-440A-BC24-48DEB30395AF}" presName="root" presStyleCnt="0"/>
      <dgm:spPr/>
    </dgm:pt>
    <dgm:pt modelId="{F47F3F15-A5AB-42FB-86BF-2CDB4AC56759}" type="pres">
      <dgm:prSet presAssocID="{AA4F7C23-6633-440A-BC24-48DEB30395AF}" presName="rootComposite" presStyleCnt="0"/>
      <dgm:spPr/>
    </dgm:pt>
    <dgm:pt modelId="{35ACCB6B-F91C-4F6D-A63E-2B382A53E896}" type="pres">
      <dgm:prSet presAssocID="{AA4F7C23-6633-440A-BC24-48DEB30395AF}" presName="rootText" presStyleLbl="node1" presStyleIdx="0" presStyleCnt="3"/>
      <dgm:spPr/>
    </dgm:pt>
    <dgm:pt modelId="{5CC8E03B-540A-4441-BDB3-EEA2081E384B}" type="pres">
      <dgm:prSet presAssocID="{AA4F7C23-6633-440A-BC24-48DEB30395AF}" presName="rootConnector" presStyleLbl="node1" presStyleIdx="0" presStyleCnt="3"/>
      <dgm:spPr/>
    </dgm:pt>
    <dgm:pt modelId="{07F74D8D-1ED9-44AD-B04D-D2125D1BC149}" type="pres">
      <dgm:prSet presAssocID="{AA4F7C23-6633-440A-BC24-48DEB30395AF}" presName="childShape" presStyleCnt="0"/>
      <dgm:spPr/>
    </dgm:pt>
    <dgm:pt modelId="{A2B6593A-2B96-439F-B175-D9DC7B211BE8}" type="pres">
      <dgm:prSet presAssocID="{0F14F996-7EA8-4B5F-A934-A0763C2F2FA2}" presName="Name13" presStyleLbl="parChTrans1D2" presStyleIdx="0" presStyleCnt="8"/>
      <dgm:spPr/>
    </dgm:pt>
    <dgm:pt modelId="{7D15520C-11A2-4A1A-B747-3EEF6EC25185}" type="pres">
      <dgm:prSet presAssocID="{22E5AD5E-11B3-402E-814D-CD073BC3DBD3}" presName="childText" presStyleLbl="bgAcc1" presStyleIdx="0" presStyleCnt="8">
        <dgm:presLayoutVars>
          <dgm:bulletEnabled val="1"/>
        </dgm:presLayoutVars>
      </dgm:prSet>
      <dgm:spPr/>
    </dgm:pt>
    <dgm:pt modelId="{607B2C2F-3E3C-4C37-988B-E4F96B663784}" type="pres">
      <dgm:prSet presAssocID="{1EE552F5-9649-474B-B918-62CD8B477F28}" presName="Name13" presStyleLbl="parChTrans1D2" presStyleIdx="1" presStyleCnt="8"/>
      <dgm:spPr/>
    </dgm:pt>
    <dgm:pt modelId="{EB103DE6-D2B5-4C0B-ABF4-E3A740EC72A9}" type="pres">
      <dgm:prSet presAssocID="{67655A03-2E1E-4CA2-8EAC-C7F9F357C70E}" presName="childText" presStyleLbl="bgAcc1" presStyleIdx="1" presStyleCnt="8">
        <dgm:presLayoutVars>
          <dgm:bulletEnabled val="1"/>
        </dgm:presLayoutVars>
      </dgm:prSet>
      <dgm:spPr/>
    </dgm:pt>
    <dgm:pt modelId="{13AD7ACC-7972-4BFB-82D0-998548B899B5}" type="pres">
      <dgm:prSet presAssocID="{9D6921E5-7BFC-47CD-AFBF-B02BBC0AC4C9}" presName="Name13" presStyleLbl="parChTrans1D2" presStyleIdx="2" presStyleCnt="8"/>
      <dgm:spPr/>
    </dgm:pt>
    <dgm:pt modelId="{BBB5429D-3635-44E4-9204-B8C45A280BD4}" type="pres">
      <dgm:prSet presAssocID="{1C671C3E-96E8-4FC8-B468-BF1CBFB31751}" presName="childText" presStyleLbl="bgAcc1" presStyleIdx="2" presStyleCnt="8">
        <dgm:presLayoutVars>
          <dgm:bulletEnabled val="1"/>
        </dgm:presLayoutVars>
      </dgm:prSet>
      <dgm:spPr/>
    </dgm:pt>
    <dgm:pt modelId="{75F14ED8-503F-49AB-A3AD-A0B2483C2EAE}" type="pres">
      <dgm:prSet presAssocID="{9B3186F2-A499-4C9E-818A-141D81314DF1}" presName="root" presStyleCnt="0"/>
      <dgm:spPr/>
    </dgm:pt>
    <dgm:pt modelId="{995837F7-EF1A-4FF9-839C-DB1290186C00}" type="pres">
      <dgm:prSet presAssocID="{9B3186F2-A499-4C9E-818A-141D81314DF1}" presName="rootComposite" presStyleCnt="0"/>
      <dgm:spPr/>
    </dgm:pt>
    <dgm:pt modelId="{B00507D7-ED70-45F0-80A7-0B56ED84A277}" type="pres">
      <dgm:prSet presAssocID="{9B3186F2-A499-4C9E-818A-141D81314DF1}" presName="rootText" presStyleLbl="node1" presStyleIdx="1" presStyleCnt="3"/>
      <dgm:spPr/>
    </dgm:pt>
    <dgm:pt modelId="{3995C41C-F0E5-4953-824F-AE4F3221728C}" type="pres">
      <dgm:prSet presAssocID="{9B3186F2-A499-4C9E-818A-141D81314DF1}" presName="rootConnector" presStyleLbl="node1" presStyleIdx="1" presStyleCnt="3"/>
      <dgm:spPr/>
    </dgm:pt>
    <dgm:pt modelId="{CE3279B1-F333-48B3-8ACA-BF5A02816ABF}" type="pres">
      <dgm:prSet presAssocID="{9B3186F2-A499-4C9E-818A-141D81314DF1}" presName="childShape" presStyleCnt="0"/>
      <dgm:spPr/>
    </dgm:pt>
    <dgm:pt modelId="{3C153ECA-8544-498B-B46C-84FB3B2633A6}" type="pres">
      <dgm:prSet presAssocID="{9B23B045-BB5E-47C1-A84B-4489F6E1DFA2}" presName="Name13" presStyleLbl="parChTrans1D2" presStyleIdx="3" presStyleCnt="8"/>
      <dgm:spPr/>
    </dgm:pt>
    <dgm:pt modelId="{E85619D0-2BF7-4A29-A9DC-6B689F1F903C}" type="pres">
      <dgm:prSet presAssocID="{665F8BA6-9514-405D-9AE2-976A46E5959D}" presName="childText" presStyleLbl="bgAcc1" presStyleIdx="3" presStyleCnt="8">
        <dgm:presLayoutVars>
          <dgm:bulletEnabled val="1"/>
        </dgm:presLayoutVars>
      </dgm:prSet>
      <dgm:spPr/>
    </dgm:pt>
    <dgm:pt modelId="{9E08795D-9D87-4182-A1AE-FAE51F977BFD}" type="pres">
      <dgm:prSet presAssocID="{2296986F-D865-42F4-AB92-BCE7D9FFA697}" presName="Name13" presStyleLbl="parChTrans1D2" presStyleIdx="4" presStyleCnt="8"/>
      <dgm:spPr/>
    </dgm:pt>
    <dgm:pt modelId="{3F99E995-BBBF-4B97-AAC9-79BF36A80B8F}" type="pres">
      <dgm:prSet presAssocID="{97D5180C-17B9-47A4-A683-64D340A44921}" presName="childText" presStyleLbl="bgAcc1" presStyleIdx="4" presStyleCnt="8">
        <dgm:presLayoutVars>
          <dgm:bulletEnabled val="1"/>
        </dgm:presLayoutVars>
      </dgm:prSet>
      <dgm:spPr/>
    </dgm:pt>
    <dgm:pt modelId="{EA7EC5E0-739E-4455-9229-64C7B0EC2441}" type="pres">
      <dgm:prSet presAssocID="{9BC96B56-D536-4E83-9CAF-301233D313E2}" presName="Name13" presStyleLbl="parChTrans1D2" presStyleIdx="5" presStyleCnt="8"/>
      <dgm:spPr/>
    </dgm:pt>
    <dgm:pt modelId="{4789B4B1-2CB1-4F4E-86B5-4939AA019221}" type="pres">
      <dgm:prSet presAssocID="{0A994815-574A-4BCC-A3D2-94CC08AB8C80}" presName="childText" presStyleLbl="bgAcc1" presStyleIdx="5" presStyleCnt="8">
        <dgm:presLayoutVars>
          <dgm:bulletEnabled val="1"/>
        </dgm:presLayoutVars>
      </dgm:prSet>
      <dgm:spPr/>
    </dgm:pt>
    <dgm:pt modelId="{B39BD11C-1A8F-4DAE-8047-2C0C88EC7F16}" type="pres">
      <dgm:prSet presAssocID="{A47EF8AA-361E-4340-9EB4-753A94A5C6C7}" presName="root" presStyleCnt="0"/>
      <dgm:spPr/>
    </dgm:pt>
    <dgm:pt modelId="{78EDF364-FC04-478F-A59C-B1CB78C125FB}" type="pres">
      <dgm:prSet presAssocID="{A47EF8AA-361E-4340-9EB4-753A94A5C6C7}" presName="rootComposite" presStyleCnt="0"/>
      <dgm:spPr/>
    </dgm:pt>
    <dgm:pt modelId="{F3517BBF-C55A-4A9B-ACD5-6099E3739013}" type="pres">
      <dgm:prSet presAssocID="{A47EF8AA-361E-4340-9EB4-753A94A5C6C7}" presName="rootText" presStyleLbl="node1" presStyleIdx="2" presStyleCnt="3"/>
      <dgm:spPr/>
    </dgm:pt>
    <dgm:pt modelId="{218FA822-8B16-468E-996E-88E262AAF0CC}" type="pres">
      <dgm:prSet presAssocID="{A47EF8AA-361E-4340-9EB4-753A94A5C6C7}" presName="rootConnector" presStyleLbl="node1" presStyleIdx="2" presStyleCnt="3"/>
      <dgm:spPr/>
    </dgm:pt>
    <dgm:pt modelId="{E28C64E9-3B8E-412C-AF34-8249B150C2FA}" type="pres">
      <dgm:prSet presAssocID="{A47EF8AA-361E-4340-9EB4-753A94A5C6C7}" presName="childShape" presStyleCnt="0"/>
      <dgm:spPr/>
    </dgm:pt>
    <dgm:pt modelId="{2BF0BE9D-77A0-401C-B09A-E34380E09C2E}" type="pres">
      <dgm:prSet presAssocID="{C6B61BE8-8E5C-4F79-8EBA-EE829662A462}" presName="Name13" presStyleLbl="parChTrans1D2" presStyleIdx="6" presStyleCnt="8"/>
      <dgm:spPr/>
    </dgm:pt>
    <dgm:pt modelId="{0682B3BE-6F0A-4A8C-B26C-8F091D9DB1E5}" type="pres">
      <dgm:prSet presAssocID="{7E7082CC-A4F5-450E-84DF-BAEA83C2EB9A}" presName="childText" presStyleLbl="bgAcc1" presStyleIdx="6" presStyleCnt="8">
        <dgm:presLayoutVars>
          <dgm:bulletEnabled val="1"/>
        </dgm:presLayoutVars>
      </dgm:prSet>
      <dgm:spPr/>
    </dgm:pt>
    <dgm:pt modelId="{DD932733-D930-4559-B9D2-FFD4375D39CC}" type="pres">
      <dgm:prSet presAssocID="{41C631D7-B5A0-4D8F-ADE3-B5BA9E8C7279}" presName="Name13" presStyleLbl="parChTrans1D2" presStyleIdx="7" presStyleCnt="8"/>
      <dgm:spPr/>
    </dgm:pt>
    <dgm:pt modelId="{649DB108-6F0E-4D73-B31C-6C1A078AC150}" type="pres">
      <dgm:prSet presAssocID="{2DC0D6F3-AB6C-4D0F-A039-71996EB5FFCE}" presName="childText" presStyleLbl="bgAcc1" presStyleIdx="7" presStyleCnt="8">
        <dgm:presLayoutVars>
          <dgm:bulletEnabled val="1"/>
        </dgm:presLayoutVars>
      </dgm:prSet>
      <dgm:spPr/>
    </dgm:pt>
  </dgm:ptLst>
  <dgm:cxnLst>
    <dgm:cxn modelId="{07E8C40F-C131-4807-82D0-AF5B59F132C8}" type="presOf" srcId="{AA4F7C23-6633-440A-BC24-48DEB30395AF}" destId="{5CC8E03B-540A-4441-BDB3-EEA2081E384B}" srcOrd="1" destOrd="0" presId="urn:microsoft.com/office/officeart/2005/8/layout/hierarchy3"/>
    <dgm:cxn modelId="{DCC65715-9570-4D25-9A52-A9E79E8769B9}" type="presOf" srcId="{A47EF8AA-361E-4340-9EB4-753A94A5C6C7}" destId="{F3517BBF-C55A-4A9B-ACD5-6099E3739013}" srcOrd="0" destOrd="0" presId="urn:microsoft.com/office/officeart/2005/8/layout/hierarchy3"/>
    <dgm:cxn modelId="{9B8C0419-D54C-44FB-9F67-5EE6D695A251}" type="presOf" srcId="{2DC0D6F3-AB6C-4D0F-A039-71996EB5FFCE}" destId="{649DB108-6F0E-4D73-B31C-6C1A078AC150}" srcOrd="0" destOrd="0" presId="urn:microsoft.com/office/officeart/2005/8/layout/hierarchy3"/>
    <dgm:cxn modelId="{1DFD7F33-6E19-4001-913D-22905CA14C4B}" srcId="{AA4F7C23-6633-440A-BC24-48DEB30395AF}" destId="{67655A03-2E1E-4CA2-8EAC-C7F9F357C70E}" srcOrd="1" destOrd="0" parTransId="{1EE552F5-9649-474B-B918-62CD8B477F28}" sibTransId="{D18BADCB-3735-4CCF-AAEF-3FCC8C42E831}"/>
    <dgm:cxn modelId="{BBB29E62-4827-4EAE-8FF3-1D3C665E7362}" type="presOf" srcId="{9BC96B56-D536-4E83-9CAF-301233D313E2}" destId="{EA7EC5E0-739E-4455-9229-64C7B0EC2441}" srcOrd="0" destOrd="0" presId="urn:microsoft.com/office/officeart/2005/8/layout/hierarchy3"/>
    <dgm:cxn modelId="{10A24B4A-1123-492E-8B57-A1941E544F55}" type="presOf" srcId="{1EE552F5-9649-474B-B918-62CD8B477F28}" destId="{607B2C2F-3E3C-4C37-988B-E4F96B663784}" srcOrd="0" destOrd="0" presId="urn:microsoft.com/office/officeart/2005/8/layout/hierarchy3"/>
    <dgm:cxn modelId="{3CEED94E-D851-4309-8555-3F69B0CFA854}" type="presOf" srcId="{AA4F7C23-6633-440A-BC24-48DEB30395AF}" destId="{35ACCB6B-F91C-4F6D-A63E-2B382A53E896}" srcOrd="0" destOrd="0" presId="urn:microsoft.com/office/officeart/2005/8/layout/hierarchy3"/>
    <dgm:cxn modelId="{12412A4F-4023-4426-880B-FE2D49876419}" srcId="{A47EF8AA-361E-4340-9EB4-753A94A5C6C7}" destId="{7E7082CC-A4F5-450E-84DF-BAEA83C2EB9A}" srcOrd="0" destOrd="0" parTransId="{C6B61BE8-8E5C-4F79-8EBA-EE829662A462}" sibTransId="{7F38BFDB-E4DD-4C7B-946D-04A381AA3BA2}"/>
    <dgm:cxn modelId="{A3371A70-D9AD-459F-A12A-97B7731B6FB7}" type="presOf" srcId="{1C671C3E-96E8-4FC8-B468-BF1CBFB31751}" destId="{BBB5429D-3635-44E4-9204-B8C45A280BD4}" srcOrd="0" destOrd="0" presId="urn:microsoft.com/office/officeart/2005/8/layout/hierarchy3"/>
    <dgm:cxn modelId="{F57B8573-EBE5-4B72-9860-EB54C96BCF42}" srcId="{1CB3B81B-4D53-4AAD-B817-137B507EF2D0}" destId="{AA4F7C23-6633-440A-BC24-48DEB30395AF}" srcOrd="0" destOrd="0" parTransId="{EA18116D-5853-427C-8B5D-F0BA19AABA26}" sibTransId="{15DC899F-DB42-460C-B2E4-5EFDAC34FD1A}"/>
    <dgm:cxn modelId="{F672C456-5EAF-4F8A-8FF9-1E61623625EC}" type="presOf" srcId="{C6B61BE8-8E5C-4F79-8EBA-EE829662A462}" destId="{2BF0BE9D-77A0-401C-B09A-E34380E09C2E}" srcOrd="0" destOrd="0" presId="urn:microsoft.com/office/officeart/2005/8/layout/hierarchy3"/>
    <dgm:cxn modelId="{FD2AF776-1AE2-47FE-ABD4-AB4FB129B0C7}" type="presOf" srcId="{9B3186F2-A499-4C9E-818A-141D81314DF1}" destId="{B00507D7-ED70-45F0-80A7-0B56ED84A277}" srcOrd="0" destOrd="0" presId="urn:microsoft.com/office/officeart/2005/8/layout/hierarchy3"/>
    <dgm:cxn modelId="{04D3017F-BCDA-4834-9C1E-0DF00E0FB850}" type="presOf" srcId="{41C631D7-B5A0-4D8F-ADE3-B5BA9E8C7279}" destId="{DD932733-D930-4559-B9D2-FFD4375D39CC}" srcOrd="0" destOrd="0" presId="urn:microsoft.com/office/officeart/2005/8/layout/hierarchy3"/>
    <dgm:cxn modelId="{80A54A86-7E53-4BE1-9143-011E2032E7AC}" type="presOf" srcId="{9B23B045-BB5E-47C1-A84B-4489F6E1DFA2}" destId="{3C153ECA-8544-498B-B46C-84FB3B2633A6}" srcOrd="0" destOrd="0" presId="urn:microsoft.com/office/officeart/2005/8/layout/hierarchy3"/>
    <dgm:cxn modelId="{99DD4188-9E84-453C-9471-236FBFBC76D8}" srcId="{9B3186F2-A499-4C9E-818A-141D81314DF1}" destId="{97D5180C-17B9-47A4-A683-64D340A44921}" srcOrd="1" destOrd="0" parTransId="{2296986F-D865-42F4-AB92-BCE7D9FFA697}" sibTransId="{113FDFD4-6446-4358-991D-F7452EB32A6D}"/>
    <dgm:cxn modelId="{8141E491-36F8-4B66-810D-C25F4FBF7E9A}" type="presOf" srcId="{0F14F996-7EA8-4B5F-A934-A0763C2F2FA2}" destId="{A2B6593A-2B96-439F-B175-D9DC7B211BE8}" srcOrd="0" destOrd="0" presId="urn:microsoft.com/office/officeart/2005/8/layout/hierarchy3"/>
    <dgm:cxn modelId="{362DBF98-F529-47ED-9D03-B8F8B6F07B3D}" type="presOf" srcId="{22E5AD5E-11B3-402E-814D-CD073BC3DBD3}" destId="{7D15520C-11A2-4A1A-B747-3EEF6EC25185}" srcOrd="0" destOrd="0" presId="urn:microsoft.com/office/officeart/2005/8/layout/hierarchy3"/>
    <dgm:cxn modelId="{8AF3C39B-58A3-49C0-A044-CDCF7BB554FA}" srcId="{9B3186F2-A499-4C9E-818A-141D81314DF1}" destId="{665F8BA6-9514-405D-9AE2-976A46E5959D}" srcOrd="0" destOrd="0" parTransId="{9B23B045-BB5E-47C1-A84B-4489F6E1DFA2}" sibTransId="{123F9780-2A2E-4054-B470-D6ED39DDF0D6}"/>
    <dgm:cxn modelId="{A37458AE-FC7E-41E6-8954-BAD43C65B4BE}" srcId="{AA4F7C23-6633-440A-BC24-48DEB30395AF}" destId="{1C671C3E-96E8-4FC8-B468-BF1CBFB31751}" srcOrd="2" destOrd="0" parTransId="{9D6921E5-7BFC-47CD-AFBF-B02BBC0AC4C9}" sibTransId="{4E9BCE4F-3C61-4E36-97D4-F54A62F212D3}"/>
    <dgm:cxn modelId="{B92EE8B7-1069-43DB-B967-173015BAA0EF}" type="presOf" srcId="{67655A03-2E1E-4CA2-8EAC-C7F9F357C70E}" destId="{EB103DE6-D2B5-4C0B-ABF4-E3A740EC72A9}" srcOrd="0" destOrd="0" presId="urn:microsoft.com/office/officeart/2005/8/layout/hierarchy3"/>
    <dgm:cxn modelId="{2F6FF5B8-D7BA-4278-A1A6-4438646662BF}" type="presOf" srcId="{7E7082CC-A4F5-450E-84DF-BAEA83C2EB9A}" destId="{0682B3BE-6F0A-4A8C-B26C-8F091D9DB1E5}" srcOrd="0" destOrd="0" presId="urn:microsoft.com/office/officeart/2005/8/layout/hierarchy3"/>
    <dgm:cxn modelId="{EA6A54C3-C6F9-45C7-B6B9-930D46E54839}" type="presOf" srcId="{A47EF8AA-361E-4340-9EB4-753A94A5C6C7}" destId="{218FA822-8B16-468E-996E-88E262AAF0CC}" srcOrd="1" destOrd="0" presId="urn:microsoft.com/office/officeart/2005/8/layout/hierarchy3"/>
    <dgm:cxn modelId="{E9BABAC3-8C11-41A2-B59B-70C7CC29B171}" type="presOf" srcId="{97D5180C-17B9-47A4-A683-64D340A44921}" destId="{3F99E995-BBBF-4B97-AAC9-79BF36A80B8F}" srcOrd="0" destOrd="0" presId="urn:microsoft.com/office/officeart/2005/8/layout/hierarchy3"/>
    <dgm:cxn modelId="{B9144EC8-CBE5-42E9-BBEF-A1036E77124E}" type="presOf" srcId="{9B3186F2-A499-4C9E-818A-141D81314DF1}" destId="{3995C41C-F0E5-4953-824F-AE4F3221728C}" srcOrd="1" destOrd="0" presId="urn:microsoft.com/office/officeart/2005/8/layout/hierarchy3"/>
    <dgm:cxn modelId="{7BA2E1CE-B16B-492D-90C5-38E8337D0662}" type="presOf" srcId="{665F8BA6-9514-405D-9AE2-976A46E5959D}" destId="{E85619D0-2BF7-4A29-A9DC-6B689F1F903C}" srcOrd="0" destOrd="0" presId="urn:microsoft.com/office/officeart/2005/8/layout/hierarchy3"/>
    <dgm:cxn modelId="{E66125CF-0BE8-40FA-BF4D-B9700F06362A}" type="presOf" srcId="{9D6921E5-7BFC-47CD-AFBF-B02BBC0AC4C9}" destId="{13AD7ACC-7972-4BFB-82D0-998548B899B5}" srcOrd="0" destOrd="0" presId="urn:microsoft.com/office/officeart/2005/8/layout/hierarchy3"/>
    <dgm:cxn modelId="{5E2CB1D5-8A50-4068-9045-27AC246E63E6}" type="presOf" srcId="{0A994815-574A-4BCC-A3D2-94CC08AB8C80}" destId="{4789B4B1-2CB1-4F4E-86B5-4939AA019221}" srcOrd="0" destOrd="0" presId="urn:microsoft.com/office/officeart/2005/8/layout/hierarchy3"/>
    <dgm:cxn modelId="{6C110ADA-593E-4112-9C84-DB708F0279F4}" srcId="{1CB3B81B-4D53-4AAD-B817-137B507EF2D0}" destId="{9B3186F2-A499-4C9E-818A-141D81314DF1}" srcOrd="1" destOrd="0" parTransId="{D7A91C52-1399-4344-86F1-106ABF036AC2}" sibTransId="{3BC0A98A-E177-4B26-88D0-A2A2C53AC3A9}"/>
    <dgm:cxn modelId="{9A36EFE1-C4BF-422C-8AF1-E42DA59E5083}" type="presOf" srcId="{1CB3B81B-4D53-4AAD-B817-137B507EF2D0}" destId="{46CF15DF-1638-4C23-AD81-3830A44EA40B}" srcOrd="0" destOrd="0" presId="urn:microsoft.com/office/officeart/2005/8/layout/hierarchy3"/>
    <dgm:cxn modelId="{7B4279E3-8586-439B-A55E-AE17498CDA99}" type="presOf" srcId="{2296986F-D865-42F4-AB92-BCE7D9FFA697}" destId="{9E08795D-9D87-4182-A1AE-FAE51F977BFD}" srcOrd="0" destOrd="0" presId="urn:microsoft.com/office/officeart/2005/8/layout/hierarchy3"/>
    <dgm:cxn modelId="{7AFB72E5-F78C-4A89-943A-EC6E4CB06215}" srcId="{AA4F7C23-6633-440A-BC24-48DEB30395AF}" destId="{22E5AD5E-11B3-402E-814D-CD073BC3DBD3}" srcOrd="0" destOrd="0" parTransId="{0F14F996-7EA8-4B5F-A934-A0763C2F2FA2}" sibTransId="{436B1488-8869-4B14-9F92-E4C3D58586EF}"/>
    <dgm:cxn modelId="{153A51F4-5D99-49E7-80DB-74B9DD515948}" srcId="{1CB3B81B-4D53-4AAD-B817-137B507EF2D0}" destId="{A47EF8AA-361E-4340-9EB4-753A94A5C6C7}" srcOrd="2" destOrd="0" parTransId="{359DE392-85F5-4964-A2AB-2AFE298B4702}" sibTransId="{D12042E6-DCFC-411A-B112-4C7EA1B6EC01}"/>
    <dgm:cxn modelId="{EF7644F9-8026-4AE7-9005-603281C3B398}" srcId="{9B3186F2-A499-4C9E-818A-141D81314DF1}" destId="{0A994815-574A-4BCC-A3D2-94CC08AB8C80}" srcOrd="2" destOrd="0" parTransId="{9BC96B56-D536-4E83-9CAF-301233D313E2}" sibTransId="{9246F258-D294-447E-86F0-51E0E3D4E9F8}"/>
    <dgm:cxn modelId="{782E58FD-B1DA-46E6-B281-8DCFAAF0056A}" srcId="{A47EF8AA-361E-4340-9EB4-753A94A5C6C7}" destId="{2DC0D6F3-AB6C-4D0F-A039-71996EB5FFCE}" srcOrd="1" destOrd="0" parTransId="{41C631D7-B5A0-4D8F-ADE3-B5BA9E8C7279}" sibTransId="{5FCA9202-631B-49B0-B292-D6C9339574D4}"/>
    <dgm:cxn modelId="{8B51FC3F-C010-4464-9E81-26683D9DC1D0}" type="presParOf" srcId="{46CF15DF-1638-4C23-AD81-3830A44EA40B}" destId="{CCC98307-79FE-47F4-8668-AD75F3023A11}" srcOrd="0" destOrd="0" presId="urn:microsoft.com/office/officeart/2005/8/layout/hierarchy3"/>
    <dgm:cxn modelId="{51A863D1-3FB7-4566-A282-9BC5AFEBDB5C}" type="presParOf" srcId="{CCC98307-79FE-47F4-8668-AD75F3023A11}" destId="{F47F3F15-A5AB-42FB-86BF-2CDB4AC56759}" srcOrd="0" destOrd="0" presId="urn:microsoft.com/office/officeart/2005/8/layout/hierarchy3"/>
    <dgm:cxn modelId="{410E4445-045D-46FA-8EE1-769828BB5229}" type="presParOf" srcId="{F47F3F15-A5AB-42FB-86BF-2CDB4AC56759}" destId="{35ACCB6B-F91C-4F6D-A63E-2B382A53E896}" srcOrd="0" destOrd="0" presId="urn:microsoft.com/office/officeart/2005/8/layout/hierarchy3"/>
    <dgm:cxn modelId="{AEB129F3-8E7C-4633-9A7E-196AB4E3D74E}" type="presParOf" srcId="{F47F3F15-A5AB-42FB-86BF-2CDB4AC56759}" destId="{5CC8E03B-540A-4441-BDB3-EEA2081E384B}" srcOrd="1" destOrd="0" presId="urn:microsoft.com/office/officeart/2005/8/layout/hierarchy3"/>
    <dgm:cxn modelId="{777837DA-9F50-4263-913E-F9157CBA1851}" type="presParOf" srcId="{CCC98307-79FE-47F4-8668-AD75F3023A11}" destId="{07F74D8D-1ED9-44AD-B04D-D2125D1BC149}" srcOrd="1" destOrd="0" presId="urn:microsoft.com/office/officeart/2005/8/layout/hierarchy3"/>
    <dgm:cxn modelId="{707E90B2-144A-4F11-8268-5C5FCA5F58CC}" type="presParOf" srcId="{07F74D8D-1ED9-44AD-B04D-D2125D1BC149}" destId="{A2B6593A-2B96-439F-B175-D9DC7B211BE8}" srcOrd="0" destOrd="0" presId="urn:microsoft.com/office/officeart/2005/8/layout/hierarchy3"/>
    <dgm:cxn modelId="{13407851-ADB3-4626-8152-E195DE40639F}" type="presParOf" srcId="{07F74D8D-1ED9-44AD-B04D-D2125D1BC149}" destId="{7D15520C-11A2-4A1A-B747-3EEF6EC25185}" srcOrd="1" destOrd="0" presId="urn:microsoft.com/office/officeart/2005/8/layout/hierarchy3"/>
    <dgm:cxn modelId="{5560A18B-E7C1-4AD5-8737-6732873164E7}" type="presParOf" srcId="{07F74D8D-1ED9-44AD-B04D-D2125D1BC149}" destId="{607B2C2F-3E3C-4C37-988B-E4F96B663784}" srcOrd="2" destOrd="0" presId="urn:microsoft.com/office/officeart/2005/8/layout/hierarchy3"/>
    <dgm:cxn modelId="{47485ED5-6065-4C52-BFBE-7E917E967641}" type="presParOf" srcId="{07F74D8D-1ED9-44AD-B04D-D2125D1BC149}" destId="{EB103DE6-D2B5-4C0B-ABF4-E3A740EC72A9}" srcOrd="3" destOrd="0" presId="urn:microsoft.com/office/officeart/2005/8/layout/hierarchy3"/>
    <dgm:cxn modelId="{FE6ED36A-E3E0-4F2F-946E-9207B1124184}" type="presParOf" srcId="{07F74D8D-1ED9-44AD-B04D-D2125D1BC149}" destId="{13AD7ACC-7972-4BFB-82D0-998548B899B5}" srcOrd="4" destOrd="0" presId="urn:microsoft.com/office/officeart/2005/8/layout/hierarchy3"/>
    <dgm:cxn modelId="{5E512952-1B76-4C6D-93F7-30ECA80215FC}" type="presParOf" srcId="{07F74D8D-1ED9-44AD-B04D-D2125D1BC149}" destId="{BBB5429D-3635-44E4-9204-B8C45A280BD4}" srcOrd="5" destOrd="0" presId="urn:microsoft.com/office/officeart/2005/8/layout/hierarchy3"/>
    <dgm:cxn modelId="{9913B698-1288-45B5-A03B-D0B2466C21C7}" type="presParOf" srcId="{46CF15DF-1638-4C23-AD81-3830A44EA40B}" destId="{75F14ED8-503F-49AB-A3AD-A0B2483C2EAE}" srcOrd="1" destOrd="0" presId="urn:microsoft.com/office/officeart/2005/8/layout/hierarchy3"/>
    <dgm:cxn modelId="{5970F323-CD80-425D-84C4-8F6759A33CDC}" type="presParOf" srcId="{75F14ED8-503F-49AB-A3AD-A0B2483C2EAE}" destId="{995837F7-EF1A-4FF9-839C-DB1290186C00}" srcOrd="0" destOrd="0" presId="urn:microsoft.com/office/officeart/2005/8/layout/hierarchy3"/>
    <dgm:cxn modelId="{C08FA13D-DE0D-4EC1-A64B-A4AF50B6E4C6}" type="presParOf" srcId="{995837F7-EF1A-4FF9-839C-DB1290186C00}" destId="{B00507D7-ED70-45F0-80A7-0B56ED84A277}" srcOrd="0" destOrd="0" presId="urn:microsoft.com/office/officeart/2005/8/layout/hierarchy3"/>
    <dgm:cxn modelId="{0419395A-1606-4796-AAF5-CF562CFB81BA}" type="presParOf" srcId="{995837F7-EF1A-4FF9-839C-DB1290186C00}" destId="{3995C41C-F0E5-4953-824F-AE4F3221728C}" srcOrd="1" destOrd="0" presId="urn:microsoft.com/office/officeart/2005/8/layout/hierarchy3"/>
    <dgm:cxn modelId="{66BBA7CB-FE0B-4D23-82A2-4BC7725FC48A}" type="presParOf" srcId="{75F14ED8-503F-49AB-A3AD-A0B2483C2EAE}" destId="{CE3279B1-F333-48B3-8ACA-BF5A02816ABF}" srcOrd="1" destOrd="0" presId="urn:microsoft.com/office/officeart/2005/8/layout/hierarchy3"/>
    <dgm:cxn modelId="{730D4C69-8147-4010-B7F6-6B6CF1C3A470}" type="presParOf" srcId="{CE3279B1-F333-48B3-8ACA-BF5A02816ABF}" destId="{3C153ECA-8544-498B-B46C-84FB3B2633A6}" srcOrd="0" destOrd="0" presId="urn:microsoft.com/office/officeart/2005/8/layout/hierarchy3"/>
    <dgm:cxn modelId="{324B0045-9399-4AE2-9608-ACE8153BAB8D}" type="presParOf" srcId="{CE3279B1-F333-48B3-8ACA-BF5A02816ABF}" destId="{E85619D0-2BF7-4A29-A9DC-6B689F1F903C}" srcOrd="1" destOrd="0" presId="urn:microsoft.com/office/officeart/2005/8/layout/hierarchy3"/>
    <dgm:cxn modelId="{23276622-626A-43A9-B4B5-49307A986511}" type="presParOf" srcId="{CE3279B1-F333-48B3-8ACA-BF5A02816ABF}" destId="{9E08795D-9D87-4182-A1AE-FAE51F977BFD}" srcOrd="2" destOrd="0" presId="urn:microsoft.com/office/officeart/2005/8/layout/hierarchy3"/>
    <dgm:cxn modelId="{4D45E830-3B23-4E7E-83F0-EA272FC1CD7A}" type="presParOf" srcId="{CE3279B1-F333-48B3-8ACA-BF5A02816ABF}" destId="{3F99E995-BBBF-4B97-AAC9-79BF36A80B8F}" srcOrd="3" destOrd="0" presId="urn:microsoft.com/office/officeart/2005/8/layout/hierarchy3"/>
    <dgm:cxn modelId="{06C7A343-3044-45C2-84A9-A297317DAFE3}" type="presParOf" srcId="{CE3279B1-F333-48B3-8ACA-BF5A02816ABF}" destId="{EA7EC5E0-739E-4455-9229-64C7B0EC2441}" srcOrd="4" destOrd="0" presId="urn:microsoft.com/office/officeart/2005/8/layout/hierarchy3"/>
    <dgm:cxn modelId="{53491678-D2DF-48C7-822E-D6B73C76E4FF}" type="presParOf" srcId="{CE3279B1-F333-48B3-8ACA-BF5A02816ABF}" destId="{4789B4B1-2CB1-4F4E-86B5-4939AA019221}" srcOrd="5" destOrd="0" presId="urn:microsoft.com/office/officeart/2005/8/layout/hierarchy3"/>
    <dgm:cxn modelId="{3D6E6821-5D86-40F4-9A73-F7A6F4DD7201}" type="presParOf" srcId="{46CF15DF-1638-4C23-AD81-3830A44EA40B}" destId="{B39BD11C-1A8F-4DAE-8047-2C0C88EC7F16}" srcOrd="2" destOrd="0" presId="urn:microsoft.com/office/officeart/2005/8/layout/hierarchy3"/>
    <dgm:cxn modelId="{225F6440-DA4B-4A71-9151-0F2C6A8CC2C4}" type="presParOf" srcId="{B39BD11C-1A8F-4DAE-8047-2C0C88EC7F16}" destId="{78EDF364-FC04-478F-A59C-B1CB78C125FB}" srcOrd="0" destOrd="0" presId="urn:microsoft.com/office/officeart/2005/8/layout/hierarchy3"/>
    <dgm:cxn modelId="{493B8D56-4B52-4420-A9A0-C006B15E3F14}" type="presParOf" srcId="{78EDF364-FC04-478F-A59C-B1CB78C125FB}" destId="{F3517BBF-C55A-4A9B-ACD5-6099E3739013}" srcOrd="0" destOrd="0" presId="urn:microsoft.com/office/officeart/2005/8/layout/hierarchy3"/>
    <dgm:cxn modelId="{AA4A778A-AA5D-4DEC-A77B-438C9332C6B7}" type="presParOf" srcId="{78EDF364-FC04-478F-A59C-B1CB78C125FB}" destId="{218FA822-8B16-468E-996E-88E262AAF0CC}" srcOrd="1" destOrd="0" presId="urn:microsoft.com/office/officeart/2005/8/layout/hierarchy3"/>
    <dgm:cxn modelId="{698214B9-D295-4085-BE23-6A04396B8BE6}" type="presParOf" srcId="{B39BD11C-1A8F-4DAE-8047-2C0C88EC7F16}" destId="{E28C64E9-3B8E-412C-AF34-8249B150C2FA}" srcOrd="1" destOrd="0" presId="urn:microsoft.com/office/officeart/2005/8/layout/hierarchy3"/>
    <dgm:cxn modelId="{A6D28EBC-B50D-413D-8B7D-7B00B75D6DEB}" type="presParOf" srcId="{E28C64E9-3B8E-412C-AF34-8249B150C2FA}" destId="{2BF0BE9D-77A0-401C-B09A-E34380E09C2E}" srcOrd="0" destOrd="0" presId="urn:microsoft.com/office/officeart/2005/8/layout/hierarchy3"/>
    <dgm:cxn modelId="{FC72D847-9DA8-49D4-926C-783CB45684CE}" type="presParOf" srcId="{E28C64E9-3B8E-412C-AF34-8249B150C2FA}" destId="{0682B3BE-6F0A-4A8C-B26C-8F091D9DB1E5}" srcOrd="1" destOrd="0" presId="urn:microsoft.com/office/officeart/2005/8/layout/hierarchy3"/>
    <dgm:cxn modelId="{FC7DB6F1-CC41-4BA1-B142-71CAB7FAC653}" type="presParOf" srcId="{E28C64E9-3B8E-412C-AF34-8249B150C2FA}" destId="{DD932733-D930-4559-B9D2-FFD4375D39CC}" srcOrd="2" destOrd="0" presId="urn:microsoft.com/office/officeart/2005/8/layout/hierarchy3"/>
    <dgm:cxn modelId="{FD051A43-9837-429E-AC66-7629BA01E36C}" type="presParOf" srcId="{E28C64E9-3B8E-412C-AF34-8249B150C2FA}" destId="{649DB108-6F0E-4D73-B31C-6C1A078AC150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9C2AFB-47B6-4AAF-A0E8-7F52B49387BC}">
      <dsp:nvSpPr>
        <dsp:cNvPr id="0" name=""/>
        <dsp:cNvSpPr/>
      </dsp:nvSpPr>
      <dsp:spPr>
        <a:xfrm rot="3683258">
          <a:off x="2937230" y="3668044"/>
          <a:ext cx="964343" cy="38496"/>
        </a:xfrm>
        <a:custGeom>
          <a:avLst/>
          <a:gdLst/>
          <a:ahLst/>
          <a:cxnLst/>
          <a:rect l="0" t="0" r="0" b="0"/>
          <a:pathLst>
            <a:path>
              <a:moveTo>
                <a:pt x="0" y="19248"/>
              </a:moveTo>
              <a:lnTo>
                <a:pt x="964343" y="19248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42994A-4180-4473-9021-2DF64F1C1B16}">
      <dsp:nvSpPr>
        <dsp:cNvPr id="0" name=""/>
        <dsp:cNvSpPr/>
      </dsp:nvSpPr>
      <dsp:spPr>
        <a:xfrm rot="1312687">
          <a:off x="3467872" y="2972574"/>
          <a:ext cx="688772" cy="38496"/>
        </a:xfrm>
        <a:custGeom>
          <a:avLst/>
          <a:gdLst/>
          <a:ahLst/>
          <a:cxnLst/>
          <a:rect l="0" t="0" r="0" b="0"/>
          <a:pathLst>
            <a:path>
              <a:moveTo>
                <a:pt x="0" y="19248"/>
              </a:moveTo>
              <a:lnTo>
                <a:pt x="688772" y="19248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D0F8B8-7A50-41B0-90CC-756BD296718B}">
      <dsp:nvSpPr>
        <dsp:cNvPr id="0" name=""/>
        <dsp:cNvSpPr/>
      </dsp:nvSpPr>
      <dsp:spPr>
        <a:xfrm rot="20287313">
          <a:off x="3467872" y="2178432"/>
          <a:ext cx="688772" cy="38496"/>
        </a:xfrm>
        <a:custGeom>
          <a:avLst/>
          <a:gdLst/>
          <a:ahLst/>
          <a:cxnLst/>
          <a:rect l="0" t="0" r="0" b="0"/>
          <a:pathLst>
            <a:path>
              <a:moveTo>
                <a:pt x="0" y="19248"/>
              </a:moveTo>
              <a:lnTo>
                <a:pt x="688772" y="19248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B03EA9-9D14-4349-AC8A-4F7C6B2056D1}">
      <dsp:nvSpPr>
        <dsp:cNvPr id="0" name=""/>
        <dsp:cNvSpPr/>
      </dsp:nvSpPr>
      <dsp:spPr>
        <a:xfrm rot="17912098">
          <a:off x="2936601" y="1484525"/>
          <a:ext cx="960074" cy="38496"/>
        </a:xfrm>
        <a:custGeom>
          <a:avLst/>
          <a:gdLst/>
          <a:ahLst/>
          <a:cxnLst/>
          <a:rect l="0" t="0" r="0" b="0"/>
          <a:pathLst>
            <a:path>
              <a:moveTo>
                <a:pt x="0" y="19248"/>
              </a:moveTo>
              <a:lnTo>
                <a:pt x="960074" y="19248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597928-AFE2-48A8-8641-8C76A22A8739}">
      <dsp:nvSpPr>
        <dsp:cNvPr id="0" name=""/>
        <dsp:cNvSpPr/>
      </dsp:nvSpPr>
      <dsp:spPr>
        <a:xfrm>
          <a:off x="1867348" y="1638676"/>
          <a:ext cx="1912150" cy="1912150"/>
        </a:xfrm>
        <a:prstGeom prst="ellipse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50D80-1C01-49AD-B235-420BC308C049}">
      <dsp:nvSpPr>
        <dsp:cNvPr id="0" name=""/>
        <dsp:cNvSpPr/>
      </dsp:nvSpPr>
      <dsp:spPr>
        <a:xfrm>
          <a:off x="3333685" y="1684"/>
          <a:ext cx="1175582" cy="1147290"/>
        </a:xfrm>
        <a:prstGeom prst="ellipse">
          <a:avLst/>
        </a:prstGeom>
        <a:solidFill>
          <a:schemeClr val="accent3">
            <a:shade val="80000"/>
            <a:hueOff val="-8036"/>
            <a:satOff val="-4389"/>
            <a:lumOff val="770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ONNX Runtime</a:t>
          </a:r>
        </a:p>
      </dsp:txBody>
      <dsp:txXfrm>
        <a:off x="3505845" y="169701"/>
        <a:ext cx="831262" cy="811256"/>
      </dsp:txXfrm>
    </dsp:sp>
    <dsp:sp modelId="{8E086A6D-BA37-4F08-B88F-3B094123F7BE}">
      <dsp:nvSpPr>
        <dsp:cNvPr id="0" name=""/>
        <dsp:cNvSpPr/>
      </dsp:nvSpPr>
      <dsp:spPr>
        <a:xfrm>
          <a:off x="4090527" y="1281946"/>
          <a:ext cx="1147290" cy="1147290"/>
        </a:xfrm>
        <a:prstGeom prst="ellipse">
          <a:avLst/>
        </a:prstGeom>
        <a:solidFill>
          <a:schemeClr val="accent3">
            <a:shade val="80000"/>
            <a:hueOff val="-16073"/>
            <a:satOff val="-8779"/>
            <a:lumOff val="1540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rgbClr val="FF9600"/>
              </a:solidFill>
              <a:latin typeface="IBM Plex Sans" charset="0"/>
              <a:ea typeface="IBM Plex Sans" charset="0"/>
              <a:cs typeface="IBM Plex Sans" charset="0"/>
            </a:rPr>
            <a:t>TF</a:t>
          </a:r>
          <a:endParaRPr lang="en-US" sz="2800" kern="1200" dirty="0"/>
        </a:p>
      </dsp:txBody>
      <dsp:txXfrm>
        <a:off x="4258544" y="1449963"/>
        <a:ext cx="811256" cy="811256"/>
      </dsp:txXfrm>
    </dsp:sp>
    <dsp:sp modelId="{D02C763C-4173-44DA-9AB5-D90EF5A01950}">
      <dsp:nvSpPr>
        <dsp:cNvPr id="0" name=""/>
        <dsp:cNvSpPr/>
      </dsp:nvSpPr>
      <dsp:spPr>
        <a:xfrm>
          <a:off x="4090527" y="2760266"/>
          <a:ext cx="1147290" cy="1147290"/>
        </a:xfrm>
        <a:prstGeom prst="ellipse">
          <a:avLst/>
        </a:prstGeom>
        <a:solidFill>
          <a:schemeClr val="accent3">
            <a:shade val="80000"/>
            <a:hueOff val="-24109"/>
            <a:satOff val="-13168"/>
            <a:lumOff val="2310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MLIR</a:t>
          </a:r>
          <a:r>
            <a:rPr lang="en-US" sz="2500" kern="1200" dirty="0"/>
            <a:t>  </a:t>
          </a:r>
        </a:p>
      </dsp:txBody>
      <dsp:txXfrm>
        <a:off x="4258544" y="2928283"/>
        <a:ext cx="811256" cy="811256"/>
      </dsp:txXfrm>
    </dsp:sp>
    <dsp:sp modelId="{A1975427-8F57-420C-8078-E751BA25A4E3}">
      <dsp:nvSpPr>
        <dsp:cNvPr id="0" name=""/>
        <dsp:cNvSpPr/>
      </dsp:nvSpPr>
      <dsp:spPr>
        <a:xfrm>
          <a:off x="3351367" y="4040528"/>
          <a:ext cx="1147290" cy="1147290"/>
        </a:xfrm>
        <a:prstGeom prst="ellipse">
          <a:avLst/>
        </a:prstGeom>
        <a:solidFill>
          <a:schemeClr val="accent3">
            <a:shade val="80000"/>
            <a:hueOff val="-32145"/>
            <a:satOff val="-17558"/>
            <a:lumOff val="3080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…</a:t>
          </a:r>
        </a:p>
      </dsp:txBody>
      <dsp:txXfrm>
        <a:off x="3519384" y="4208545"/>
        <a:ext cx="811256" cy="8112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F347DD-D6A9-46B1-BB7C-57CAEC2140C3}">
      <dsp:nvSpPr>
        <dsp:cNvPr id="0" name=""/>
        <dsp:cNvSpPr/>
      </dsp:nvSpPr>
      <dsp:spPr>
        <a:xfrm>
          <a:off x="2210" y="1108397"/>
          <a:ext cx="1675421" cy="8377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ModelProto</a:t>
          </a:r>
          <a:endParaRPr lang="en-US" sz="1500" kern="1200" dirty="0"/>
        </a:p>
      </dsp:txBody>
      <dsp:txXfrm>
        <a:off x="26746" y="1132933"/>
        <a:ext cx="1626349" cy="788638"/>
      </dsp:txXfrm>
    </dsp:sp>
    <dsp:sp modelId="{99A0C988-F587-42DE-A9AF-C17C4006EB4F}">
      <dsp:nvSpPr>
        <dsp:cNvPr id="0" name=""/>
        <dsp:cNvSpPr/>
      </dsp:nvSpPr>
      <dsp:spPr>
        <a:xfrm rot="19457599">
          <a:off x="1600058" y="1267645"/>
          <a:ext cx="825315" cy="37529"/>
        </a:xfrm>
        <a:custGeom>
          <a:avLst/>
          <a:gdLst/>
          <a:ahLst/>
          <a:cxnLst/>
          <a:rect l="0" t="0" r="0" b="0"/>
          <a:pathLst>
            <a:path>
              <a:moveTo>
                <a:pt x="0" y="18764"/>
              </a:moveTo>
              <a:lnTo>
                <a:pt x="825315" y="18764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92082" y="1265777"/>
        <a:ext cx="41265" cy="41265"/>
      </dsp:txXfrm>
    </dsp:sp>
    <dsp:sp modelId="{DA3B8C66-50DB-49BE-B604-4FC1F2A4237E}">
      <dsp:nvSpPr>
        <dsp:cNvPr id="0" name=""/>
        <dsp:cNvSpPr/>
      </dsp:nvSpPr>
      <dsp:spPr>
        <a:xfrm>
          <a:off x="2347799" y="626713"/>
          <a:ext cx="1675421" cy="8377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&lt;old content&gt;</a:t>
          </a:r>
        </a:p>
      </dsp:txBody>
      <dsp:txXfrm>
        <a:off x="2372335" y="651249"/>
        <a:ext cx="1626349" cy="788638"/>
      </dsp:txXfrm>
    </dsp:sp>
    <dsp:sp modelId="{6558E987-D664-4BA8-B1CA-908029D7DF83}">
      <dsp:nvSpPr>
        <dsp:cNvPr id="0" name=""/>
        <dsp:cNvSpPr/>
      </dsp:nvSpPr>
      <dsp:spPr>
        <a:xfrm rot="2142401">
          <a:off x="1600058" y="1749329"/>
          <a:ext cx="825315" cy="37529"/>
        </a:xfrm>
        <a:custGeom>
          <a:avLst/>
          <a:gdLst/>
          <a:ahLst/>
          <a:cxnLst/>
          <a:rect l="0" t="0" r="0" b="0"/>
          <a:pathLst>
            <a:path>
              <a:moveTo>
                <a:pt x="0" y="18764"/>
              </a:moveTo>
              <a:lnTo>
                <a:pt x="825315" y="18764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92082" y="1747461"/>
        <a:ext cx="41265" cy="41265"/>
      </dsp:txXfrm>
    </dsp:sp>
    <dsp:sp modelId="{BCFF72C2-C869-4379-B394-5B583CB720D0}">
      <dsp:nvSpPr>
        <dsp:cNvPr id="0" name=""/>
        <dsp:cNvSpPr/>
      </dsp:nvSpPr>
      <dsp:spPr>
        <a:xfrm>
          <a:off x="2347799" y="1590080"/>
          <a:ext cx="1675421" cy="8377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TrainingInfoProto</a:t>
          </a:r>
          <a:endParaRPr lang="en-US" sz="1500" kern="1200" dirty="0"/>
        </a:p>
      </dsp:txBody>
      <dsp:txXfrm>
        <a:off x="2372335" y="1614616"/>
        <a:ext cx="1626349" cy="788638"/>
      </dsp:txXfrm>
    </dsp:sp>
    <dsp:sp modelId="{3DD11CDA-77E4-4FA4-A267-CED215BD8687}">
      <dsp:nvSpPr>
        <dsp:cNvPr id="0" name=""/>
        <dsp:cNvSpPr/>
      </dsp:nvSpPr>
      <dsp:spPr>
        <a:xfrm rot="17692822">
          <a:off x="3561860" y="1267645"/>
          <a:ext cx="1592889" cy="37529"/>
        </a:xfrm>
        <a:custGeom>
          <a:avLst/>
          <a:gdLst/>
          <a:ahLst/>
          <a:cxnLst/>
          <a:rect l="0" t="0" r="0" b="0"/>
          <a:pathLst>
            <a:path>
              <a:moveTo>
                <a:pt x="0" y="18764"/>
              </a:moveTo>
              <a:lnTo>
                <a:pt x="1592889" y="18764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18483" y="1246588"/>
        <a:ext cx="79644" cy="79644"/>
      </dsp:txXfrm>
    </dsp:sp>
    <dsp:sp modelId="{6A8850EA-1160-452D-A61B-ED09E405139F}">
      <dsp:nvSpPr>
        <dsp:cNvPr id="0" name=""/>
        <dsp:cNvSpPr/>
      </dsp:nvSpPr>
      <dsp:spPr>
        <a:xfrm>
          <a:off x="4693389" y="145029"/>
          <a:ext cx="1675421" cy="8377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initialization</a:t>
          </a:r>
        </a:p>
      </dsp:txBody>
      <dsp:txXfrm>
        <a:off x="4717925" y="169565"/>
        <a:ext cx="1626349" cy="788638"/>
      </dsp:txXfrm>
    </dsp:sp>
    <dsp:sp modelId="{B5597507-AF51-4DCE-B9A6-21D990C57589}">
      <dsp:nvSpPr>
        <dsp:cNvPr id="0" name=""/>
        <dsp:cNvSpPr/>
      </dsp:nvSpPr>
      <dsp:spPr>
        <a:xfrm rot="19457599">
          <a:off x="3945647" y="1749329"/>
          <a:ext cx="825315" cy="37529"/>
        </a:xfrm>
        <a:custGeom>
          <a:avLst/>
          <a:gdLst/>
          <a:ahLst/>
          <a:cxnLst/>
          <a:rect l="0" t="0" r="0" b="0"/>
          <a:pathLst>
            <a:path>
              <a:moveTo>
                <a:pt x="0" y="18764"/>
              </a:moveTo>
              <a:lnTo>
                <a:pt x="825315" y="18764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37672" y="1747461"/>
        <a:ext cx="41265" cy="41265"/>
      </dsp:txXfrm>
    </dsp:sp>
    <dsp:sp modelId="{F0091298-B85F-4E0D-9E3A-D156CFD1CC60}">
      <dsp:nvSpPr>
        <dsp:cNvPr id="0" name=""/>
        <dsp:cNvSpPr/>
      </dsp:nvSpPr>
      <dsp:spPr>
        <a:xfrm>
          <a:off x="4693389" y="1108397"/>
          <a:ext cx="1675421" cy="8377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algorithm</a:t>
          </a:r>
        </a:p>
      </dsp:txBody>
      <dsp:txXfrm>
        <a:off x="4717925" y="1132933"/>
        <a:ext cx="1626349" cy="788638"/>
      </dsp:txXfrm>
    </dsp:sp>
    <dsp:sp modelId="{A731A181-1224-4DF7-AAAD-FBF94D312060}">
      <dsp:nvSpPr>
        <dsp:cNvPr id="0" name=""/>
        <dsp:cNvSpPr/>
      </dsp:nvSpPr>
      <dsp:spPr>
        <a:xfrm rot="2142401">
          <a:off x="3945647" y="2231013"/>
          <a:ext cx="825315" cy="37529"/>
        </a:xfrm>
        <a:custGeom>
          <a:avLst/>
          <a:gdLst/>
          <a:ahLst/>
          <a:cxnLst/>
          <a:rect l="0" t="0" r="0" b="0"/>
          <a:pathLst>
            <a:path>
              <a:moveTo>
                <a:pt x="0" y="18764"/>
              </a:moveTo>
              <a:lnTo>
                <a:pt x="825315" y="18764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37672" y="2229144"/>
        <a:ext cx="41265" cy="41265"/>
      </dsp:txXfrm>
    </dsp:sp>
    <dsp:sp modelId="{65BD6077-0B50-4B8B-9180-2DFE10B45975}">
      <dsp:nvSpPr>
        <dsp:cNvPr id="0" name=""/>
        <dsp:cNvSpPr/>
      </dsp:nvSpPr>
      <dsp:spPr>
        <a:xfrm>
          <a:off x="4693389" y="2071764"/>
          <a:ext cx="1675421" cy="8377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init_binding</a:t>
          </a:r>
          <a:endParaRPr lang="en-US" sz="1500" kern="1200" dirty="0"/>
        </a:p>
      </dsp:txBody>
      <dsp:txXfrm>
        <a:off x="4717925" y="2096300"/>
        <a:ext cx="1626349" cy="788638"/>
      </dsp:txXfrm>
    </dsp:sp>
    <dsp:sp modelId="{CAF0C139-2A01-41A4-A163-906512C6D766}">
      <dsp:nvSpPr>
        <dsp:cNvPr id="0" name=""/>
        <dsp:cNvSpPr/>
      </dsp:nvSpPr>
      <dsp:spPr>
        <a:xfrm rot="3907178">
          <a:off x="3561860" y="2712696"/>
          <a:ext cx="1592889" cy="37529"/>
        </a:xfrm>
        <a:custGeom>
          <a:avLst/>
          <a:gdLst/>
          <a:ahLst/>
          <a:cxnLst/>
          <a:rect l="0" t="0" r="0" b="0"/>
          <a:pathLst>
            <a:path>
              <a:moveTo>
                <a:pt x="0" y="18764"/>
              </a:moveTo>
              <a:lnTo>
                <a:pt x="1592889" y="18764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18483" y="2691639"/>
        <a:ext cx="79644" cy="79644"/>
      </dsp:txXfrm>
    </dsp:sp>
    <dsp:sp modelId="{4DDA9E1A-3CBF-4ABA-B1C5-2106E743FCAF}">
      <dsp:nvSpPr>
        <dsp:cNvPr id="0" name=""/>
        <dsp:cNvSpPr/>
      </dsp:nvSpPr>
      <dsp:spPr>
        <a:xfrm>
          <a:off x="4693389" y="3035131"/>
          <a:ext cx="1675421" cy="8377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update_binding</a:t>
          </a:r>
          <a:endParaRPr lang="en-US" sz="1500" kern="1200" dirty="0"/>
        </a:p>
      </dsp:txBody>
      <dsp:txXfrm>
        <a:off x="4717925" y="3059667"/>
        <a:ext cx="1626349" cy="7886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ACCB6B-F91C-4F6D-A63E-2B382A53E896}">
      <dsp:nvSpPr>
        <dsp:cNvPr id="0" name=""/>
        <dsp:cNvSpPr/>
      </dsp:nvSpPr>
      <dsp:spPr>
        <a:xfrm>
          <a:off x="2736821" y="1979"/>
          <a:ext cx="2065408" cy="103270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Loss functions</a:t>
          </a:r>
        </a:p>
      </dsp:txBody>
      <dsp:txXfrm>
        <a:off x="2767068" y="32226"/>
        <a:ext cx="2004914" cy="972210"/>
      </dsp:txXfrm>
    </dsp:sp>
    <dsp:sp modelId="{A2B6593A-2B96-439F-B175-D9DC7B211BE8}">
      <dsp:nvSpPr>
        <dsp:cNvPr id="0" name=""/>
        <dsp:cNvSpPr/>
      </dsp:nvSpPr>
      <dsp:spPr>
        <a:xfrm>
          <a:off x="2943362" y="1034684"/>
          <a:ext cx="206540" cy="7745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4528"/>
              </a:lnTo>
              <a:lnTo>
                <a:pt x="206540" y="774528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15520C-11A2-4A1A-B747-3EEF6EC25185}">
      <dsp:nvSpPr>
        <dsp:cNvPr id="0" name=""/>
        <dsp:cNvSpPr/>
      </dsp:nvSpPr>
      <dsp:spPr>
        <a:xfrm>
          <a:off x="3149903" y="1292860"/>
          <a:ext cx="1652326" cy="10327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Negative </a:t>
          </a:r>
          <a:r>
            <a:rPr lang="en-US" sz="1900" b="0" i="0" kern="1200" dirty="0" err="1"/>
            <a:t>LogLikelihood</a:t>
          </a:r>
          <a:r>
            <a:rPr lang="en-US" sz="1900" b="0" i="0" kern="1200" dirty="0"/>
            <a:t> #2551</a:t>
          </a:r>
          <a:endParaRPr lang="en-US" sz="1900" kern="1200" dirty="0"/>
        </a:p>
      </dsp:txBody>
      <dsp:txXfrm>
        <a:off x="3180150" y="1323107"/>
        <a:ext cx="1591832" cy="972210"/>
      </dsp:txXfrm>
    </dsp:sp>
    <dsp:sp modelId="{607B2C2F-3E3C-4C37-988B-E4F96B663784}">
      <dsp:nvSpPr>
        <dsp:cNvPr id="0" name=""/>
        <dsp:cNvSpPr/>
      </dsp:nvSpPr>
      <dsp:spPr>
        <a:xfrm>
          <a:off x="2943362" y="1034684"/>
          <a:ext cx="206540" cy="20654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65408"/>
              </a:lnTo>
              <a:lnTo>
                <a:pt x="206540" y="2065408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103DE6-D2B5-4C0B-ABF4-E3A740EC72A9}">
      <dsp:nvSpPr>
        <dsp:cNvPr id="0" name=""/>
        <dsp:cNvSpPr/>
      </dsp:nvSpPr>
      <dsp:spPr>
        <a:xfrm>
          <a:off x="3149903" y="2583740"/>
          <a:ext cx="1652326" cy="10327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Mean Squared Error #2570</a:t>
          </a:r>
          <a:endParaRPr lang="en-US" sz="1900" kern="1200" dirty="0"/>
        </a:p>
      </dsp:txBody>
      <dsp:txXfrm>
        <a:off x="3180150" y="2613987"/>
        <a:ext cx="1591832" cy="972210"/>
      </dsp:txXfrm>
    </dsp:sp>
    <dsp:sp modelId="{13AD7ACC-7972-4BFB-82D0-998548B899B5}">
      <dsp:nvSpPr>
        <dsp:cNvPr id="0" name=""/>
        <dsp:cNvSpPr/>
      </dsp:nvSpPr>
      <dsp:spPr>
        <a:xfrm>
          <a:off x="2943362" y="1034684"/>
          <a:ext cx="206540" cy="33562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56288"/>
              </a:lnTo>
              <a:lnTo>
                <a:pt x="206540" y="3356288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B5429D-3635-44E4-9204-B8C45A280BD4}">
      <dsp:nvSpPr>
        <dsp:cNvPr id="0" name=""/>
        <dsp:cNvSpPr/>
      </dsp:nvSpPr>
      <dsp:spPr>
        <a:xfrm>
          <a:off x="3149903" y="3874620"/>
          <a:ext cx="1652326" cy="10327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 err="1"/>
            <a:t>Softmax</a:t>
          </a:r>
          <a:r>
            <a:rPr lang="en-US" sz="1900" b="0" i="0" kern="1200" dirty="0"/>
            <a:t> </a:t>
          </a:r>
          <a:r>
            <a:rPr lang="en-US" sz="1900" b="0" i="0" kern="1200" dirty="0" err="1"/>
            <a:t>Crossentropy</a:t>
          </a:r>
          <a:r>
            <a:rPr lang="en-US" sz="1900" b="0" i="0" kern="1200" dirty="0"/>
            <a:t> #2573</a:t>
          </a:r>
          <a:endParaRPr lang="en-US" sz="1900" kern="1200" dirty="0"/>
        </a:p>
      </dsp:txBody>
      <dsp:txXfrm>
        <a:off x="3180150" y="3904867"/>
        <a:ext cx="1591832" cy="972210"/>
      </dsp:txXfrm>
    </dsp:sp>
    <dsp:sp modelId="{B00507D7-ED70-45F0-80A7-0B56ED84A277}">
      <dsp:nvSpPr>
        <dsp:cNvPr id="0" name=""/>
        <dsp:cNvSpPr/>
      </dsp:nvSpPr>
      <dsp:spPr>
        <a:xfrm>
          <a:off x="5318582" y="1979"/>
          <a:ext cx="2065408" cy="103270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Optimizers</a:t>
          </a:r>
        </a:p>
      </dsp:txBody>
      <dsp:txXfrm>
        <a:off x="5348829" y="32226"/>
        <a:ext cx="2004914" cy="972210"/>
      </dsp:txXfrm>
    </dsp:sp>
    <dsp:sp modelId="{3C153ECA-8544-498B-B46C-84FB3B2633A6}">
      <dsp:nvSpPr>
        <dsp:cNvPr id="0" name=""/>
        <dsp:cNvSpPr/>
      </dsp:nvSpPr>
      <dsp:spPr>
        <a:xfrm>
          <a:off x="5525123" y="1034684"/>
          <a:ext cx="206540" cy="7745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4528"/>
              </a:lnTo>
              <a:lnTo>
                <a:pt x="206540" y="774528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5619D0-2BF7-4A29-A9DC-6B689F1F903C}">
      <dsp:nvSpPr>
        <dsp:cNvPr id="0" name=""/>
        <dsp:cNvSpPr/>
      </dsp:nvSpPr>
      <dsp:spPr>
        <a:xfrm>
          <a:off x="5731663" y="1292860"/>
          <a:ext cx="1652326" cy="10327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Adagrad</a:t>
          </a:r>
          <a:r>
            <a:rPr lang="en-US" sz="1900" kern="1200" dirty="0"/>
            <a:t> #1955</a:t>
          </a:r>
        </a:p>
      </dsp:txBody>
      <dsp:txXfrm>
        <a:off x="5761910" y="1323107"/>
        <a:ext cx="1591832" cy="972210"/>
      </dsp:txXfrm>
    </dsp:sp>
    <dsp:sp modelId="{9E08795D-9D87-4182-A1AE-FAE51F977BFD}">
      <dsp:nvSpPr>
        <dsp:cNvPr id="0" name=""/>
        <dsp:cNvSpPr/>
      </dsp:nvSpPr>
      <dsp:spPr>
        <a:xfrm>
          <a:off x="5525123" y="1034684"/>
          <a:ext cx="206540" cy="20654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65408"/>
              </a:lnTo>
              <a:lnTo>
                <a:pt x="206540" y="2065408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99E995-BBBF-4B97-AAC9-79BF36A80B8F}">
      <dsp:nvSpPr>
        <dsp:cNvPr id="0" name=""/>
        <dsp:cNvSpPr/>
      </dsp:nvSpPr>
      <dsp:spPr>
        <a:xfrm>
          <a:off x="5731663" y="2583740"/>
          <a:ext cx="1652326" cy="10327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SG with momentum #1959</a:t>
          </a:r>
        </a:p>
      </dsp:txBody>
      <dsp:txXfrm>
        <a:off x="5761910" y="2613987"/>
        <a:ext cx="1591832" cy="972210"/>
      </dsp:txXfrm>
    </dsp:sp>
    <dsp:sp modelId="{EA7EC5E0-739E-4455-9229-64C7B0EC2441}">
      <dsp:nvSpPr>
        <dsp:cNvPr id="0" name=""/>
        <dsp:cNvSpPr/>
      </dsp:nvSpPr>
      <dsp:spPr>
        <a:xfrm>
          <a:off x="5525123" y="1034684"/>
          <a:ext cx="206540" cy="33562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56288"/>
              </a:lnTo>
              <a:lnTo>
                <a:pt x="206540" y="3356288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89B4B1-2CB1-4F4E-86B5-4939AA019221}">
      <dsp:nvSpPr>
        <dsp:cNvPr id="0" name=""/>
        <dsp:cNvSpPr/>
      </dsp:nvSpPr>
      <dsp:spPr>
        <a:xfrm>
          <a:off x="5731663" y="3874620"/>
          <a:ext cx="1652326" cy="10327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Adam #1970</a:t>
          </a:r>
        </a:p>
      </dsp:txBody>
      <dsp:txXfrm>
        <a:off x="5761910" y="3904867"/>
        <a:ext cx="1591832" cy="972210"/>
      </dsp:txXfrm>
    </dsp:sp>
    <dsp:sp modelId="{F3517BBF-C55A-4A9B-ACD5-6099E3739013}">
      <dsp:nvSpPr>
        <dsp:cNvPr id="0" name=""/>
        <dsp:cNvSpPr/>
      </dsp:nvSpPr>
      <dsp:spPr>
        <a:xfrm>
          <a:off x="7900342" y="1979"/>
          <a:ext cx="2065408" cy="103270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CORE</a:t>
          </a:r>
        </a:p>
      </dsp:txBody>
      <dsp:txXfrm>
        <a:off x="7930589" y="32226"/>
        <a:ext cx="2004914" cy="972210"/>
      </dsp:txXfrm>
    </dsp:sp>
    <dsp:sp modelId="{2BF0BE9D-77A0-401C-B09A-E34380E09C2E}">
      <dsp:nvSpPr>
        <dsp:cNvPr id="0" name=""/>
        <dsp:cNvSpPr/>
      </dsp:nvSpPr>
      <dsp:spPr>
        <a:xfrm>
          <a:off x="8106883" y="1034684"/>
          <a:ext cx="206540" cy="7745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4528"/>
              </a:lnTo>
              <a:lnTo>
                <a:pt x="206540" y="774528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82B3BE-6F0A-4A8C-B26C-8F091D9DB1E5}">
      <dsp:nvSpPr>
        <dsp:cNvPr id="0" name=""/>
        <dsp:cNvSpPr/>
      </dsp:nvSpPr>
      <dsp:spPr>
        <a:xfrm>
          <a:off x="8313424" y="1292860"/>
          <a:ext cx="1652326" cy="10327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Gradient #2314</a:t>
          </a:r>
        </a:p>
      </dsp:txBody>
      <dsp:txXfrm>
        <a:off x="8343671" y="1323107"/>
        <a:ext cx="1591832" cy="972210"/>
      </dsp:txXfrm>
    </dsp:sp>
    <dsp:sp modelId="{DD932733-D930-4559-B9D2-FFD4375D39CC}">
      <dsp:nvSpPr>
        <dsp:cNvPr id="0" name=""/>
        <dsp:cNvSpPr/>
      </dsp:nvSpPr>
      <dsp:spPr>
        <a:xfrm>
          <a:off x="8106883" y="1034684"/>
          <a:ext cx="206540" cy="20654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65408"/>
              </a:lnTo>
              <a:lnTo>
                <a:pt x="206540" y="2065408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9DB108-6F0E-4D73-B31C-6C1A078AC150}">
      <dsp:nvSpPr>
        <dsp:cNvPr id="0" name=""/>
        <dsp:cNvSpPr/>
      </dsp:nvSpPr>
      <dsp:spPr>
        <a:xfrm>
          <a:off x="8313424" y="2583740"/>
          <a:ext cx="1652326" cy="10327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GraphCall</a:t>
          </a:r>
          <a:r>
            <a:rPr lang="en-US" sz="1900" kern="1200" dirty="0"/>
            <a:t> #2314</a:t>
          </a:r>
        </a:p>
      </dsp:txBody>
      <dsp:txXfrm>
        <a:off x="8343671" y="2613987"/>
        <a:ext cx="1591832" cy="9722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B8CC06-C1EA-4083-8620-8BA5FCA7BD11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3369A-53DD-434E-90F9-0D43A8F65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875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EA346AF-CBF3-FF43-8D79-36C44E797FB2}"/>
              </a:ext>
            </a:extLst>
          </p:cNvPr>
          <p:cNvSpPr/>
          <p:nvPr userDrawn="1"/>
        </p:nvSpPr>
        <p:spPr>
          <a:xfrm>
            <a:off x="0" y="1718733"/>
            <a:ext cx="12192000" cy="5139267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5102"/>
            <a:ext cx="5522976" cy="5741081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46DC7D-39A8-7042-AFAF-E1F61B5887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6943" y="6259676"/>
            <a:ext cx="685061" cy="2716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DDD23E-3E28-DB4D-80F3-CA1EDE3D0B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796" y="6254497"/>
            <a:ext cx="2560320" cy="35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73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5760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136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106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spcAft>
                <a:spcPts val="800"/>
              </a:spcAft>
              <a:defRPr/>
            </a:lvl1pPr>
            <a:lvl2pPr marL="0" indent="0">
              <a:spcBef>
                <a:spcPts val="0"/>
              </a:spcBef>
              <a:spcAft>
                <a:spcPts val="800"/>
              </a:spcAft>
              <a:buNone/>
              <a:defRPr/>
            </a:lvl2pPr>
            <a:lvl3pPr marL="268809" indent="0">
              <a:buNone/>
              <a:defRPr/>
            </a:lvl3pPr>
            <a:lvl4pPr marL="579952" indent="0">
              <a:buNone/>
              <a:defRPr/>
            </a:lvl4pPr>
            <a:lvl5pPr marL="842412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spcAft>
                <a:spcPts val="800"/>
              </a:spcAft>
              <a:defRPr/>
            </a:lvl1pPr>
            <a:lvl2pPr marL="0" indent="0">
              <a:spcBef>
                <a:spcPts val="0"/>
              </a:spcBef>
              <a:spcAft>
                <a:spcPts val="800"/>
              </a:spcAft>
              <a:buNone/>
              <a:defRPr/>
            </a:lvl2pPr>
            <a:lvl3pPr marL="268809" indent="0">
              <a:buNone/>
              <a:defRPr/>
            </a:lvl3pPr>
            <a:lvl4pPr marL="579952" indent="0">
              <a:buNone/>
              <a:defRPr/>
            </a:lvl4pPr>
            <a:lvl5pPr marL="842412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598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" y="235635"/>
            <a:ext cx="5510784" cy="1072896"/>
          </a:xfrm>
        </p:spPr>
        <p:txBody>
          <a:bodyPr/>
          <a:lstStyle>
            <a:lvl1pPr>
              <a:lnSpc>
                <a:spcPts val="3200"/>
              </a:lnSpc>
              <a:spcAft>
                <a:spcPts val="1600"/>
              </a:spcAft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182880" y="1659939"/>
            <a:ext cx="5608320" cy="4323067"/>
          </a:xfrm>
        </p:spPr>
        <p:txBody>
          <a:bodyPr/>
          <a:lstStyle>
            <a:lvl1pPr>
              <a:lnSpc>
                <a:spcPts val="12800"/>
              </a:lnSpc>
              <a:spcAft>
                <a:spcPts val="0"/>
              </a:spcAft>
              <a:defRPr sz="12800" b="0" i="0">
                <a:latin typeface="IBM Plex Mono Light" panose="020B0409050000000000" pitchFamily="49" charset="77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7237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" y="235635"/>
            <a:ext cx="5510784" cy="1072896"/>
          </a:xfrm>
        </p:spPr>
        <p:txBody>
          <a:bodyPr/>
          <a:lstStyle>
            <a:lvl1pPr>
              <a:lnSpc>
                <a:spcPts val="3200"/>
              </a:lnSpc>
              <a:spcAft>
                <a:spcPts val="1600"/>
              </a:spcAft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182880" y="1659939"/>
            <a:ext cx="5608320" cy="4323067"/>
          </a:xfrm>
        </p:spPr>
        <p:txBody>
          <a:bodyPr/>
          <a:lstStyle>
            <a:lvl1pPr>
              <a:lnSpc>
                <a:spcPts val="12800"/>
              </a:lnSpc>
              <a:spcAft>
                <a:spcPts val="0"/>
              </a:spcAft>
              <a:defRPr sz="12800" b="0" i="0">
                <a:latin typeface="IBM Plex Mono Light" panose="020B0409050000000000" pitchFamily="49" charset="77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8146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231649"/>
            <a:ext cx="11704229" cy="5735751"/>
          </a:xfrm>
        </p:spPr>
        <p:txBody>
          <a:bodyPr/>
          <a:lstStyle>
            <a:lvl1pPr>
              <a:lnSpc>
                <a:spcPts val="12800"/>
              </a:lnSpc>
              <a:spcAft>
                <a:spcPts val="0"/>
              </a:spcAft>
              <a:defRPr sz="12800" b="0" i="0">
                <a:latin typeface="IBM Plex Mono Light" panose="020B0409050000000000" pitchFamily="49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129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7416712" cy="5760360"/>
          </a:xfrm>
        </p:spPr>
        <p:txBody>
          <a:bodyPr/>
          <a:lstStyle>
            <a:lvl1pPr>
              <a:spcAft>
                <a:spcPts val="2400"/>
              </a:spcAft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486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5760360"/>
          </a:xfrm>
        </p:spPr>
        <p:txBody>
          <a:bodyPr/>
          <a:lstStyle>
            <a:lvl1pPr>
              <a:spcAft>
                <a:spcPts val="2400"/>
              </a:spcAft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029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01" cy="43362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460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lnSpc>
                <a:spcPts val="3733"/>
              </a:lnSpc>
              <a:spcAft>
                <a:spcPts val="2400"/>
              </a:spcAft>
              <a:defRPr sz="3200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2573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946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322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5760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786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ligh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885" cy="5760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5316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5760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642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5760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5535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103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6096000" cy="3429000"/>
          </a:xfrm>
          <a:solidFill>
            <a:schemeClr val="accent1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6096000" y="3426883"/>
            <a:ext cx="6096000" cy="3431116"/>
          </a:xfrm>
          <a:solidFill>
            <a:schemeClr val="accent1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51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bg1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solidFill>
            <a:schemeClr val="bg1"/>
          </a:solidFill>
        </p:spPr>
        <p:txBody>
          <a:bodyPr lIns="210312" tIns="173736" rIns="228600" bIns="228600"/>
          <a:lstStyle>
            <a:lvl1pPr>
              <a:lnSpc>
                <a:spcPts val="3733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chemeClr val="bg1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9"/>
          </p:nvPr>
        </p:nvSpPr>
        <p:spPr>
          <a:xfrm>
            <a:off x="6096000" y="3426883"/>
            <a:ext cx="6096000" cy="3431116"/>
          </a:xfrm>
          <a:solidFill>
            <a:schemeClr val="bg1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20"/>
          </p:nvPr>
        </p:nvSpPr>
        <p:spPr>
          <a:xfrm>
            <a:off x="0" y="3426883"/>
            <a:ext cx="6096000" cy="3431116"/>
          </a:xfrm>
          <a:solidFill>
            <a:schemeClr val="bg1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2685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3048001" y="3426883"/>
            <a:ext cx="3048000" cy="3431116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6"/>
          <p:cNvSpPr>
            <a:spLocks noGrp="1"/>
          </p:cNvSpPr>
          <p:nvPr>
            <p:ph sz="quarter" idx="20"/>
          </p:nvPr>
        </p:nvSpPr>
        <p:spPr>
          <a:xfrm>
            <a:off x="0" y="3426883"/>
            <a:ext cx="3048000" cy="3431116"/>
          </a:xfrm>
          <a:solidFill>
            <a:schemeClr val="accent2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3425951"/>
          </a:xfrm>
          <a:solidFill>
            <a:schemeClr val="bg1"/>
          </a:solidFill>
        </p:spPr>
        <p:txBody>
          <a:bodyPr lIns="182880" tIns="137160" rIns="228600" bIns="228600"/>
          <a:lstStyle>
            <a:lvl1pPr>
              <a:lnSpc>
                <a:spcPts val="72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FBC05E3-BFBC-1042-908B-8935A5D68AAE}"/>
              </a:ext>
            </a:extLst>
          </p:cNvPr>
          <p:cNvGrpSpPr/>
          <p:nvPr userDrawn="1"/>
        </p:nvGrpSpPr>
        <p:grpSpPr>
          <a:xfrm>
            <a:off x="6118789" y="3707363"/>
            <a:ext cx="3013816" cy="2287037"/>
            <a:chOff x="4572000" y="242596"/>
            <a:chExt cx="2260362" cy="4253204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C410B0C-22E6-104D-A9BD-979C9F181A0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72000" y="242596"/>
              <a:ext cx="0" cy="4253204"/>
            </a:xfrm>
            <a:prstGeom prst="line">
              <a:avLst/>
            </a:prstGeom>
            <a:ln w="6350">
              <a:solidFill>
                <a:schemeClr val="bg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A626806-2181-514D-959F-CA9B19E77D8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2362" y="242596"/>
              <a:ext cx="0" cy="4253204"/>
            </a:xfrm>
            <a:prstGeom prst="line">
              <a:avLst/>
            </a:prstGeom>
            <a:ln w="6350">
              <a:solidFill>
                <a:schemeClr val="bg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65B14B5-A411-9F4C-8DC1-E71FB09456B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70788" y="3707363"/>
            <a:ext cx="0" cy="2287037"/>
          </a:xfrm>
          <a:prstGeom prst="line">
            <a:avLst/>
          </a:prstGeom>
          <a:ln w="635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5746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hite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1718733"/>
            <a:ext cx="12192000" cy="5139267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18733"/>
          </a:xfrm>
          <a:solidFill>
            <a:schemeClr val="bg1"/>
          </a:solidFill>
        </p:spPr>
        <p:txBody>
          <a:bodyPr lIns="210312" tIns="173736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9957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white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51308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-3" y="5130800"/>
            <a:ext cx="5791203" cy="863600"/>
          </a:xfrm>
          <a:solidFill>
            <a:schemeClr val="bg1"/>
          </a:solidFill>
        </p:spPr>
        <p:txBody>
          <a:bodyPr lIns="219456" tIns="201168" rIns="228600" bIns="228600"/>
          <a:lstStyle>
            <a:lvl1pPr>
              <a:lnSpc>
                <a:spcPts val="2133"/>
              </a:lnSpc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lnSpc>
                <a:spcPts val="2133"/>
              </a:lnSpc>
              <a:buClr>
                <a:schemeClr val="tx1"/>
              </a:buClr>
              <a:defRPr sz="1200">
                <a:solidFill>
                  <a:schemeClr val="tx1"/>
                </a:solidFill>
              </a:defRPr>
            </a:lvl2pPr>
            <a:lvl3pPr>
              <a:lnSpc>
                <a:spcPts val="2133"/>
              </a:lnSpc>
              <a:buClr>
                <a:schemeClr val="tx1"/>
              </a:buClr>
              <a:defRPr sz="1200">
                <a:solidFill>
                  <a:schemeClr val="tx1"/>
                </a:solidFill>
              </a:defRPr>
            </a:lvl3pPr>
            <a:lvl4pPr>
              <a:lnSpc>
                <a:spcPts val="2133"/>
              </a:lnSpc>
              <a:buClr>
                <a:schemeClr val="tx1"/>
              </a:buClr>
              <a:defRPr sz="1200">
                <a:solidFill>
                  <a:schemeClr val="tx1"/>
                </a:solidFill>
              </a:defRPr>
            </a:lvl4pPr>
            <a:lvl5pPr>
              <a:lnSpc>
                <a:spcPts val="2133"/>
              </a:lnSpc>
              <a:buClr>
                <a:schemeClr val="tx1"/>
              </a:buCl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827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chemeClr val="bg1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chemeClr val="accent3"/>
          </a:solidFill>
        </p:spPr>
        <p:txBody>
          <a:bodyPr lIns="219456" tIns="201168" rIns="228600" bIns="228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chemeClr val="accent3"/>
          </a:solidFill>
        </p:spPr>
        <p:txBody>
          <a:bodyPr lIns="219456" tIns="201168" rIns="228600" bIns="228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chemeClr val="accent3"/>
          </a:solidFill>
        </p:spPr>
        <p:txBody>
          <a:bodyPr lIns="219456" tIns="201168" rIns="228600" bIns="228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C9313E-CCA7-6044-B182-A66B755ACC4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23461"/>
            <a:ext cx="0" cy="5670939"/>
          </a:xfrm>
          <a:prstGeom prst="line">
            <a:avLst/>
          </a:prstGeom>
          <a:ln w="635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1E82AF-22D6-8E46-8DB8-87C3701133F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4000" y="323461"/>
            <a:ext cx="0" cy="5670939"/>
          </a:xfrm>
          <a:prstGeom prst="line">
            <a:avLst/>
          </a:prstGeom>
          <a:ln w="635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0544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1648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0562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1648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2471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1648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69432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1648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374384" y="1633728"/>
            <a:ext cx="5512725" cy="4372864"/>
          </a:xfrm>
        </p:spPr>
        <p:txBody>
          <a:bodyPr/>
          <a:lstStyle>
            <a:lvl1pPr>
              <a:lnSpc>
                <a:spcPts val="3733"/>
              </a:lnSpc>
              <a:spcAft>
                <a:spcPts val="2400"/>
              </a:spcAft>
              <a:defRPr sz="3200" b="0" i="0">
                <a:latin typeface="IBM Plex Mono Light" panose="020B0409050000000000" pitchFamily="49" charset="77"/>
              </a:defRPr>
            </a:lvl1pPr>
            <a:lvl2pPr>
              <a:defRPr b="0" i="0">
                <a:latin typeface="IBM Plex Mono Light" panose="020B0409050000000000" pitchFamily="49" charset="77"/>
              </a:defRPr>
            </a:lvl2pPr>
            <a:lvl3pPr>
              <a:defRPr b="0" i="0">
                <a:latin typeface="IBM Plex Mono Light" panose="020B0409050000000000" pitchFamily="49" charset="77"/>
              </a:defRPr>
            </a:lvl3pPr>
            <a:lvl4pPr>
              <a:defRPr b="0" i="0">
                <a:latin typeface="IBM Plex Mono Light" panose="020B0409050000000000" pitchFamily="49" charset="77"/>
              </a:defRPr>
            </a:lvl4pPr>
            <a:lvl5pPr>
              <a:defRPr b="0" i="0">
                <a:latin typeface="IBM Plex Mono Light" panose="020B0409050000000000" pitchFamily="49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00424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3340608" y="268224"/>
            <a:ext cx="8546501" cy="5726176"/>
          </a:xfrm>
        </p:spPr>
        <p:txBody>
          <a:bodyPr lIns="0" tIns="0" rIns="91440" bIns="91440"/>
          <a:lstStyle/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3878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8667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32807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463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37339"/>
            <a:ext cx="5498592" cy="4357060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09" indent="0">
              <a:buNone/>
              <a:defRPr/>
            </a:lvl3pPr>
            <a:lvl4pPr marL="579952" indent="0">
              <a:buNone/>
              <a:defRPr/>
            </a:lvl4pPr>
            <a:lvl5pPr marL="842412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96603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43854" y="3089003"/>
            <a:ext cx="1704293" cy="67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7511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5101"/>
            <a:ext cx="5522976" cy="5729299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46DC7D-39A8-7042-AFAF-E1F61B5887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6943" y="6259676"/>
            <a:ext cx="685061" cy="2716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DDD23E-3E28-DB4D-80F3-CA1EDE3D0B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796" y="6254497"/>
            <a:ext cx="2560320" cy="35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64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57603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8116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1066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spcAft>
                <a:spcPts val="800"/>
              </a:spcAft>
              <a:defRPr/>
            </a:lvl1pPr>
            <a:lvl2pPr marL="0" indent="0">
              <a:spcBef>
                <a:spcPts val="0"/>
              </a:spcBef>
              <a:spcAft>
                <a:spcPts val="800"/>
              </a:spcAft>
              <a:buNone/>
              <a:defRPr/>
            </a:lvl2pPr>
            <a:lvl3pPr marL="268809" indent="0">
              <a:buNone/>
              <a:defRPr/>
            </a:lvl3pPr>
            <a:lvl4pPr marL="579952" indent="0">
              <a:buNone/>
              <a:defRPr/>
            </a:lvl4pPr>
            <a:lvl5pPr marL="842412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spcAft>
                <a:spcPts val="800"/>
              </a:spcAft>
              <a:defRPr/>
            </a:lvl1pPr>
            <a:lvl2pPr marL="0" indent="0">
              <a:spcBef>
                <a:spcPts val="0"/>
              </a:spcBef>
              <a:spcAft>
                <a:spcPts val="800"/>
              </a:spcAft>
              <a:buNone/>
              <a:defRPr/>
            </a:lvl2pPr>
            <a:lvl3pPr marL="268809" indent="0">
              <a:buNone/>
              <a:defRPr/>
            </a:lvl3pPr>
            <a:lvl4pPr marL="579952" indent="0">
              <a:buNone/>
              <a:defRPr/>
            </a:lvl4pPr>
            <a:lvl5pPr marL="842412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1459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" y="235635"/>
            <a:ext cx="5510784" cy="1072896"/>
          </a:xfrm>
        </p:spPr>
        <p:txBody>
          <a:bodyPr/>
          <a:lstStyle>
            <a:lvl1pPr>
              <a:lnSpc>
                <a:spcPts val="3200"/>
              </a:lnSpc>
              <a:spcAft>
                <a:spcPts val="1600"/>
              </a:spcAft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182880" y="1659939"/>
            <a:ext cx="5608320" cy="4323067"/>
          </a:xfrm>
        </p:spPr>
        <p:txBody>
          <a:bodyPr/>
          <a:lstStyle>
            <a:lvl1pPr>
              <a:lnSpc>
                <a:spcPts val="12800"/>
              </a:lnSpc>
              <a:spcAft>
                <a:spcPts val="0"/>
              </a:spcAft>
              <a:defRPr sz="12800" b="0" i="0">
                <a:latin typeface="IBM Plex Mono Light" panose="020B0409050000000000" pitchFamily="49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453388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" y="235635"/>
            <a:ext cx="5510784" cy="1072896"/>
          </a:xfrm>
        </p:spPr>
        <p:txBody>
          <a:bodyPr/>
          <a:lstStyle>
            <a:lvl1pPr>
              <a:lnSpc>
                <a:spcPts val="3200"/>
              </a:lnSpc>
              <a:spcAft>
                <a:spcPts val="1600"/>
              </a:spcAft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182880" y="1659939"/>
            <a:ext cx="5608320" cy="4323067"/>
          </a:xfrm>
        </p:spPr>
        <p:txBody>
          <a:bodyPr/>
          <a:lstStyle>
            <a:lvl1pPr>
              <a:lnSpc>
                <a:spcPts val="12800"/>
              </a:lnSpc>
              <a:spcAft>
                <a:spcPts val="0"/>
              </a:spcAft>
              <a:defRPr sz="12800" b="0" i="0">
                <a:latin typeface="IBM Plex Mono Light" panose="020B0409050000000000" pitchFamily="49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08688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231649"/>
            <a:ext cx="11704229" cy="5735751"/>
          </a:xfrm>
        </p:spPr>
        <p:txBody>
          <a:bodyPr/>
          <a:lstStyle>
            <a:lvl1pPr>
              <a:lnSpc>
                <a:spcPts val="12800"/>
              </a:lnSpc>
              <a:spcAft>
                <a:spcPts val="0"/>
              </a:spcAft>
              <a:defRPr sz="12800" b="0" i="0">
                <a:latin typeface="IBM Plex Mono Light" panose="020B0409050000000000" pitchFamily="49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00163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7416712" cy="5760360"/>
          </a:xfrm>
        </p:spPr>
        <p:txBody>
          <a:bodyPr/>
          <a:lstStyle>
            <a:lvl1pPr>
              <a:spcAft>
                <a:spcPts val="2400"/>
              </a:spcAft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7717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5760360"/>
          </a:xfrm>
        </p:spPr>
        <p:txBody>
          <a:bodyPr/>
          <a:lstStyle>
            <a:lvl1pPr>
              <a:spcAft>
                <a:spcPts val="2400"/>
              </a:spcAft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23064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01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667840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lnSpc>
                <a:spcPts val="3733"/>
              </a:lnSpc>
              <a:spcAft>
                <a:spcPts val="2400"/>
              </a:spcAft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10841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21912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31522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57603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489005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ligh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885" cy="57603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043903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57603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6635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57603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82963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1391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6096000" cy="3429000"/>
          </a:xfrm>
          <a:solidFill>
            <a:schemeClr val="accent4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6096000" y="3426883"/>
            <a:ext cx="6096000" cy="3431116"/>
          </a:xfrm>
          <a:solidFill>
            <a:schemeClr val="accent4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30177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1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solidFill>
            <a:schemeClr val="accent1"/>
          </a:solidFill>
        </p:spPr>
        <p:txBody>
          <a:bodyPr lIns="210312" tIns="173736" rIns="228600" bIns="228600"/>
          <a:lstStyle>
            <a:lvl1pPr>
              <a:lnSpc>
                <a:spcPts val="3733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chemeClr val="accent1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9"/>
          </p:nvPr>
        </p:nvSpPr>
        <p:spPr>
          <a:xfrm>
            <a:off x="6096000" y="3426883"/>
            <a:ext cx="6096000" cy="3431116"/>
          </a:xfrm>
          <a:solidFill>
            <a:schemeClr val="accent1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20"/>
          </p:nvPr>
        </p:nvSpPr>
        <p:spPr>
          <a:xfrm>
            <a:off x="0" y="3426883"/>
            <a:ext cx="6096000" cy="3431116"/>
          </a:xfrm>
          <a:solidFill>
            <a:schemeClr val="accent1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1651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4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chemeClr val="accent4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3048001" y="3426883"/>
            <a:ext cx="3048000" cy="3431116"/>
          </a:xfrm>
          <a:solidFill>
            <a:schemeClr val="accent4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6"/>
          <p:cNvSpPr>
            <a:spLocks noGrp="1"/>
          </p:cNvSpPr>
          <p:nvPr>
            <p:ph sz="quarter" idx="20"/>
          </p:nvPr>
        </p:nvSpPr>
        <p:spPr>
          <a:xfrm>
            <a:off x="0" y="3426883"/>
            <a:ext cx="3048000" cy="3431116"/>
          </a:xfrm>
          <a:solidFill>
            <a:schemeClr val="accent4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3425951"/>
          </a:xfrm>
          <a:solidFill>
            <a:schemeClr val="accent1"/>
          </a:solidFill>
        </p:spPr>
        <p:txBody>
          <a:bodyPr lIns="182880" tIns="137160" rIns="228600" bIns="228600"/>
          <a:lstStyle>
            <a:lvl1pPr>
              <a:lnSpc>
                <a:spcPts val="7200"/>
              </a:lnSpc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FBC05E3-BFBC-1042-908B-8935A5D68AAE}"/>
              </a:ext>
            </a:extLst>
          </p:cNvPr>
          <p:cNvGrpSpPr/>
          <p:nvPr userDrawn="1"/>
        </p:nvGrpSpPr>
        <p:grpSpPr>
          <a:xfrm>
            <a:off x="6118789" y="3707363"/>
            <a:ext cx="3013816" cy="2287037"/>
            <a:chOff x="4572000" y="242596"/>
            <a:chExt cx="2260362" cy="4253204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C410B0C-22E6-104D-A9BD-979C9F181A0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72000" y="242596"/>
              <a:ext cx="0" cy="4253204"/>
            </a:xfrm>
            <a:prstGeom prst="line">
              <a:avLst/>
            </a:prstGeom>
            <a:ln w="6350">
              <a:solidFill>
                <a:schemeClr val="bg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A626806-2181-514D-959F-CA9B19E77D8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2362" y="242596"/>
              <a:ext cx="0" cy="4253204"/>
            </a:xfrm>
            <a:prstGeom prst="line">
              <a:avLst/>
            </a:prstGeom>
            <a:ln w="6350">
              <a:solidFill>
                <a:schemeClr val="bg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65B14B5-A411-9F4C-8DC1-E71FB09456B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70788" y="3707363"/>
            <a:ext cx="0" cy="2287037"/>
          </a:xfrm>
          <a:prstGeom prst="line">
            <a:avLst/>
          </a:prstGeom>
          <a:ln w="635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36409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ue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1718733"/>
            <a:ext cx="12192000" cy="5139267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18733"/>
          </a:xfrm>
          <a:solidFill>
            <a:schemeClr val="accent1"/>
          </a:solidFill>
        </p:spPr>
        <p:txBody>
          <a:bodyPr lIns="210312" tIns="173736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3028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ue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51308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-3" y="5130800"/>
            <a:ext cx="5791203" cy="863600"/>
          </a:xfrm>
          <a:solidFill>
            <a:schemeClr val="accent1"/>
          </a:solidFill>
        </p:spPr>
        <p:txBody>
          <a:bodyPr lIns="219456" tIns="201168" rIns="228600" bIns="228600"/>
          <a:lstStyle>
            <a:lvl1pPr>
              <a:lnSpc>
                <a:spcPts val="2133"/>
              </a:lnSpc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lnSpc>
                <a:spcPts val="2133"/>
              </a:lnSpc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>
              <a:lnSpc>
                <a:spcPts val="2133"/>
              </a:lnSpc>
              <a:buClr>
                <a:schemeClr val="bg1"/>
              </a:buClr>
              <a:defRPr sz="1200">
                <a:solidFill>
                  <a:schemeClr val="bg1"/>
                </a:solidFill>
              </a:defRPr>
            </a:lvl3pPr>
            <a:lvl4pPr>
              <a:lnSpc>
                <a:spcPts val="2133"/>
              </a:lnSpc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lnSpc>
                <a:spcPts val="2133"/>
              </a:lnSpc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6300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chemeClr val="accent1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chemeClr val="accent4"/>
          </a:solidFill>
        </p:spPr>
        <p:txBody>
          <a:bodyPr lIns="219456" tIns="201168" rIns="228600" bIns="228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chemeClr val="accent4"/>
          </a:solidFill>
        </p:spPr>
        <p:txBody>
          <a:bodyPr lIns="219456" tIns="201168" rIns="228600" bIns="228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chemeClr val="accent4"/>
          </a:solidFill>
        </p:spPr>
        <p:txBody>
          <a:bodyPr lIns="219456" tIns="201168" rIns="228600" bIns="228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C9313E-CCA7-6044-B182-A66B755ACC4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23461"/>
            <a:ext cx="0" cy="5670939"/>
          </a:xfrm>
          <a:prstGeom prst="line">
            <a:avLst/>
          </a:prstGeom>
          <a:ln w="635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1E82AF-22D6-8E46-8DB8-87C3701133F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4000" y="323461"/>
            <a:ext cx="0" cy="5670939"/>
          </a:xfrm>
          <a:prstGeom prst="line">
            <a:avLst/>
          </a:prstGeom>
          <a:ln w="635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E489451-825F-1B42-AA7A-F656EE0F964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34891" y="323461"/>
            <a:ext cx="0" cy="5670939"/>
          </a:xfrm>
          <a:prstGeom prst="line">
            <a:avLst/>
          </a:prstGeom>
          <a:ln w="635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14139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1648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199667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1648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773280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1648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70114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1648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374384" y="1633728"/>
            <a:ext cx="5512725" cy="4372864"/>
          </a:xfrm>
        </p:spPr>
        <p:txBody>
          <a:bodyPr/>
          <a:lstStyle>
            <a:lvl1pPr>
              <a:lnSpc>
                <a:spcPts val="3733"/>
              </a:lnSpc>
              <a:spcAft>
                <a:spcPts val="2400"/>
              </a:spcAft>
              <a:defRPr sz="3200" b="0" i="0">
                <a:latin typeface="IBM Plex Mono Light" panose="020B0409050000000000" pitchFamily="49" charset="77"/>
              </a:defRPr>
            </a:lvl1pPr>
            <a:lvl2pPr>
              <a:defRPr b="0" i="0">
                <a:latin typeface="IBM Plex Mono Light" panose="020B0409050000000000" pitchFamily="49" charset="77"/>
              </a:defRPr>
            </a:lvl2pPr>
            <a:lvl3pPr>
              <a:defRPr b="0" i="0">
                <a:latin typeface="IBM Plex Mono Light" panose="020B0409050000000000" pitchFamily="49" charset="77"/>
              </a:defRPr>
            </a:lvl3pPr>
            <a:lvl4pPr>
              <a:defRPr b="0" i="0">
                <a:latin typeface="IBM Plex Mono Light" panose="020B0409050000000000" pitchFamily="49" charset="77"/>
              </a:defRPr>
            </a:lvl4pPr>
            <a:lvl5pPr>
              <a:defRPr b="0" i="0">
                <a:latin typeface="IBM Plex Mono Light" panose="020B0409050000000000" pitchFamily="49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443044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3340608" y="268224"/>
            <a:ext cx="8546501" cy="5726176"/>
          </a:xfrm>
        </p:spPr>
        <p:txBody>
          <a:bodyPr lIns="0" tIns="0" rIns="91440" bIns="91440"/>
          <a:lstStyle/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07721775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07887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885405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34463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37339"/>
            <a:ext cx="5498592" cy="4357060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09" indent="0">
              <a:buNone/>
              <a:defRPr/>
            </a:lvl3pPr>
            <a:lvl4pPr marL="579952" indent="0">
              <a:buNone/>
              <a:defRPr/>
            </a:lvl4pPr>
            <a:lvl5pPr marL="842412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642156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43854" y="3091154"/>
            <a:ext cx="1704293" cy="67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58894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6002" y="3429000"/>
            <a:ext cx="6096001" cy="3429000"/>
          </a:xfrm>
          <a:prstGeom prst="rect">
            <a:avLst/>
          </a:prstGeom>
          <a:solidFill>
            <a:schemeClr val="accent3"/>
          </a:solidFill>
        </p:spPr>
        <p:txBody>
          <a:bodyPr lIns="192023" tIns="192023" rIns="192023" bIns="192023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43841"/>
            <a:ext cx="5486400" cy="40005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2100"/>
            </a:pPr>
            <a:endParaRPr/>
          </a:p>
        </p:txBody>
      </p:sp>
      <p:sp>
        <p:nvSpPr>
          <p:cNvPr id="121" name="Text Placeholder 6"/>
          <p:cNvSpPr>
            <a:spLocks noGrp="1"/>
          </p:cNvSpPr>
          <p:nvPr>
            <p:ph type="body" sz="half" idx="14"/>
          </p:nvPr>
        </p:nvSpPr>
        <p:spPr>
          <a:xfrm>
            <a:off x="304800" y="1463042"/>
            <a:ext cx="5486400" cy="465164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21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6590848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17742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, title, text, half-image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>
                <a:solidFill>
                  <a:srgbClr val="FFFFFF"/>
                </a:solidFill>
                <a:latin typeface="IBM Plex Sans"/>
              </a:rPr>
              <a:pPr/>
              <a:t>‹#›</a:t>
            </a:fld>
            <a:endParaRPr lang="en-US">
              <a:solidFill>
                <a:srgbClr val="FFFFFF"/>
              </a:solidFill>
              <a:latin typeface="IBM Plex Sans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2"/>
            <a:ext cx="5486400" cy="478112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684843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663E92-A204-0D4D-9517-943E30038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AF96-349A-8C49-B39B-3BEA0D523326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4/7/2020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44E97-4579-E34D-9189-F8C78C5EE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99B7D-35CD-CE4D-9724-7722691E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4754-FF5A-CD4B-9EFA-D20749171476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431170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609480" y="273601"/>
            <a:ext cx="10972440" cy="11449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E" sz="2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563337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516329" y="167988"/>
            <a:ext cx="914427" cy="202451"/>
          </a:xfrm>
        </p:spPr>
        <p:txBody>
          <a:bodyPr anchor="t"/>
          <a:lstStyle>
            <a:lvl1pPr>
              <a:defRPr sz="1100"/>
            </a:lvl1pPr>
          </a:lstStyle>
          <a:p>
            <a:fld id="{75A4F164-3A46-4CEE-A25C-CA523D5E42F3}" type="slidenum">
              <a:rPr lang="en-US" smtClean="0">
                <a:solidFill>
                  <a:srgbClr val="FFFFFF"/>
                </a:solidFill>
                <a:latin typeface="IBM Plex Sans"/>
              </a:rPr>
              <a:pPr/>
              <a:t>‹#›</a:t>
            </a:fld>
            <a:endParaRPr lang="en-US" dirty="0">
              <a:solidFill>
                <a:srgbClr val="FFFFFF"/>
              </a:solidFill>
              <a:latin typeface="IBM Plex Sans"/>
            </a:endParaRPr>
          </a:p>
        </p:txBody>
      </p:sp>
      <p:sp>
        <p:nvSpPr>
          <p:cNvPr id="6" name="Textplatzhalt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516364" y="942520"/>
            <a:ext cx="11134587" cy="541475"/>
          </a:xfrm>
        </p:spPr>
        <p:txBody>
          <a:bodyPr lIns="14400" anchor="t" anchorCtr="0"/>
          <a:lstStyle>
            <a:lvl1pPr marL="0" indent="0">
              <a:buNone/>
              <a:defRPr sz="2000">
                <a:solidFill>
                  <a:srgbClr val="7F7F7F"/>
                </a:solidFill>
              </a:defRPr>
            </a:lvl1pPr>
          </a:lstStyle>
          <a:p>
            <a:r>
              <a:rPr lang="en-US" noProof="1">
                <a:latin typeface="Calibri Light" panose="020F0302020204030204" pitchFamily="34" charset="0"/>
              </a:rPr>
              <a:t>Enter your subheadline here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8887627" y="6527996"/>
            <a:ext cx="2763492" cy="16927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 defTabSz="914264"/>
            <a:r>
              <a:rPr lang="en-US" sz="1100" dirty="0">
                <a:solidFill>
                  <a:srgbClr val="7F7F7F"/>
                </a:solidFill>
                <a:latin typeface="IBM Plex Sans"/>
              </a:rPr>
              <a:t>© 2018 IBM Corporation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891" y="167988"/>
            <a:ext cx="721228" cy="202451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4714259" y="152568"/>
            <a:ext cx="2763492" cy="16927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ctr" defTabSz="914264"/>
            <a:r>
              <a:rPr lang="en-US" sz="1100" dirty="0">
                <a:solidFill>
                  <a:srgbClr val="7F7F7F"/>
                </a:solidFill>
                <a:latin typeface="IBM Plex Sans"/>
              </a:rPr>
              <a:t>IBM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00338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58.xml"/><Relationship Id="rId39" Type="http://schemas.openxmlformats.org/officeDocument/2006/relationships/theme" Target="../theme/theme2.xml"/><Relationship Id="rId21" Type="http://schemas.openxmlformats.org/officeDocument/2006/relationships/slideLayout" Target="../slideLayouts/slideLayout53.xml"/><Relationship Id="rId34" Type="http://schemas.openxmlformats.org/officeDocument/2006/relationships/slideLayout" Target="../slideLayouts/slideLayout66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7.xml"/><Relationship Id="rId33" Type="http://schemas.openxmlformats.org/officeDocument/2006/relationships/slideLayout" Target="../slideLayouts/slideLayout65.xml"/><Relationship Id="rId38" Type="http://schemas.openxmlformats.org/officeDocument/2006/relationships/slideLayout" Target="../slideLayouts/slideLayout70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61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56.xml"/><Relationship Id="rId32" Type="http://schemas.openxmlformats.org/officeDocument/2006/relationships/slideLayout" Target="../slideLayouts/slideLayout64.xml"/><Relationship Id="rId37" Type="http://schemas.openxmlformats.org/officeDocument/2006/relationships/slideLayout" Target="../slideLayouts/slideLayout69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60.xml"/><Relationship Id="rId36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31" Type="http://schemas.openxmlformats.org/officeDocument/2006/relationships/slideLayout" Target="../slideLayouts/slideLayout63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9.xml"/><Relationship Id="rId30" Type="http://schemas.openxmlformats.org/officeDocument/2006/relationships/slideLayout" Target="../slideLayouts/slideLayout62.xml"/><Relationship Id="rId35" Type="http://schemas.openxmlformats.org/officeDocument/2006/relationships/slideLayout" Target="../slideLayouts/slideLayout67.xml"/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53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304888" y="6383868"/>
            <a:ext cx="5486312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4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>
                <a:solidFill>
                  <a:schemeClr val="tx1"/>
                </a:solidFill>
                <a:latin typeface="IBM Plex Sans Light" panose="020B0403050000000000" pitchFamily="34" charset="77"/>
              </a:defRPr>
            </a:lvl1pPr>
          </a:lstStyle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9448800" y="6383868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000000000" pitchFamily="34" charset="77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9" name="Group 58"/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/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/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/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/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/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28974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3" r:id="rId24"/>
    <p:sldLayoutId id="2147483694" r:id="rId25"/>
    <p:sldLayoutId id="2147483695" r:id="rId26"/>
    <p:sldLayoutId id="2147483696" r:id="rId27"/>
    <p:sldLayoutId id="2147483697" r:id="rId28"/>
    <p:sldLayoutId id="2147483698" r:id="rId29"/>
    <p:sldLayoutId id="2147483699" r:id="rId30"/>
    <p:sldLayoutId id="2147483700" r:id="rId31"/>
    <p:sldLayoutId id="2147483701" r:id="rId32"/>
  </p:sldLayoutIdLst>
  <p:hf hdr="0" dt="0"/>
  <p:txStyles>
    <p:titleStyle>
      <a:lvl1pPr algn="l" rtl="0" eaLnBrk="1" fontAlgn="base" hangingPunct="1">
        <a:lnSpc>
          <a:spcPts val="3733"/>
        </a:lnSpc>
        <a:spcBef>
          <a:spcPct val="0"/>
        </a:spcBef>
        <a:spcAft>
          <a:spcPts val="2400"/>
        </a:spcAft>
        <a:defRPr sz="3200" b="0" i="0">
          <a:solidFill>
            <a:schemeClr val="tx1"/>
          </a:solidFill>
          <a:latin typeface="IBM Plex Mono Light" panose="020B0409050000000000" pitchFamily="49" charset="77"/>
          <a:ea typeface="IBM Plex Mono Light" panose="020B0409050000000000" pitchFamily="49" charset="77"/>
          <a:cs typeface="IBM Plex Mono Light" panose="020B0409050000000000" pitchFamily="49" charset="77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5pPr>
      <a:lvl6pPr marL="4834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6pPr>
      <a:lvl7pPr marL="96681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7pPr>
      <a:lvl8pPr marL="145022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8pPr>
      <a:lvl9pPr marL="193362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ts val="2133"/>
        </a:lnSpc>
        <a:spcBef>
          <a:spcPts val="0"/>
        </a:spcBef>
        <a:spcAft>
          <a:spcPts val="800"/>
        </a:spcAft>
        <a:buClr>
          <a:schemeClr val="tx1"/>
        </a:buClr>
        <a:buSzPct val="90000"/>
        <a:buFont typeface="Wingdings" pitchFamily="2" charset="2"/>
        <a:buNone/>
        <a:defRPr sz="1600">
          <a:solidFill>
            <a:schemeClr val="tx1"/>
          </a:solidFill>
          <a:latin typeface="IBM Plex Sans" charset="0"/>
          <a:ea typeface="IBM Plex Sans" charset="0"/>
          <a:cs typeface="IBM Plex Sans" charset="0"/>
        </a:defRPr>
      </a:lvl1pPr>
      <a:lvl2pPr marL="228594" indent="-228594" algn="l" rtl="0" eaLnBrk="1" fontAlgn="base" hangingPunct="1">
        <a:lnSpc>
          <a:spcPts val="2133"/>
        </a:lnSpc>
        <a:spcBef>
          <a:spcPts val="0"/>
        </a:spcBef>
        <a:spcAft>
          <a:spcPts val="800"/>
        </a:spcAft>
        <a:buClr>
          <a:schemeClr val="tx1"/>
        </a:buClr>
        <a:buSzPct val="100000"/>
        <a:buFont typeface=".AppleSystemUIFont" charset="-120"/>
        <a:buChar char="–"/>
        <a:tabLst/>
        <a:defRPr sz="1600">
          <a:solidFill>
            <a:schemeClr val="tx1"/>
          </a:solidFill>
          <a:latin typeface="IBM Plex Sans" charset="0"/>
          <a:ea typeface="IBM Plex Sans" charset="0"/>
          <a:cs typeface="IBM Plex Sans" charset="0"/>
        </a:defRPr>
      </a:lvl2pPr>
      <a:lvl3pPr marL="457189" indent="-188379" algn="l" rtl="0" eaLnBrk="1" fontAlgn="base" hangingPunct="1">
        <a:lnSpc>
          <a:spcPts val="2133"/>
        </a:lnSpc>
        <a:spcBef>
          <a:spcPts val="0"/>
        </a:spcBef>
        <a:spcAft>
          <a:spcPts val="80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600">
          <a:solidFill>
            <a:schemeClr val="tx1"/>
          </a:solidFill>
          <a:latin typeface="IBM Plex Sans" charset="0"/>
          <a:ea typeface="IBM Plex Sans" charset="0"/>
          <a:cs typeface="IBM Plex Sans" charset="0"/>
        </a:defRPr>
      </a:lvl3pPr>
      <a:lvl4pPr marL="838179" indent="-258227" algn="l" rtl="0" eaLnBrk="1" fontAlgn="base" hangingPunct="1">
        <a:lnSpc>
          <a:spcPts val="2133"/>
        </a:lnSpc>
        <a:spcBef>
          <a:spcPts val="0"/>
        </a:spcBef>
        <a:spcAft>
          <a:spcPts val="800"/>
        </a:spcAft>
        <a:buClr>
          <a:schemeClr val="tx1"/>
        </a:buClr>
        <a:buSzPct val="100000"/>
        <a:buFont typeface=".AppleSystemUIFont" charset="-120"/>
        <a:buChar char="–"/>
        <a:tabLst/>
        <a:defRPr sz="1600" baseline="0">
          <a:solidFill>
            <a:schemeClr val="tx1"/>
          </a:solidFill>
          <a:latin typeface="IBM Plex Sans" charset="0"/>
          <a:ea typeface="IBM Plex Sans" charset="0"/>
          <a:cs typeface="IBM Plex Sans" charset="0"/>
        </a:defRPr>
      </a:lvl4pPr>
      <a:lvl5pPr marL="1071007" indent="-228594" algn="l" rtl="0" eaLnBrk="1" fontAlgn="base" hangingPunct="1">
        <a:lnSpc>
          <a:spcPts val="2133"/>
        </a:lnSpc>
        <a:spcBef>
          <a:spcPts val="0"/>
        </a:spcBef>
        <a:spcAft>
          <a:spcPts val="800"/>
        </a:spcAft>
        <a:buClr>
          <a:schemeClr val="tx1"/>
        </a:buClr>
        <a:buFont typeface=".AppleSystemUIFont" charset="-120"/>
        <a:buChar char="»"/>
        <a:tabLst/>
        <a:defRPr sz="1600">
          <a:solidFill>
            <a:schemeClr val="tx1"/>
          </a:solidFill>
          <a:latin typeface="IBM Plex Sans" charset="0"/>
          <a:ea typeface="IBM Plex Sans" charset="0"/>
          <a:cs typeface="IBM Plex Sans" charset="0"/>
        </a:defRPr>
      </a:lvl5pPr>
      <a:lvl6pPr marL="2111549" indent="-17288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6pPr>
      <a:lvl7pPr marL="2594956" indent="-17288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7pPr>
      <a:lvl8pPr marL="3078364" indent="-17288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8pPr>
      <a:lvl9pPr marL="3561772" indent="-17288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07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16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21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29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37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43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50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258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0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88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53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280416" y="234040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304888" y="6383868"/>
            <a:ext cx="5486312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4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IBM Cloud and Cognitive Software/August 21, 2019 / © 2019 IBM Corporation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9448800" y="6383868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9" name="Group 58"/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/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/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/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/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/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953162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  <p:sldLayoutId id="2147483725" r:id="rId23"/>
    <p:sldLayoutId id="2147483726" r:id="rId24"/>
    <p:sldLayoutId id="2147483727" r:id="rId25"/>
    <p:sldLayoutId id="2147483728" r:id="rId26"/>
    <p:sldLayoutId id="2147483729" r:id="rId27"/>
    <p:sldLayoutId id="2147483730" r:id="rId28"/>
    <p:sldLayoutId id="2147483731" r:id="rId29"/>
    <p:sldLayoutId id="2147483732" r:id="rId30"/>
    <p:sldLayoutId id="2147483733" r:id="rId31"/>
    <p:sldLayoutId id="2147483734" r:id="rId32"/>
    <p:sldLayoutId id="2147483735" r:id="rId33"/>
    <p:sldLayoutId id="2147483736" r:id="rId34"/>
    <p:sldLayoutId id="2147483737" r:id="rId35"/>
    <p:sldLayoutId id="2147483738" r:id="rId36"/>
    <p:sldLayoutId id="2147483739" r:id="rId37"/>
    <p:sldLayoutId id="2147483740" r:id="rId38"/>
  </p:sldLayoutIdLst>
  <p:hf hdr="0" dt="0"/>
  <p:txStyles>
    <p:titleStyle>
      <a:lvl1pPr algn="l" rtl="0" eaLnBrk="1" fontAlgn="base" hangingPunct="1">
        <a:lnSpc>
          <a:spcPts val="3733"/>
        </a:lnSpc>
        <a:spcBef>
          <a:spcPct val="0"/>
        </a:spcBef>
        <a:spcAft>
          <a:spcPts val="2400"/>
        </a:spcAft>
        <a:defRPr sz="3200" b="0" i="0">
          <a:solidFill>
            <a:schemeClr val="bg1"/>
          </a:solidFill>
          <a:latin typeface="IBM Plex Mono Light" panose="020B0409050000000000" pitchFamily="49" charset="77"/>
          <a:ea typeface="IBM Plex Mono Light" panose="020B0409050000000000" pitchFamily="49" charset="77"/>
          <a:cs typeface="IBM Plex Mono Light" panose="020B0409050000000000" pitchFamily="49" charset="77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5pPr>
      <a:lvl6pPr marL="4834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6pPr>
      <a:lvl7pPr marL="96681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7pPr>
      <a:lvl8pPr marL="145022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8pPr>
      <a:lvl9pPr marL="193362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ts val="2133"/>
        </a:lnSpc>
        <a:spcBef>
          <a:spcPts val="0"/>
        </a:spcBef>
        <a:spcAft>
          <a:spcPts val="800"/>
        </a:spcAft>
        <a:buClr>
          <a:schemeClr val="tx1"/>
        </a:buClr>
        <a:buSzPct val="90000"/>
        <a:buFont typeface="Wingdings" pitchFamily="2" charset="2"/>
        <a:buNone/>
        <a:defRPr sz="1600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1pPr>
      <a:lvl2pPr marL="228594" indent="-228594" algn="l" rtl="0" eaLnBrk="1" fontAlgn="base" hangingPunct="1">
        <a:lnSpc>
          <a:spcPts val="2133"/>
        </a:lnSpc>
        <a:spcBef>
          <a:spcPts val="0"/>
        </a:spcBef>
        <a:spcAft>
          <a:spcPts val="800"/>
        </a:spcAft>
        <a:buClr>
          <a:schemeClr val="bg1"/>
        </a:buClr>
        <a:buSzPct val="100000"/>
        <a:buFont typeface=".AppleSystemUIFont" charset="-120"/>
        <a:buChar char="–"/>
        <a:tabLst/>
        <a:defRPr sz="1600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2pPr>
      <a:lvl3pPr marL="457189" indent="-188379" algn="l" rtl="0" eaLnBrk="1" fontAlgn="base" hangingPunct="1">
        <a:lnSpc>
          <a:spcPts val="2133"/>
        </a:lnSpc>
        <a:spcBef>
          <a:spcPts val="0"/>
        </a:spcBef>
        <a:spcAft>
          <a:spcPts val="80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600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3pPr>
      <a:lvl4pPr marL="838179" indent="-258227" algn="l" rtl="0" eaLnBrk="1" fontAlgn="base" hangingPunct="1">
        <a:lnSpc>
          <a:spcPts val="2133"/>
        </a:lnSpc>
        <a:spcBef>
          <a:spcPts val="0"/>
        </a:spcBef>
        <a:spcAft>
          <a:spcPts val="800"/>
        </a:spcAft>
        <a:buClr>
          <a:schemeClr val="bg1"/>
        </a:buClr>
        <a:buSzPct val="100000"/>
        <a:buFont typeface=".AppleSystemUIFont" charset="-120"/>
        <a:buChar char="–"/>
        <a:tabLst/>
        <a:defRPr sz="1600" baseline="0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4pPr>
      <a:lvl5pPr marL="1071007" indent="-228594" algn="l" rtl="0" eaLnBrk="1" fontAlgn="base" hangingPunct="1">
        <a:lnSpc>
          <a:spcPts val="2133"/>
        </a:lnSpc>
        <a:spcBef>
          <a:spcPts val="0"/>
        </a:spcBef>
        <a:spcAft>
          <a:spcPts val="800"/>
        </a:spcAft>
        <a:buClr>
          <a:schemeClr val="bg1"/>
        </a:buClr>
        <a:buFont typeface=".AppleSystemUIFont" charset="-120"/>
        <a:buChar char="»"/>
        <a:tabLst/>
        <a:defRPr sz="1600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5pPr>
      <a:lvl6pPr marL="2111549" indent="-17288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6pPr>
      <a:lvl7pPr marL="2594956" indent="-17288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7pPr>
      <a:lvl8pPr marL="3078364" indent="-17288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8pPr>
      <a:lvl9pPr marL="3561772" indent="-17288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07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16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21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29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37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43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50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258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0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88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0.png"/><Relationship Id="rId5" Type="http://schemas.openxmlformats.org/officeDocument/2006/relationships/diagramQuickStyle" Target="../diagrams/quickStyle1.xml"/><Relationship Id="rId10" Type="http://schemas.openxmlformats.org/officeDocument/2006/relationships/hyperlink" Target="https://de.wikipedia.org/wiki/ONNX" TargetMode="External"/><Relationship Id="rId4" Type="http://schemas.openxmlformats.org/officeDocument/2006/relationships/diagramLayout" Target="../diagrams/layout1.xml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2.xml"/><Relationship Id="rId2" Type="http://schemas.openxmlformats.org/officeDocument/2006/relationships/hyperlink" Target="https://github.com/onnx/onnx/pull/2314/files#diff-90937e0f36f31f454e47fc24e919e006" TargetMode="External"/><Relationship Id="rId1" Type="http://schemas.openxmlformats.org/officeDocument/2006/relationships/slideLayout" Target="../slideLayouts/slideLayout4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issues?q=1970+user%3Aonnx" TargetMode="External"/><Relationship Id="rId1" Type="http://schemas.openxmlformats.org/officeDocument/2006/relationships/slideLayout" Target="../slideLayouts/slideLayout4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47BBA-DDF0-5840-9DE1-FD6AB9A59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5" y="265102"/>
            <a:ext cx="11632023" cy="5741081"/>
          </a:xfrm>
        </p:spPr>
        <p:txBody>
          <a:bodyPr/>
          <a:lstStyle/>
          <a:p>
            <a:r>
              <a:rPr lang="en-US" sz="3733" b="1" dirty="0">
                <a:latin typeface="IBM Plex Sans Bold" panose="020B0803050203000203" pitchFamily="34" charset="0"/>
              </a:rPr>
              <a:t>ONNX Training Working Group Update</a:t>
            </a:r>
            <a:br>
              <a:rPr lang="en-US" dirty="0"/>
            </a:br>
            <a:r>
              <a:rPr lang="en-US" dirty="0">
                <a:solidFill>
                  <a:schemeClr val="bg1"/>
                </a:solidFill>
              </a:rPr>
              <a:t>—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Svetlana Levitan, PhD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Senior Developer Advocate in Chicago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Center for Open-source Data and AI Technologies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IBM Cloud and Cognitive Software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April 9, 2020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9BF7D1-4AF2-4305-8BBC-28F3D4F18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084" y="3426269"/>
            <a:ext cx="1205970" cy="11139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56BD7C-E1D7-4250-9D4C-0EEB49619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044" y="5135413"/>
            <a:ext cx="4972189" cy="127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0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FB7B8-6FA4-4017-B672-BFDBAC4A3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7915" y="319836"/>
            <a:ext cx="5522976" cy="1072896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+mj-lt"/>
              </a:rPr>
              <a:t>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636A8-0AD9-4207-BA47-C4482EEA2B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5FB3-9C97-154F-86B2-7E381B95126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270CF2-CB85-4785-8D7B-03DF4F258B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4172" y="1729057"/>
            <a:ext cx="7527089" cy="43362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Overview of ONNX training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New features in ONNX 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New operators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Next steps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83E7F1-BBCA-4837-89D5-E269002F4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93" y="6298324"/>
            <a:ext cx="7898964" cy="34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245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4A62DE9-3653-4A13-95BE-88BF1B021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678" y="553437"/>
            <a:ext cx="11468898" cy="107289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ONNX Training working group history and status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38719-7422-4DFF-AB08-FD8F78B35C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200" dirty="0">
                <a:solidFill>
                  <a:schemeClr val="tx1"/>
                </a:solidFill>
              </a:rPr>
              <a:t>IBM Cloud and Cognitive Software/April 9, 2020 / © 2020 IBM Corporation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D9EB1-CE32-4592-BF18-C11E127D4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z="1400" smtClean="0">
                <a:solidFill>
                  <a:schemeClr val="tx1"/>
                </a:solidFill>
              </a:rPr>
              <a:pPr/>
              <a:t>3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0638E1-BE59-4FD9-9F43-045539D4B3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8017" y="1626333"/>
            <a:ext cx="11217221" cy="433628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Working group created in February 2019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Led by IBM, meetings on Tuesdays at 10:30 am US Pacific time.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chemeClr val="tx1"/>
                </a:solidFill>
              </a:rPr>
              <a:t>Gitter</a:t>
            </a:r>
            <a:r>
              <a:rPr lang="en-US" sz="2400" dirty="0">
                <a:solidFill>
                  <a:schemeClr val="tx1"/>
                </a:solidFill>
              </a:rPr>
              <a:t> room: </a:t>
            </a:r>
            <a:r>
              <a:rPr lang="en-US" sz="2400" b="1" dirty="0">
                <a:solidFill>
                  <a:schemeClr val="tx1"/>
                </a:solidFill>
                <a:latin typeface="IBM Plex Mono" panose="020B0509050203000203" pitchFamily="49" charset="0"/>
              </a:rPr>
              <a:t>https://gitter.im/onnx/training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Several Pull Requests merged into Master for ONNX </a:t>
            </a:r>
            <a:r>
              <a:rPr lang="en-US" sz="2400" b="1" dirty="0">
                <a:solidFill>
                  <a:schemeClr val="tx1"/>
                </a:solidFill>
              </a:rPr>
              <a:t>1.7</a:t>
            </a:r>
            <a:r>
              <a:rPr lang="en-US" sz="2400" dirty="0">
                <a:solidFill>
                  <a:schemeClr val="tx1"/>
                </a:solidFill>
              </a:rPr>
              <a:t> release “</a:t>
            </a:r>
            <a:r>
              <a:rPr lang="en-US" sz="2400" b="1" dirty="0">
                <a:solidFill>
                  <a:schemeClr val="tx1"/>
                </a:solidFill>
              </a:rPr>
              <a:t>Preview</a:t>
            </a:r>
            <a:r>
              <a:rPr lang="en-US" sz="2400" dirty="0">
                <a:solidFill>
                  <a:schemeClr val="tx1"/>
                </a:solidFill>
              </a:rPr>
              <a:t>”.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Converters and open source ONNX RT do not </a:t>
            </a:r>
            <a:r>
              <a:rPr lang="en-US" sz="2400" b="1" dirty="0">
                <a:solidFill>
                  <a:schemeClr val="tx1"/>
                </a:solidFill>
              </a:rPr>
              <a:t>yet </a:t>
            </a:r>
            <a:r>
              <a:rPr lang="en-US" sz="2400" dirty="0">
                <a:solidFill>
                  <a:schemeClr val="tx1"/>
                </a:solidFill>
              </a:rPr>
              <a:t>support this.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</a:rPr>
              <a:t>Wei-Sheng Chin </a:t>
            </a:r>
            <a:r>
              <a:rPr lang="en-US" sz="2400" dirty="0">
                <a:solidFill>
                  <a:schemeClr val="tx1"/>
                </a:solidFill>
              </a:rPr>
              <a:t>(Microsoft) created the proposal, with inputs from others.</a:t>
            </a:r>
          </a:p>
          <a:p>
            <a:pPr>
              <a:lnSpc>
                <a:spcPct val="100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636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FB7B8-6FA4-4017-B672-BFDBAC4A3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632" y="446874"/>
            <a:ext cx="8404492" cy="107289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Background: Why ONNX Training?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636A8-0AD9-4207-BA47-C4482EEA2B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z="1200" smtClean="0">
                <a:solidFill>
                  <a:schemeClr val="tx1"/>
                </a:solidFill>
              </a:rPr>
              <a:pPr/>
              <a:t>4</a:t>
            </a:fld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D87B0D-AB24-4CE2-8D4C-F1CD0BC2AA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1057" y="1687791"/>
            <a:ext cx="5909930" cy="4336288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Sometimes training is a part of deployment (model refinement)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1"/>
                </a:solidFill>
              </a:rPr>
              <a:t>Create training spec (or possibly partially trained model) in one framework and train in another or in ONNX Runtime</a:t>
            </a:r>
          </a:p>
          <a:p>
            <a:pPr>
              <a:lnSpc>
                <a:spcPct val="100000"/>
              </a:lnSpc>
            </a:pPr>
            <a:endParaRPr lang="en-US" sz="24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1"/>
                </a:solidFill>
              </a:rPr>
              <a:t>More flexibility for computation-intensive workloads</a:t>
            </a:r>
          </a:p>
          <a:p>
            <a:pPr>
              <a:lnSpc>
                <a:spcPct val="100000"/>
              </a:lnSpc>
            </a:pPr>
            <a:endParaRPr lang="en-US" sz="24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1"/>
                </a:solidFill>
              </a:rPr>
              <a:t>Attractive for hardware manufacturers</a:t>
            </a:r>
          </a:p>
          <a:p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83E7F1-BBCA-4837-89D5-E269002F4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93" y="6314090"/>
            <a:ext cx="7540287" cy="331441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D90970A-730A-435D-870B-3E9917739C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4032268"/>
              </p:ext>
            </p:extLst>
          </p:nvPr>
        </p:nvGraphicFramePr>
        <p:xfrm>
          <a:off x="6466312" y="834248"/>
          <a:ext cx="8940830" cy="51895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 descr="A picture containing table, game&#10;&#10;Description automatically generated">
            <a:extLst>
              <a:ext uri="{FF2B5EF4-FFF2-40B4-BE49-F238E27FC236}">
                <a16:creationId xmlns:a16="http://schemas.microsoft.com/office/drawing/2014/main" id="{C194A854-93C5-4272-A452-A8A068827C4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33700" r="73782" b="33926"/>
          <a:stretch/>
        </p:blipFill>
        <p:spPr>
          <a:xfrm>
            <a:off x="8702543" y="2871096"/>
            <a:ext cx="1135162" cy="1045833"/>
          </a:xfrm>
          <a:prstGeom prst="rect">
            <a:avLst/>
          </a:prstGeom>
          <a:blipFill dpi="0" rotWithShape="1">
            <a:blip r:embed="rId9">
              <a:alphaModFix amt="27000"/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0"/>
                </a:ext>
              </a:extLst>
            </a:blip>
            <a:srcRect/>
            <a:stretch>
              <a:fillRect/>
            </a:stretch>
          </a:blipFill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275E7B-1775-4B3A-AC9B-4B628E49D43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15655" y="1083510"/>
            <a:ext cx="1173006" cy="1173006"/>
          </a:xfrm>
          <a:prstGeom prst="rect">
            <a:avLst/>
          </a:prstGeom>
          <a:noFill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DCF5C9-E0D4-4BEE-9DA5-129EEC8CE9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2294" y="2479902"/>
            <a:ext cx="1135370" cy="11353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273662-73BA-4573-BE9B-747794CEFBB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7924" y="3838918"/>
            <a:ext cx="1123414" cy="11234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754110-E7DD-4A38-8116-8DA9FCF7A19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9241" y="4919630"/>
            <a:ext cx="1123415" cy="1123415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18BBB70-B98B-4234-9E2B-A8D0BE113E12}"/>
              </a:ext>
            </a:extLst>
          </p:cNvPr>
          <p:cNvCxnSpPr/>
          <p:nvPr/>
        </p:nvCxnSpPr>
        <p:spPr bwMode="auto">
          <a:xfrm flipV="1">
            <a:off x="4477035" y="1765738"/>
            <a:ext cx="16137" cy="2047"/>
          </a:xfrm>
          <a:prstGeom prst="straightConnector1">
            <a:avLst/>
          </a:prstGeom>
          <a:ln w="12700">
            <a:solidFill>
              <a:schemeClr val="bg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A92E1DF-D182-4B69-B242-2850F0453206}"/>
              </a:ext>
            </a:extLst>
          </p:cNvPr>
          <p:cNvSpPr/>
          <p:nvPr/>
        </p:nvSpPr>
        <p:spPr bwMode="auto">
          <a:xfrm rot="298913">
            <a:off x="7320586" y="3191387"/>
            <a:ext cx="1062324" cy="83417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3"/>
          </a:solidFill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ts val="16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BM Plex Sans" panose="020B0503050000000000" pitchFamily="34" charset="77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3CE0290-BD90-4A5D-9129-14622E631FE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0679168">
            <a:off x="7398025" y="4005389"/>
            <a:ext cx="1141087" cy="869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F79B093-46CE-4809-BBA8-AA466BC6F7A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413527">
            <a:off x="7787610" y="2374753"/>
            <a:ext cx="1009453" cy="7694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1F7B4FB-5D42-45E1-A3CC-E9D18C44B94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9236724">
            <a:off x="7813795" y="4615976"/>
            <a:ext cx="1229177" cy="9368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3C24315-0509-4AE2-AABF-6E26B2FAB5C3}"/>
              </a:ext>
            </a:extLst>
          </p:cNvPr>
          <p:cNvSpPr txBox="1"/>
          <p:nvPr/>
        </p:nvSpPr>
        <p:spPr>
          <a:xfrm>
            <a:off x="7029682" y="1517599"/>
            <a:ext cx="1172116" cy="311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</a:pPr>
            <a:r>
              <a:rPr lang="en-US" sz="2000" b="1" dirty="0" err="1">
                <a:solidFill>
                  <a:srgbClr val="FF0000"/>
                </a:solidFill>
                <a:latin typeface="IBM Plex Sans" charset="0"/>
                <a:ea typeface="IBM Plex Sans" charset="0"/>
                <a:cs typeface="IBM Plex Sans" charset="0"/>
              </a:rPr>
              <a:t>PyTorch</a:t>
            </a:r>
            <a:endParaRPr lang="en-US" sz="2000" b="1" dirty="0">
              <a:solidFill>
                <a:srgbClr val="FF0000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358D1D-886E-446C-BC3A-7715B201448C}"/>
              </a:ext>
            </a:extLst>
          </p:cNvPr>
          <p:cNvSpPr txBox="1"/>
          <p:nvPr/>
        </p:nvSpPr>
        <p:spPr>
          <a:xfrm>
            <a:off x="6423011" y="2985199"/>
            <a:ext cx="693935" cy="344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</a:pPr>
            <a:r>
              <a:rPr lang="en-US" sz="2800" b="1" dirty="0">
                <a:solidFill>
                  <a:srgbClr val="FF9600"/>
                </a:solidFill>
                <a:latin typeface="IBM Plex Sans" charset="0"/>
                <a:ea typeface="IBM Plex Sans" charset="0"/>
                <a:cs typeface="IBM Plex Sans" charset="0"/>
              </a:rPr>
              <a:t>TF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F783EC-B1D5-4375-A72E-86B14C707D3F}"/>
              </a:ext>
            </a:extLst>
          </p:cNvPr>
          <p:cNvSpPr txBox="1"/>
          <p:nvPr/>
        </p:nvSpPr>
        <p:spPr>
          <a:xfrm>
            <a:off x="6466312" y="4255857"/>
            <a:ext cx="871351" cy="311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</a:pPr>
            <a:r>
              <a:rPr lang="en-US" sz="2000" b="1" dirty="0">
                <a:latin typeface="IBM Plex Sans" charset="0"/>
                <a:ea typeface="IBM Plex Sans" charset="0"/>
                <a:cs typeface="IBM Plex Sans" charset="0"/>
              </a:rPr>
              <a:t>CNTK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8049A6-FD7B-41A8-91F7-5BC430F95680}"/>
              </a:ext>
            </a:extLst>
          </p:cNvPr>
          <p:cNvSpPr txBox="1"/>
          <p:nvPr/>
        </p:nvSpPr>
        <p:spPr>
          <a:xfrm>
            <a:off x="7158347" y="5312407"/>
            <a:ext cx="1058303" cy="311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</a:pPr>
            <a:r>
              <a:rPr lang="en-US" sz="2000" b="1" dirty="0">
                <a:latin typeface="IBM Plex Sans" charset="0"/>
                <a:ea typeface="IBM Plex Sans" charset="0"/>
                <a:cs typeface="IBM Plex Sans" charset="0"/>
              </a:rPr>
              <a:t>MXNET</a:t>
            </a:r>
          </a:p>
        </p:txBody>
      </p:sp>
    </p:spTree>
    <p:extLst>
      <p:ext uri="{BB962C8B-B14F-4D97-AF65-F5344CB8AC3E}">
        <p14:creationId xmlns:p14="http://schemas.microsoft.com/office/powerpoint/2010/main" val="3506124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FB7B8-6FA4-4017-B672-BFDBAC4A3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95" y="294692"/>
            <a:ext cx="11594501" cy="107289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ONNX Training Approach </a:t>
            </a:r>
            <a:r>
              <a:rPr lang="en-US" dirty="0">
                <a:solidFill>
                  <a:schemeClr val="tx1"/>
                </a:solidFill>
              </a:rPr>
              <a:t>as described in PR #2314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636A8-0AD9-4207-BA47-C4482EEA2B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5FB3-9C97-154F-86B2-7E381B95126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D87B0D-AB24-4CE2-8D4C-F1CD0BC2AA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83E7F1-BBCA-4837-89D5-E269002F4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93" y="6401670"/>
            <a:ext cx="5547841" cy="243861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F55F954-51BE-4B6A-A0AB-18875FA4B3A9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92608" y="1625655"/>
            <a:ext cx="11594501" cy="4401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-apple-system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+mn-lt"/>
              </a:rPr>
              <a:t>Added 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+mn-lt"/>
              </a:rPr>
              <a:t>protobuf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+mn-lt"/>
              </a:rPr>
              <a:t> message, 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BM Plex Mono" panose="020B0509050203000203" pitchFamily="49" charset="0"/>
              </a:rPr>
              <a:t>TrainingInfoProto</a:t>
            </a:r>
            <a:r>
              <a:rPr lang="en-US" altLang="en-US" sz="2400" dirty="0">
                <a:solidFill>
                  <a:srgbClr val="24292E"/>
                </a:solidFill>
                <a:latin typeface="+mn-lt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+mn-lt"/>
              </a:rPr>
              <a:t> to store training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+mn-lt"/>
              </a:rPr>
              <a:t> In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IBM Plex Mono" panose="020B0509050203000203" pitchFamily="49" charset="0"/>
              </a:rPr>
              <a:t>TrainingInfoProto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+mn-lt"/>
              </a:rPr>
              <a:t>, the user can store training algorithm in algorithm field as a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IBM Plex Mono" panose="020B0509050203000203" pitchFamily="49" charset="0"/>
              </a:rPr>
              <a:t>GraphProto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+mn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en-US" altLang="en-US" sz="2400" dirty="0">
                <a:solidFill>
                  <a:srgbClr val="24292E"/>
                </a:solidFill>
                <a:latin typeface="+mn-lt"/>
              </a:rPr>
              <a:t> 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+mn-lt"/>
              </a:rPr>
              <a:t>an also store initialization algorithm for resetting the model in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IBM Plex Mono" panose="020B0509050203000203" pitchFamily="49" charset="0"/>
              </a:rPr>
              <a:t>TrainingInfoProto.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BM Plex Mono" panose="020B0509050203000203" pitchFamily="49" charset="0"/>
              </a:rPr>
              <a:t>initialization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+mn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+mn-lt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IBM Plex Mono" panose="020B0509050203000203" pitchFamily="49" charset="0"/>
              </a:rPr>
              <a:t>ModelProto.graph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+mn-lt"/>
              </a:rPr>
              <a:t> is callable inside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IBM Plex Mono" panose="020B0509050203000203" pitchFamily="49" charset="0"/>
              </a:rPr>
              <a:t>TrainingInfoProto.algorithm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+mn-lt"/>
              </a:rPr>
              <a:t>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en-US" altLang="en-US" sz="2400" dirty="0">
                <a:solidFill>
                  <a:srgbClr val="24292E"/>
                </a:solidFill>
                <a:latin typeface="+mn-lt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IBM Plex Mono" panose="020B0509050203000203" pitchFamily="49" charset="0"/>
              </a:rPr>
              <a:t>ModelProto.graph.initializer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+mn-lt"/>
              </a:rPr>
              <a:t> is visible to nodes in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IBM Plex Mono" panose="020B0509050203000203" pitchFamily="49" charset="0"/>
              </a:rPr>
              <a:t>TrainingInfoProto.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BM Plex Mono" panose="020B0509050203000203" pitchFamily="49" charset="0"/>
              </a:rPr>
              <a:t>algorithm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IBM Plex Mono" panose="020B0509050203000203" pitchFamily="49" charset="0"/>
              </a:rPr>
              <a:t>.node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+mn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+mn-lt"/>
              </a:rPr>
              <a:t>6. Also introduced a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BM Plex Mono" panose="020B0509050203000203" pitchFamily="49" charset="0"/>
              </a:rPr>
              <a:t>Gradient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+mn-lt"/>
              </a:rPr>
              <a:t>operator to differentiate a function represented by a (sub-) graph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IBM Plex Mono" panose="020B0509050203000203" pitchFamily="49" charset="0"/>
              </a:rPr>
              <a:t>GraphCall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+mn-lt"/>
              </a:rPr>
              <a:t> operator to call the inference graph.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rgbClr val="24292E"/>
                </a:solidFill>
                <a:latin typeface="+mn-lt"/>
              </a:rPr>
              <a:t>7. Defined new operators for most widely used loss functions and optimizers.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24292E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747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FB7B8-6FA4-4017-B672-BFDBAC4A3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631" y="446874"/>
            <a:ext cx="7702928" cy="107289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New features in ONNX IR (version 7) 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636A8-0AD9-4207-BA47-C4482EEA2B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5FB3-9C97-154F-86B2-7E381B95126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270CF2-CB85-4785-8D7B-03DF4F258B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258" y="1260856"/>
            <a:ext cx="9128388" cy="433628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dirty="0" err="1">
                <a:hlinkClick r:id="rId2" tooltip="onnx/onnx-ml.proto"/>
              </a:rPr>
              <a:t>onnx</a:t>
            </a:r>
            <a:r>
              <a:rPr lang="en-US" sz="2800" dirty="0">
                <a:hlinkClick r:id="rId2" tooltip="onnx/onnx-ml.proto"/>
              </a:rPr>
              <a:t>/</a:t>
            </a:r>
            <a:r>
              <a:rPr lang="en-US" sz="2800" dirty="0" err="1">
                <a:hlinkClick r:id="rId2" tooltip="onnx/onnx-ml.proto"/>
              </a:rPr>
              <a:t>onnx.proto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tx1"/>
                </a:solidFill>
              </a:rPr>
              <a:t>  Added lines 210-316 and 367-377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</a:rPr>
              <a:t>message </a:t>
            </a:r>
            <a:r>
              <a:rPr lang="en-US" sz="2000" dirty="0" err="1">
                <a:solidFill>
                  <a:schemeClr val="tx1"/>
                </a:solidFill>
              </a:rPr>
              <a:t>TrainingInfoProto</a:t>
            </a:r>
            <a:r>
              <a:rPr lang="en-US" sz="2000" dirty="0">
                <a:solidFill>
                  <a:schemeClr val="tx1"/>
                </a:solidFill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</a:rPr>
              <a:t>   optional </a:t>
            </a:r>
            <a:r>
              <a:rPr lang="en-US" sz="2000" dirty="0" err="1">
                <a:solidFill>
                  <a:schemeClr val="tx1"/>
                </a:solidFill>
              </a:rPr>
              <a:t>GraphProto</a:t>
            </a:r>
            <a:r>
              <a:rPr lang="en-US" sz="2000" dirty="0">
                <a:solidFill>
                  <a:schemeClr val="tx1"/>
                </a:solidFill>
              </a:rPr>
              <a:t> initialization = 1;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</a:rPr>
              <a:t>   optional </a:t>
            </a:r>
            <a:r>
              <a:rPr lang="en-US" sz="2000" dirty="0" err="1">
                <a:solidFill>
                  <a:schemeClr val="tx1"/>
                </a:solidFill>
              </a:rPr>
              <a:t>GraphProto</a:t>
            </a:r>
            <a:r>
              <a:rPr lang="en-US" sz="2000" dirty="0">
                <a:solidFill>
                  <a:schemeClr val="tx1"/>
                </a:solidFill>
              </a:rPr>
              <a:t> algorithm = 2;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</a:rPr>
              <a:t>   repeated </a:t>
            </a:r>
            <a:r>
              <a:rPr lang="en-US" sz="2000" dirty="0" err="1">
                <a:solidFill>
                  <a:schemeClr val="tx1"/>
                </a:solidFill>
              </a:rPr>
              <a:t>StringStringEntryProto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initialization_binding</a:t>
            </a:r>
            <a:r>
              <a:rPr lang="en-US" sz="2000" dirty="0">
                <a:solidFill>
                  <a:schemeClr val="tx1"/>
                </a:solidFill>
              </a:rPr>
              <a:t> = 3;</a:t>
            </a:r>
          </a:p>
          <a:p>
            <a:pPr>
              <a:lnSpc>
                <a:spcPct val="100000"/>
              </a:lnSpc>
            </a:pPr>
            <a:r>
              <a:rPr lang="nb-NO" sz="2000" dirty="0">
                <a:solidFill>
                  <a:schemeClr val="tx1"/>
                </a:solidFill>
              </a:rPr>
              <a:t>   repeated StringStringEntryProto update_binding = 4;</a:t>
            </a:r>
          </a:p>
          <a:p>
            <a:pPr>
              <a:lnSpc>
                <a:spcPct val="100000"/>
              </a:lnSpc>
            </a:pPr>
            <a:r>
              <a:rPr lang="nb-NO" sz="2000" dirty="0">
                <a:solidFill>
                  <a:schemeClr val="tx1"/>
                </a:solidFill>
              </a:rPr>
              <a:t>};</a:t>
            </a:r>
          </a:p>
          <a:p>
            <a:pPr>
              <a:lnSpc>
                <a:spcPct val="100000"/>
              </a:lnSpc>
            </a:pPr>
            <a:r>
              <a:rPr lang="nb-NO" sz="2000" dirty="0">
                <a:solidFill>
                  <a:schemeClr val="tx1"/>
                </a:solidFill>
              </a:rPr>
              <a:t>message ModelProto {</a:t>
            </a:r>
          </a:p>
          <a:p>
            <a:pPr>
              <a:lnSpc>
                <a:spcPct val="100000"/>
              </a:lnSpc>
            </a:pPr>
            <a:r>
              <a:rPr lang="nb-NO" sz="2000" dirty="0">
                <a:solidFill>
                  <a:schemeClr val="tx1"/>
                </a:solidFill>
              </a:rPr>
              <a:t>     ... 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</a:rPr>
              <a:t>     repeated </a:t>
            </a:r>
            <a:r>
              <a:rPr lang="en-US" sz="2000" dirty="0" err="1">
                <a:solidFill>
                  <a:schemeClr val="tx1"/>
                </a:solidFill>
              </a:rPr>
              <a:t>TrainingInfoProto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training_info</a:t>
            </a:r>
            <a:r>
              <a:rPr lang="en-US" sz="2000" dirty="0">
                <a:solidFill>
                  <a:schemeClr val="tx1"/>
                </a:solidFill>
              </a:rPr>
              <a:t> = 20;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</a:rPr>
              <a:t>};</a:t>
            </a:r>
            <a:endParaRPr lang="nb-NO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endParaRPr lang="nb-NO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83E7F1-BBCA-4837-89D5-E269002F4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93" y="6401670"/>
            <a:ext cx="5547841" cy="243861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AE5A1A44-4CCF-47DD-A0EF-82162AD30C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1935399"/>
              </p:ext>
            </p:extLst>
          </p:nvPr>
        </p:nvGraphicFramePr>
        <p:xfrm>
          <a:off x="5431286" y="2735317"/>
          <a:ext cx="6371021" cy="4017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36392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FB7B8-6FA4-4017-B672-BFDBAC4A3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631" y="446874"/>
            <a:ext cx="7444992" cy="107289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New operators (and PR #’s)</a:t>
            </a:r>
            <a:br>
              <a:rPr lang="en-US" dirty="0">
                <a:solidFill>
                  <a:schemeClr val="tx1"/>
                </a:solidFill>
                <a:latin typeface="+mj-lt"/>
              </a:rPr>
            </a:b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636A8-0AD9-4207-BA47-C4482EEA2B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5FB3-9C97-154F-86B2-7E381B95126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D87B0D-AB24-4CE2-8D4C-F1CD0BC2AA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83E7F1-BBCA-4837-89D5-E269002F4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93" y="6401670"/>
            <a:ext cx="5547841" cy="243861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D53426B-CD87-46D5-B84B-48DF193565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818282"/>
              </p:ext>
            </p:extLst>
          </p:nvPr>
        </p:nvGraphicFramePr>
        <p:xfrm>
          <a:off x="-255287" y="1178978"/>
          <a:ext cx="12702573" cy="49093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75D2091-A0A3-4416-9E70-CA54CBC8D1E5}"/>
              </a:ext>
            </a:extLst>
          </p:cNvPr>
          <p:cNvSpPr txBox="1"/>
          <p:nvPr/>
        </p:nvSpPr>
        <p:spPr>
          <a:xfrm>
            <a:off x="7667684" y="5126681"/>
            <a:ext cx="4219425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800" dirty="0">
                <a:latin typeface="IBM Plex Sans" charset="0"/>
                <a:ea typeface="IBM Plex Sans" charset="0"/>
                <a:cs typeface="IBM Plex Sans" charset="0"/>
              </a:rPr>
              <a:t>Domain:</a:t>
            </a:r>
          </a:p>
          <a:p>
            <a:pPr>
              <a:spcAft>
                <a:spcPts val="600"/>
              </a:spcAft>
            </a:pPr>
            <a:r>
              <a:rPr lang="en-US" sz="3200" dirty="0" err="1">
                <a:latin typeface="IBM Plex Mono" panose="020B0509050203000203" pitchFamily="49" charset="0"/>
              </a:rPr>
              <a:t>ai.onnx.training</a:t>
            </a:r>
            <a:r>
              <a:rPr lang="en-US" sz="2800" dirty="0">
                <a:latin typeface="IBM Plex Sans" charset="0"/>
                <a:ea typeface="IBM Plex Sans" charset="0"/>
                <a:cs typeface="IBM Plex Sans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2757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FB7B8-6FA4-4017-B672-BFDBAC4A3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631" y="446874"/>
            <a:ext cx="6291913" cy="107289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Next steps</a:t>
            </a:r>
            <a:br>
              <a:rPr lang="en-US" dirty="0">
                <a:solidFill>
                  <a:schemeClr val="tx1"/>
                </a:solidFill>
                <a:latin typeface="+mj-lt"/>
              </a:rPr>
            </a:b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636A8-0AD9-4207-BA47-C4482EEA2B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5FB3-9C97-154F-86B2-7E381B95126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270CF2-CB85-4785-8D7B-03DF4F258B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8155" y="1602932"/>
            <a:ext cx="9899799" cy="4336288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Wei-Sheng finished ADAM PR </a:t>
            </a:r>
            <a:r>
              <a:rPr lang="en-US" sz="2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#1970</a:t>
            </a:r>
            <a:r>
              <a:rPr lang="en-US" sz="2400" dirty="0">
                <a:solidFill>
                  <a:schemeClr val="tx1"/>
                </a:solidFill>
              </a:rPr>
              <a:t>, but not in 1.7 release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Add more details into current primitives, </a:t>
            </a:r>
            <a:r>
              <a:rPr lang="en-US" sz="2400" b="1" i="1" dirty="0">
                <a:solidFill>
                  <a:schemeClr val="tx1"/>
                </a:solidFill>
              </a:rPr>
              <a:t>define gradient behavior for each operator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Helper functions:</a:t>
            </a:r>
          </a:p>
          <a:p>
            <a:pPr marL="685794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Create </a:t>
            </a:r>
            <a:r>
              <a:rPr lang="en-US" sz="2400" dirty="0" err="1">
                <a:solidFill>
                  <a:schemeClr val="tx1"/>
                </a:solidFill>
              </a:rPr>
              <a:t>TrainingInfoProto</a:t>
            </a:r>
            <a:endParaRPr lang="en-US" sz="2400" dirty="0">
              <a:solidFill>
                <a:schemeClr val="tx1"/>
              </a:solidFill>
            </a:endParaRPr>
          </a:p>
          <a:p>
            <a:pPr marL="685794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>
                <a:solidFill>
                  <a:schemeClr val="tx1"/>
                </a:solidFill>
              </a:rPr>
              <a:t>To </a:t>
            </a:r>
            <a:r>
              <a:rPr lang="en-US" sz="2400" dirty="0">
                <a:solidFill>
                  <a:schemeClr val="tx1"/>
                </a:solidFill>
              </a:rPr>
              <a:t>go from inference to training graph and back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Work with Converters teams to help them to support ONNX training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How are users doing auto-diff? Need it in ONNX? Need </a:t>
            </a:r>
            <a:r>
              <a:rPr lang="en-US" sz="2400" b="1" i="1" dirty="0">
                <a:solidFill>
                  <a:schemeClr val="tx1"/>
                </a:solidFill>
              </a:rPr>
              <a:t>your </a:t>
            </a:r>
            <a:r>
              <a:rPr lang="en-US" sz="2400" dirty="0">
                <a:solidFill>
                  <a:schemeClr val="tx1"/>
                </a:solidFill>
              </a:rPr>
              <a:t>answers!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Longer term: Get feedback on the spec and update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83E7F1-BBCA-4837-89D5-E269002F4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93" y="6401670"/>
            <a:ext cx="5547841" cy="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851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C18E5-DED4-422B-9F53-DBFBAF3C1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46" y="550757"/>
            <a:ext cx="11514763" cy="1072896"/>
          </a:xfrm>
        </p:spPr>
        <p:txBody>
          <a:bodyPr/>
          <a:lstStyle/>
          <a:p>
            <a:r>
              <a:rPr lang="en-US" sz="4000" dirty="0">
                <a:solidFill>
                  <a:schemeClr val="tx1"/>
                </a:solidFill>
              </a:rPr>
              <a:t>Contact me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6C09AF-797F-4C4C-A9FC-2C4A8485C7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Cloud and Cognitive Software/August 21, 2019 / © 2019 IBM Corporation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BF144-6B5F-4E96-A6B9-2E355B5E62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2CE7DB-C6A6-446F-9CE5-E79303C230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8783" y="1623653"/>
            <a:ext cx="8924834" cy="4323067"/>
          </a:xfrm>
        </p:spPr>
        <p:txBody>
          <a:bodyPr/>
          <a:lstStyle/>
          <a:p>
            <a:r>
              <a:rPr lang="en-US" sz="4400" dirty="0">
                <a:solidFill>
                  <a:schemeClr val="tx1"/>
                </a:solidFill>
              </a:rPr>
              <a:t>slevitan@us.ibm.com</a:t>
            </a:r>
          </a:p>
          <a:p>
            <a:r>
              <a:rPr lang="en-US" sz="4400" dirty="0">
                <a:solidFill>
                  <a:schemeClr val="tx1"/>
                </a:solidFill>
              </a:rPr>
              <a:t>@</a:t>
            </a:r>
            <a:r>
              <a:rPr lang="en-US" sz="4400" dirty="0" err="1">
                <a:solidFill>
                  <a:schemeClr val="tx1"/>
                </a:solidFill>
              </a:rPr>
              <a:t>SvetaLevitan</a:t>
            </a:r>
            <a:endParaRPr 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8978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IBM Developer 2018 white background">
  <a:themeElements>
    <a:clrScheme name="Custom 63">
      <a:dk1>
        <a:srgbClr val="FFFFFF"/>
      </a:dk1>
      <a:lt1>
        <a:srgbClr val="000000"/>
      </a:lt1>
      <a:dk2>
        <a:srgbClr val="565656"/>
      </a:dk2>
      <a:lt2>
        <a:srgbClr val="F1F4F7"/>
      </a:lt2>
      <a:accent1>
        <a:srgbClr val="0062FF"/>
      </a:accent1>
      <a:accent2>
        <a:srgbClr val="FA75A6"/>
      </a:accent2>
      <a:accent3>
        <a:srgbClr val="20D5D2"/>
      </a:accent3>
      <a:accent4>
        <a:srgbClr val="B9BFC7"/>
      </a:accent4>
      <a:accent5>
        <a:srgbClr val="BB8EFF"/>
      </a:accent5>
      <a:accent6>
        <a:srgbClr val="E3F6FF"/>
      </a:accent6>
      <a:hlink>
        <a:srgbClr val="0062FF"/>
      </a:hlink>
      <a:folHlink>
        <a:srgbClr val="0061FF"/>
      </a:folHlink>
    </a:clrScheme>
    <a:fontScheme name="IBM Plex">
      <a:majorFont>
        <a:latin typeface="IBM Plex Sans 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1"/>
        </a:solidFill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ts val="1600"/>
          </a:lnSpc>
          <a:spcBef>
            <a:spcPct val="0"/>
          </a:spcBef>
          <a:spcAft>
            <a:spcPts val="600"/>
          </a:spcAft>
          <a:buClrTx/>
          <a:buSzTx/>
          <a:buFontTx/>
          <a:buNone/>
          <a:tabLst/>
          <a:defRPr kumimoji="0" sz="12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IBM Plex Sans" panose="020B0503050000000000" pitchFamily="34" charset="77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ts val="1600"/>
          </a:lnSpc>
          <a:spcAft>
            <a:spcPts val="600"/>
          </a:spcAft>
          <a:defRPr sz="1200" dirty="0" smtClean="0">
            <a:solidFill>
              <a:schemeClr val="tx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Red 100">
      <a:srgbClr val="2C080A"/>
    </a:custClr>
    <a:custClr name="Red 90">
      <a:srgbClr val="570408"/>
    </a:custClr>
    <a:custClr name="Red 80">
      <a:srgbClr val="750E13"/>
    </a:custClr>
    <a:custClr name="Red 70">
      <a:srgbClr val="A51920"/>
    </a:custClr>
    <a:custClr name="Red 60">
      <a:srgbClr val="DA1E28"/>
    </a:custClr>
    <a:custClr name="Red 50">
      <a:srgbClr val="FB4B53"/>
    </a:custClr>
    <a:custClr name="Red 40">
      <a:srgbClr val="FF767C"/>
    </a:custClr>
    <a:custClr name="Red 30">
      <a:srgbClr val="FFA4A9"/>
    </a:custClr>
    <a:custClr name="Red 20">
      <a:srgbClr val="FCD0D3"/>
    </a:custClr>
    <a:custClr name="Red 10">
      <a:srgbClr val="FFF0F1"/>
    </a:custClr>
    <a:custClr name="Blue 100">
      <a:srgbClr val="051243"/>
    </a:custClr>
    <a:custClr name="Blue 90">
      <a:srgbClr val="061F80"/>
    </a:custClr>
    <a:custClr name="Blue 80">
      <a:srgbClr val="0530AD"/>
    </a:custClr>
    <a:custClr name="Blue 70">
      <a:srgbClr val="054ADA"/>
    </a:custClr>
    <a:custClr name="Blue 60">
      <a:srgbClr val="0062FF"/>
    </a:custClr>
    <a:custClr name="Blue 50">
      <a:srgbClr val="418CFF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3137"/>
    </a:custClr>
    <a:custClr name="Teal 80">
      <a:srgbClr val="004548"/>
    </a:custClr>
    <a:custClr name="Teal 70">
      <a:srgbClr val="006161"/>
    </a:custClr>
    <a:custClr name="Teal 60">
      <a:srgbClr val="007D79"/>
    </a:custClr>
    <a:custClr name="Teal 50">
      <a:srgbClr val="009E9A"/>
    </a:custClr>
    <a:custClr name="Teal 40">
      <a:srgbClr val="00BAB6"/>
    </a:custClr>
    <a:custClr name="Teal 30">
      <a:srgbClr val="20D5D2"/>
    </a:custClr>
    <a:custClr name="Teal 20">
      <a:srgbClr val="87EDED"/>
    </a:custClr>
    <a:custClr name="Teal 10">
      <a:srgbClr val="DBFBFB"/>
    </a:custClr>
    <a:custClr name="Green 100">
      <a:srgbClr val="081B09"/>
    </a:custClr>
    <a:custClr name="Green 90">
      <a:srgbClr val="01330F"/>
    </a:custClr>
    <a:custClr name="Green 80">
      <a:srgbClr val="054719"/>
    </a:custClr>
    <a:custClr name="Green 70">
      <a:srgbClr val="10642A"/>
    </a:custClr>
    <a:custClr name="Green 60">
      <a:srgbClr val="198038"/>
    </a:custClr>
    <a:custClr name="Green 50">
      <a:srgbClr val="24A249"/>
    </a:custClr>
    <a:custClr name="Green 40">
      <a:srgbClr val="3DBB61"/>
    </a:custClr>
    <a:custClr name="Green 30">
      <a:srgbClr val="56D679"/>
    </a:custClr>
    <a:custClr name="Green 20">
      <a:srgbClr val="9DEEB2"/>
    </a:custClr>
    <a:custClr name="Green 10">
      <a:srgbClr val="DAFBE4"/>
    </a:custClr>
    <a:custClr name="Gray 100">
      <a:srgbClr val="171717"/>
    </a:custClr>
    <a:custClr name="Gray 90">
      <a:srgbClr val="282828"/>
    </a:custClr>
    <a:custClr name="Gray 80">
      <a:srgbClr val="3D3D3D"/>
    </a:custClr>
    <a:custClr name="Gray 70">
      <a:srgbClr val="565656"/>
    </a:custClr>
    <a:custClr name="Gray 60">
      <a:srgbClr val="6F6F6F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Cool Gray 10">
      <a:srgbClr val="F2F4F8"/>
    </a:custClr>
  </a:custClrLst>
  <a:extLst>
    <a:ext uri="{05A4C25C-085E-4340-85A3-A5531E510DB2}">
      <thm15:themeFamily xmlns:thm15="http://schemas.microsoft.com/office/thememl/2012/main" name="IBM_Developer_Master_Presentation_2019_V02_Plex.potx" id="{F0434E0C-5804-3746-AD32-5C9C47EFF31D}" vid="{696EAE16-1454-424D-B28C-D2E81C1160C9}"/>
    </a:ext>
  </a:extLst>
</a:theme>
</file>

<file path=ppt/theme/theme2.xml><?xml version="1.0" encoding="utf-8"?>
<a:theme xmlns:a="http://schemas.openxmlformats.org/drawingml/2006/main" name="IBM Developer 2018 blue background">
  <a:themeElements>
    <a:clrScheme name="Custom 68">
      <a:dk1>
        <a:srgbClr val="FFFFFF"/>
      </a:dk1>
      <a:lt1>
        <a:srgbClr val="000000"/>
      </a:lt1>
      <a:dk2>
        <a:srgbClr val="565656"/>
      </a:dk2>
      <a:lt2>
        <a:srgbClr val="F1F4F7"/>
      </a:lt2>
      <a:accent1>
        <a:srgbClr val="0062FF"/>
      </a:accent1>
      <a:accent2>
        <a:srgbClr val="FA75A6"/>
      </a:accent2>
      <a:accent3>
        <a:srgbClr val="20D5D2"/>
      </a:accent3>
      <a:accent4>
        <a:srgbClr val="B9BFC7"/>
      </a:accent4>
      <a:accent5>
        <a:srgbClr val="9DEEB2"/>
      </a:accent5>
      <a:accent6>
        <a:srgbClr val="E3F6FF"/>
      </a:accent6>
      <a:hlink>
        <a:srgbClr val="0062FF"/>
      </a:hlink>
      <a:folHlink>
        <a:srgbClr val="0061FF"/>
      </a:folHlink>
    </a:clrScheme>
    <a:fontScheme name="IBM Plex">
      <a:majorFont>
        <a:latin typeface="IBM Plex Sans 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>
          <a:solidFill>
            <a:schemeClr val="bg1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ts val="1600"/>
          </a:lnSpc>
          <a:spcBef>
            <a:spcPct val="0"/>
          </a:spcBef>
          <a:spcAft>
            <a:spcPts val="600"/>
          </a:spcAft>
          <a:buClrTx/>
          <a:buSzTx/>
          <a:buFontTx/>
          <a:buNone/>
          <a:tabLst/>
          <a:defRPr kumimoji="0" sz="12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IBM Plex Sans" panose="020B0503050000000000" pitchFamily="34" charset="77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ts val="1600"/>
          </a:lnSpc>
          <a:spcAft>
            <a:spcPts val="600"/>
          </a:spcAft>
          <a:defRPr sz="1200" dirty="0" smtClean="0">
            <a:solidFill>
              <a:schemeClr val="bg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Red 100">
      <a:srgbClr val="2C080A"/>
    </a:custClr>
    <a:custClr name="Red 90">
      <a:srgbClr val="570408"/>
    </a:custClr>
    <a:custClr name="Red 80">
      <a:srgbClr val="750E13"/>
    </a:custClr>
    <a:custClr name="Red 70">
      <a:srgbClr val="A51920"/>
    </a:custClr>
    <a:custClr name="Red 60">
      <a:srgbClr val="DA1E28"/>
    </a:custClr>
    <a:custClr name="Red 50">
      <a:srgbClr val="FB4B53"/>
    </a:custClr>
    <a:custClr name="Red 40">
      <a:srgbClr val="FF767C"/>
    </a:custClr>
    <a:custClr name="Red 30">
      <a:srgbClr val="FFA4A9"/>
    </a:custClr>
    <a:custClr name="Red 20">
      <a:srgbClr val="FCD0D3"/>
    </a:custClr>
    <a:custClr name="Red 10">
      <a:srgbClr val="FFF0F1"/>
    </a:custClr>
    <a:custClr name="Blue 100">
      <a:srgbClr val="051243"/>
    </a:custClr>
    <a:custClr name="Blue 90">
      <a:srgbClr val="061F80"/>
    </a:custClr>
    <a:custClr name="Blue 80">
      <a:srgbClr val="0530AD"/>
    </a:custClr>
    <a:custClr name="Blue 70">
      <a:srgbClr val="054ADA"/>
    </a:custClr>
    <a:custClr name="Blue 60">
      <a:srgbClr val="0062FF"/>
    </a:custClr>
    <a:custClr name="Blue 50">
      <a:srgbClr val="418CFF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3137"/>
    </a:custClr>
    <a:custClr name="Teal 80">
      <a:srgbClr val="004548"/>
    </a:custClr>
    <a:custClr name="Teal 70">
      <a:srgbClr val="006161"/>
    </a:custClr>
    <a:custClr name="Teal 60">
      <a:srgbClr val="007D79"/>
    </a:custClr>
    <a:custClr name="Teal 50">
      <a:srgbClr val="009E9A"/>
    </a:custClr>
    <a:custClr name="Teal 40">
      <a:srgbClr val="00BAB6"/>
    </a:custClr>
    <a:custClr name="Teal 30">
      <a:srgbClr val="20D5D2"/>
    </a:custClr>
    <a:custClr name="Teal 20">
      <a:srgbClr val="87EDED"/>
    </a:custClr>
    <a:custClr name="Teal 10">
      <a:srgbClr val="DBFBFB"/>
    </a:custClr>
    <a:custClr name="Green 100">
      <a:srgbClr val="081B09"/>
    </a:custClr>
    <a:custClr name="Green 90">
      <a:srgbClr val="01330F"/>
    </a:custClr>
    <a:custClr name="Green 80">
      <a:srgbClr val="054719"/>
    </a:custClr>
    <a:custClr name="Green 70">
      <a:srgbClr val="10642A"/>
    </a:custClr>
    <a:custClr name="Green 60">
      <a:srgbClr val="198038"/>
    </a:custClr>
    <a:custClr name="Green 50">
      <a:srgbClr val="24A249"/>
    </a:custClr>
    <a:custClr name="Green 40">
      <a:srgbClr val="3DBB61"/>
    </a:custClr>
    <a:custClr name="Green 30">
      <a:srgbClr val="56D679"/>
    </a:custClr>
    <a:custClr name="Green 20">
      <a:srgbClr val="9DEEB2"/>
    </a:custClr>
    <a:custClr name="Green 10">
      <a:srgbClr val="DAFBE4"/>
    </a:custClr>
    <a:custClr name="Gray 100">
      <a:srgbClr val="171717"/>
    </a:custClr>
    <a:custClr name="Gray 90">
      <a:srgbClr val="282828"/>
    </a:custClr>
    <a:custClr name="Gray 80">
      <a:srgbClr val="3D3D3D"/>
    </a:custClr>
    <a:custClr name="Gray 70">
      <a:srgbClr val="565656"/>
    </a:custClr>
    <a:custClr name="Gray 60">
      <a:srgbClr val="6F6F6F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Cool Gray 10">
      <a:srgbClr val="F2F4F8"/>
    </a:custClr>
  </a:custClrLst>
  <a:extLst>
    <a:ext uri="{05A4C25C-085E-4340-85A3-A5531E510DB2}">
      <thm15:themeFamily xmlns:thm15="http://schemas.microsoft.com/office/thememl/2012/main" name="IBM_Developer_Master_Presentation_2019_V02_Plex.potx" id="{F0434E0C-5804-3746-AD32-5C9C47EFF31D}" vid="{49107842-4E45-0E43-904E-9899430518B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8425</TotalTime>
  <Words>358</Words>
  <Application>Microsoft Office PowerPoint</Application>
  <PresentationFormat>Widescreen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3" baseType="lpstr">
      <vt:lpstr>.AppleSystemUIFont</vt:lpstr>
      <vt:lpstr>-apple-system</vt:lpstr>
      <vt:lpstr>Arial</vt:lpstr>
      <vt:lpstr>Calibri</vt:lpstr>
      <vt:lpstr>Calibri Light</vt:lpstr>
      <vt:lpstr>HelvNeue Light for IBM</vt:lpstr>
      <vt:lpstr>IBM Plex Mono</vt:lpstr>
      <vt:lpstr>IBM Plex Mono Light</vt:lpstr>
      <vt:lpstr>IBM Plex Sans</vt:lpstr>
      <vt:lpstr>IBM Plex Sans Bold</vt:lpstr>
      <vt:lpstr>IBM Plex Sans Light</vt:lpstr>
      <vt:lpstr>Wingdings</vt:lpstr>
      <vt:lpstr>IBM Developer 2018 white background</vt:lpstr>
      <vt:lpstr>IBM Developer 2018 blue background</vt:lpstr>
      <vt:lpstr>ONNX Training Working Group Update —   Svetlana Levitan, PhD Senior Developer Advocate in Chicago Center for Open-source Data and AI Technologies IBM Cloud and Cognitive Software  April 9, 2020</vt:lpstr>
      <vt:lpstr>Outline</vt:lpstr>
      <vt:lpstr>ONNX Training working group history and status</vt:lpstr>
      <vt:lpstr>Background: Why ONNX Training?</vt:lpstr>
      <vt:lpstr>ONNX Training Approach as described in PR #2314</vt:lpstr>
      <vt:lpstr>New features in ONNX IR (version 7)  </vt:lpstr>
      <vt:lpstr>New operators (and PR #’s) </vt:lpstr>
      <vt:lpstr>Next steps </vt:lpstr>
      <vt:lpstr>Contact me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ONNX training working group meeting  April 16, 2019</dc:title>
  <dc:creator>SVETLANA Levitan</dc:creator>
  <cp:lastModifiedBy>SVETLANA Levitan</cp:lastModifiedBy>
  <cp:revision>73</cp:revision>
  <dcterms:created xsi:type="dcterms:W3CDTF">2019-04-15T20:26:57Z</dcterms:created>
  <dcterms:modified xsi:type="dcterms:W3CDTF">2020-04-08T04:31:05Z</dcterms:modified>
</cp:coreProperties>
</file>