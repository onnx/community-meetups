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Author clrIdx="0" id="0" initials="" lastIdx="2" name="Joe Spisak"/>
  <p:cmAuthor clrIdx="1" id="1" initials="" lastIdx="5" name="Prasanth Pulavarthi"/>
  <p:cmAuthor clrIdx="2" id="2" initials="" lastIdx="1" name="Harry Kim"/>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1" dt="2020-04-09T06:47:05.138">
    <p:pos x="5250" y="1501"/>
    <p:text>Didn't we have MindSpore as well just announce ONNX support
?</p:text>
  </p:cm>
  <p:cm authorId="0" idx="2" dt="2020-04-09T03:43:45.353">
    <p:pos x="5250" y="1501"/>
    <p:text>+prasantp@microsoft.com</p:text>
  </p:cm>
  <p:cm authorId="1" idx="1" dt="2020-04-09T03:50:26.341">
    <p:pos x="5250" y="1501"/>
    <p:text>actually this slide is not updated yet</p:text>
  </p:cm>
  <p:cm authorId="2" idx="1" dt="2020-04-09T04:39:05.105">
    <p:pos x="5250" y="1501"/>
    <p:text>Added deep core by maxar, NNOIR from Idein Inc, OctoML, and Mindspore</p:text>
  </p:cm>
  <p:cm authorId="1" idx="2" dt="2020-04-09T05:36:50.846">
    <p:pos x="5250" y="1501"/>
    <p:text>hmm, MindSpore, NNOIR, DeepCore havent submitted their logos to onnx.ai website. Lets encourage them to do so!</p:text>
  </p:cm>
  <p:cm authorId="1" idx="3" dt="2020-04-09T06:33:28.150">
    <p:pos x="5250" y="1501"/>
    <p:text>There are several others too, from onnx.ai/supported-tools. Siemens has a tool called Simcenter Amesim that outputs ONNX models. and Rockchip supports running ONNX models,</p:text>
  </p:cm>
  <p:cm authorId="1" idx="4" dt="2020-04-09T06:47:05.138">
    <p:pos x="5250" y="1501"/>
    <p:text>added the missing logos. also moved mindspore to Creation, since they export ONNX</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1" idx="5" dt="2020-04-08T23:25:03.142">
    <p:pos x="288" y="645"/>
    <p:text>None of the mailing lists have much traffic since we mainly use Gitter currently. We should list the Announce list, since we want everyone signed up for that. But for the others, recommend linking to the LF AI page listing the mailing lists instead of listing specific ones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6" name="Shape 226"/>
        <p:cNvGrpSpPr/>
        <p:nvPr/>
      </p:nvGrpSpPr>
      <p:grpSpPr>
        <a:xfrm>
          <a:off x="0" y="0"/>
          <a:ext cx="0" cy="0"/>
          <a:chOff x="0" y="0"/>
          <a:chExt cx="0" cy="0"/>
        </a:xfrm>
      </p:grpSpPr>
      <p:sp>
        <p:nvSpPr>
          <p:cNvPr id="227" name="Google Shape;227;g54409e1fe3_0_1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54409e1fe3_0_1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g7f81944c1e_0_8:notes"/>
          <p:cNvSpPr/>
          <p:nvPr>
            <p:ph idx="2" type="sldImg"/>
          </p:nvPr>
        </p:nvSpPr>
        <p:spPr>
          <a:xfrm>
            <a:off x="1886151" y="1143000"/>
            <a:ext cx="30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7f81944c1e_0_8: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7f81944c1e_0_8: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2" name="Shape 242"/>
        <p:cNvGrpSpPr/>
        <p:nvPr/>
      </p:nvGrpSpPr>
      <p:grpSpPr>
        <a:xfrm>
          <a:off x="0" y="0"/>
          <a:ext cx="0" cy="0"/>
          <a:chOff x="0" y="0"/>
          <a:chExt cx="0" cy="0"/>
        </a:xfrm>
      </p:grpSpPr>
      <p:sp>
        <p:nvSpPr>
          <p:cNvPr id="243" name="Google Shape;243;g60cb6f7cbf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60cb6f7cb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8" name="Shape 248"/>
        <p:cNvGrpSpPr/>
        <p:nvPr/>
      </p:nvGrpSpPr>
      <p:grpSpPr>
        <a:xfrm>
          <a:off x="0" y="0"/>
          <a:ext cx="0" cy="0"/>
          <a:chOff x="0" y="0"/>
          <a:chExt cx="0" cy="0"/>
        </a:xfrm>
      </p:grpSpPr>
      <p:sp>
        <p:nvSpPr>
          <p:cNvPr id="249" name="Google Shape;249;g54409e1fe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54409e1fe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g7f81944c1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7f81944c1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0" name="Shape 260"/>
        <p:cNvGrpSpPr/>
        <p:nvPr/>
      </p:nvGrpSpPr>
      <p:grpSpPr>
        <a:xfrm>
          <a:off x="0" y="0"/>
          <a:ext cx="0" cy="0"/>
          <a:chOff x="0" y="0"/>
          <a:chExt cx="0" cy="0"/>
        </a:xfrm>
      </p:grpSpPr>
      <p:sp>
        <p:nvSpPr>
          <p:cNvPr id="261" name="Google Shape;261;g5f45b8edd9_5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5f45b8edd9_5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6" name="Shape 266"/>
        <p:cNvGrpSpPr/>
        <p:nvPr/>
      </p:nvGrpSpPr>
      <p:grpSpPr>
        <a:xfrm>
          <a:off x="0" y="0"/>
          <a:ext cx="0" cy="0"/>
          <a:chOff x="0" y="0"/>
          <a:chExt cx="0" cy="0"/>
        </a:xfrm>
      </p:grpSpPr>
      <p:sp>
        <p:nvSpPr>
          <p:cNvPr id="267" name="Google Shape;267;g7f81944c1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7f81944c1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2" name="Shape 272"/>
        <p:cNvGrpSpPr/>
        <p:nvPr/>
      </p:nvGrpSpPr>
      <p:grpSpPr>
        <a:xfrm>
          <a:off x="0" y="0"/>
          <a:ext cx="0" cy="0"/>
          <a:chOff x="0" y="0"/>
          <a:chExt cx="0" cy="0"/>
        </a:xfrm>
      </p:grpSpPr>
      <p:sp>
        <p:nvSpPr>
          <p:cNvPr id="273" name="Google Shape;273;g7f81944c1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7f81944c1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8" name="Shape 278"/>
        <p:cNvGrpSpPr/>
        <p:nvPr/>
      </p:nvGrpSpPr>
      <p:grpSpPr>
        <a:xfrm>
          <a:off x="0" y="0"/>
          <a:ext cx="0" cy="0"/>
          <a:chOff x="0" y="0"/>
          <a:chExt cx="0" cy="0"/>
        </a:xfrm>
      </p:grpSpPr>
      <p:sp>
        <p:nvSpPr>
          <p:cNvPr id="279" name="Google Shape;279;g5f45b8edd9_5_418:notes"/>
          <p:cNvSpPr/>
          <p:nvPr>
            <p:ph idx="2" type="sldImg"/>
          </p:nvPr>
        </p:nvSpPr>
        <p:spPr>
          <a:xfrm>
            <a:off x="1886151" y="1143000"/>
            <a:ext cx="30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5f45b8edd9_5_418: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5f45b8edd9_5_418: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7" name="Shape 287"/>
        <p:cNvGrpSpPr/>
        <p:nvPr/>
      </p:nvGrpSpPr>
      <p:grpSpPr>
        <a:xfrm>
          <a:off x="0" y="0"/>
          <a:ext cx="0" cy="0"/>
          <a:chOff x="0" y="0"/>
          <a:chExt cx="0" cy="0"/>
        </a:xfrm>
      </p:grpSpPr>
      <p:sp>
        <p:nvSpPr>
          <p:cNvPr id="288" name="Google Shape;288;g5458065f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5458065f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8" name="Shape 318"/>
        <p:cNvGrpSpPr/>
        <p:nvPr/>
      </p:nvGrpSpPr>
      <p:grpSpPr>
        <a:xfrm>
          <a:off x="0" y="0"/>
          <a:ext cx="0" cy="0"/>
          <a:chOff x="0" y="0"/>
          <a:chExt cx="0" cy="0"/>
        </a:xfrm>
      </p:grpSpPr>
      <p:sp>
        <p:nvSpPr>
          <p:cNvPr id="319" name="Google Shape;319;g54409e1fe3_0_1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54409e1fe3_0_1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4" name="Shape 374"/>
        <p:cNvGrpSpPr/>
        <p:nvPr/>
      </p:nvGrpSpPr>
      <p:grpSpPr>
        <a:xfrm>
          <a:off x="0" y="0"/>
          <a:ext cx="0" cy="0"/>
          <a:chOff x="0" y="0"/>
          <a:chExt cx="0" cy="0"/>
        </a:xfrm>
      </p:grpSpPr>
      <p:sp>
        <p:nvSpPr>
          <p:cNvPr id="375" name="Google Shape;375;g8304388d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8304388d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1" name="Shape 381"/>
        <p:cNvGrpSpPr/>
        <p:nvPr/>
      </p:nvGrpSpPr>
      <p:grpSpPr>
        <a:xfrm>
          <a:off x="0" y="0"/>
          <a:ext cx="0" cy="0"/>
          <a:chOff x="0" y="0"/>
          <a:chExt cx="0" cy="0"/>
        </a:xfrm>
      </p:grpSpPr>
      <p:sp>
        <p:nvSpPr>
          <p:cNvPr id="382" name="Google Shape;382;g7f81944c1e_0_48:notes"/>
          <p:cNvSpPr/>
          <p:nvPr>
            <p:ph idx="2" type="sldImg"/>
          </p:nvPr>
        </p:nvSpPr>
        <p:spPr>
          <a:xfrm>
            <a:off x="1886151" y="1143000"/>
            <a:ext cx="30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g7f81944c1e_0_48: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7f81944c1e_0_48: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0" name="Shape 390"/>
        <p:cNvGrpSpPr/>
        <p:nvPr/>
      </p:nvGrpSpPr>
      <p:grpSpPr>
        <a:xfrm>
          <a:off x="0" y="0"/>
          <a:ext cx="0" cy="0"/>
          <a:chOff x="0" y="0"/>
          <a:chExt cx="0" cy="0"/>
        </a:xfrm>
      </p:grpSpPr>
      <p:sp>
        <p:nvSpPr>
          <p:cNvPr id="391" name="Google Shape;391;g5f9f998fda_1_19:notes"/>
          <p:cNvSpPr/>
          <p:nvPr>
            <p:ph idx="2" type="sldImg"/>
          </p:nvPr>
        </p:nvSpPr>
        <p:spPr>
          <a:xfrm>
            <a:off x="1886151" y="1143000"/>
            <a:ext cx="30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5f9f998fda_1_19: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g5f9f998fda_1_19: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0" name="Shape 400"/>
        <p:cNvGrpSpPr/>
        <p:nvPr/>
      </p:nvGrpSpPr>
      <p:grpSpPr>
        <a:xfrm>
          <a:off x="0" y="0"/>
          <a:ext cx="0" cy="0"/>
          <a:chOff x="0" y="0"/>
          <a:chExt cx="0" cy="0"/>
        </a:xfrm>
      </p:grpSpPr>
      <p:sp>
        <p:nvSpPr>
          <p:cNvPr id="401" name="Google Shape;401;g5f9f998fda_1_153:notes"/>
          <p:cNvSpPr/>
          <p:nvPr>
            <p:ph idx="2" type="sldImg"/>
          </p:nvPr>
        </p:nvSpPr>
        <p:spPr>
          <a:xfrm>
            <a:off x="1886151" y="1143000"/>
            <a:ext cx="30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5f9f998fda_1_153: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g5f9f998fda_1_153: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9" name="Shape 409"/>
        <p:cNvGrpSpPr/>
        <p:nvPr/>
      </p:nvGrpSpPr>
      <p:grpSpPr>
        <a:xfrm>
          <a:off x="0" y="0"/>
          <a:ext cx="0" cy="0"/>
          <a:chOff x="0" y="0"/>
          <a:chExt cx="0" cy="0"/>
        </a:xfrm>
      </p:grpSpPr>
      <p:sp>
        <p:nvSpPr>
          <p:cNvPr id="410" name="Google Shape;410;g5f45b8edd9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5f45b8edd9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7" name="Shape 417"/>
        <p:cNvGrpSpPr/>
        <p:nvPr/>
      </p:nvGrpSpPr>
      <p:grpSpPr>
        <a:xfrm>
          <a:off x="0" y="0"/>
          <a:ext cx="0" cy="0"/>
          <a:chOff x="0" y="0"/>
          <a:chExt cx="0" cy="0"/>
        </a:xfrm>
      </p:grpSpPr>
      <p:sp>
        <p:nvSpPr>
          <p:cNvPr id="418" name="Google Shape;418;g5f9f998fda_1_28:notes"/>
          <p:cNvSpPr/>
          <p:nvPr>
            <p:ph idx="2" type="sldImg"/>
          </p:nvPr>
        </p:nvSpPr>
        <p:spPr>
          <a:xfrm>
            <a:off x="1886151" y="1143000"/>
            <a:ext cx="30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5f9f998fda_1_28: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g5f9f998fda_1_28: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7" name="Shape 427"/>
        <p:cNvGrpSpPr/>
        <p:nvPr/>
      </p:nvGrpSpPr>
      <p:grpSpPr>
        <a:xfrm>
          <a:off x="0" y="0"/>
          <a:ext cx="0" cy="0"/>
          <a:chOff x="0" y="0"/>
          <a:chExt cx="0" cy="0"/>
        </a:xfrm>
      </p:grpSpPr>
      <p:sp>
        <p:nvSpPr>
          <p:cNvPr id="428" name="Google Shape;428;g5458065fb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5458065fb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2" name="Shape 432"/>
        <p:cNvGrpSpPr/>
        <p:nvPr/>
      </p:nvGrpSpPr>
      <p:grpSpPr>
        <a:xfrm>
          <a:off x="0" y="0"/>
          <a:ext cx="0" cy="0"/>
          <a:chOff x="0" y="0"/>
          <a:chExt cx="0" cy="0"/>
        </a:xfrm>
      </p:grpSpPr>
      <p:sp>
        <p:nvSpPr>
          <p:cNvPr id="433" name="Google Shape;433;g72e865a63a_0_24:notes"/>
          <p:cNvSpPr/>
          <p:nvPr>
            <p:ph idx="2" type="sldImg"/>
          </p:nvPr>
        </p:nvSpPr>
        <p:spPr>
          <a:xfrm>
            <a:off x="1886151" y="1143000"/>
            <a:ext cx="30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72e865a63a_0_24: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72e865a63a_0_24: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1" name="Shape 441"/>
        <p:cNvGrpSpPr/>
        <p:nvPr/>
      </p:nvGrpSpPr>
      <p:grpSpPr>
        <a:xfrm>
          <a:off x="0" y="0"/>
          <a:ext cx="0" cy="0"/>
          <a:chOff x="0" y="0"/>
          <a:chExt cx="0" cy="0"/>
        </a:xfrm>
      </p:grpSpPr>
      <p:sp>
        <p:nvSpPr>
          <p:cNvPr id="442" name="Google Shape;442;g72e865a63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72e865a63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4.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9.png"/><Relationship Id="rId4" Type="http://schemas.openxmlformats.org/officeDocument/2006/relationships/image" Target="../media/image15.png"/><Relationship Id="rId9" Type="http://schemas.openxmlformats.org/officeDocument/2006/relationships/image" Target="../media/image10.png"/><Relationship Id="rId15" Type="http://schemas.openxmlformats.org/officeDocument/2006/relationships/image" Target="../media/image19.png"/><Relationship Id="rId14" Type="http://schemas.openxmlformats.org/officeDocument/2006/relationships/image" Target="../media/image18.png"/><Relationship Id="rId16"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1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Body (1:2)" type="obj">
  <p:cSld name="OBJECT">
    <p:spTree>
      <p:nvGrpSpPr>
        <p:cNvPr id="56" name="Shape 56"/>
        <p:cNvGrpSpPr/>
        <p:nvPr/>
      </p:nvGrpSpPr>
      <p:grpSpPr>
        <a:xfrm>
          <a:off x="0" y="0"/>
          <a:ext cx="0" cy="0"/>
          <a:chOff x="0" y="0"/>
          <a:chExt cx="0" cy="0"/>
        </a:xfrm>
      </p:grpSpPr>
      <p:sp>
        <p:nvSpPr>
          <p:cNvPr id="57" name="Google Shape;57;p14"/>
          <p:cNvSpPr txBox="1"/>
          <p:nvPr>
            <p:ph type="title"/>
          </p:nvPr>
        </p:nvSpPr>
        <p:spPr>
          <a:xfrm>
            <a:off x="457736" y="273844"/>
            <a:ext cx="2400000" cy="4570800"/>
          </a:xfrm>
          <a:prstGeom prst="rect">
            <a:avLst/>
          </a:prstGeom>
          <a:noFill/>
          <a:ln>
            <a:noFill/>
          </a:ln>
        </p:spPr>
        <p:txBody>
          <a:bodyPr anchorCtr="0" anchor="ctr" bIns="0" lIns="0" spcFirstLastPara="1" rIns="0" wrap="square" tIns="0">
            <a:noAutofit/>
          </a:bodyPr>
          <a:lstStyle>
            <a:lvl1pPr lvl="0" rtl="0" algn="r">
              <a:lnSpc>
                <a:spcPct val="90000"/>
              </a:lnSpc>
              <a:spcBef>
                <a:spcPts val="0"/>
              </a:spcBef>
              <a:spcAft>
                <a:spcPts val="0"/>
              </a:spcAft>
              <a:buClr>
                <a:schemeClr val="dk1"/>
              </a:buClr>
              <a:buSzPts val="4500"/>
              <a:buFont typeface="Arial"/>
              <a:buNone/>
              <a:defRPr b="0" i="0" sz="45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58" name="Google Shape;58;p14"/>
          <p:cNvSpPr txBox="1"/>
          <p:nvPr>
            <p:ph idx="1" type="body"/>
          </p:nvPr>
        </p:nvSpPr>
        <p:spPr>
          <a:xfrm>
            <a:off x="3886289" y="286322"/>
            <a:ext cx="4800000" cy="45708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dk1"/>
              </a:buClr>
              <a:buSzPts val="2200"/>
              <a:buNone/>
              <a:defRPr b="0" i="0" sz="2200">
                <a:latin typeface="Arial"/>
                <a:ea typeface="Arial"/>
                <a:cs typeface="Arial"/>
                <a:sym typeface="Arial"/>
              </a:defRPr>
            </a:lvl1pPr>
            <a:lvl2pPr indent="-228600" lvl="1" marL="914400" rtl="0" algn="l">
              <a:lnSpc>
                <a:spcPct val="100000"/>
              </a:lnSpc>
              <a:spcBef>
                <a:spcPts val="2200"/>
              </a:spcBef>
              <a:spcAft>
                <a:spcPts val="0"/>
              </a:spcAft>
              <a:buClr>
                <a:schemeClr val="dk1"/>
              </a:buClr>
              <a:buSzPts val="2200"/>
              <a:buNone/>
              <a:defRPr b="0" i="0" sz="2200">
                <a:latin typeface="Arial"/>
                <a:ea typeface="Arial"/>
                <a:cs typeface="Arial"/>
                <a:sym typeface="Arial"/>
              </a:defRPr>
            </a:lvl2pPr>
            <a:lvl3pPr indent="-228600" lvl="2" marL="1371600" rtl="0" algn="l">
              <a:lnSpc>
                <a:spcPct val="100000"/>
              </a:lnSpc>
              <a:spcBef>
                <a:spcPts val="2200"/>
              </a:spcBef>
              <a:spcAft>
                <a:spcPts val="0"/>
              </a:spcAft>
              <a:buClr>
                <a:schemeClr val="dk1"/>
              </a:buClr>
              <a:buSzPts val="2200"/>
              <a:buNone/>
              <a:defRPr b="0" i="0" sz="2200">
                <a:latin typeface="Arial"/>
                <a:ea typeface="Arial"/>
                <a:cs typeface="Arial"/>
                <a:sym typeface="Arial"/>
              </a:defRPr>
            </a:lvl3pPr>
            <a:lvl4pPr indent="-228600" lvl="3" marL="1828800" rtl="0" algn="l">
              <a:lnSpc>
                <a:spcPct val="100000"/>
              </a:lnSpc>
              <a:spcBef>
                <a:spcPts val="2200"/>
              </a:spcBef>
              <a:spcAft>
                <a:spcPts val="0"/>
              </a:spcAft>
              <a:buClr>
                <a:schemeClr val="dk1"/>
              </a:buClr>
              <a:buSzPts val="2200"/>
              <a:buNone/>
              <a:defRPr b="0" i="0" sz="2200">
                <a:latin typeface="Arial"/>
                <a:ea typeface="Arial"/>
                <a:cs typeface="Arial"/>
                <a:sym typeface="Arial"/>
              </a:defRPr>
            </a:lvl4pPr>
            <a:lvl5pPr indent="-228600" lvl="4" marL="2286000" rtl="0" algn="l">
              <a:lnSpc>
                <a:spcPct val="100000"/>
              </a:lnSpc>
              <a:spcBef>
                <a:spcPts val="2200"/>
              </a:spcBef>
              <a:spcAft>
                <a:spcPts val="0"/>
              </a:spcAft>
              <a:buClr>
                <a:schemeClr val="dk1"/>
              </a:buClr>
              <a:buSzPts val="2200"/>
              <a:buNone/>
              <a:defRPr b="0" i="0" sz="2200">
                <a:latin typeface="Arial"/>
                <a:ea typeface="Arial"/>
                <a:cs typeface="Arial"/>
                <a:sym typeface="Arial"/>
              </a:defRPr>
            </a:lvl5pPr>
            <a:lvl6pPr indent="-273050" lvl="5" marL="2743200" rtl="0" algn="l">
              <a:lnSpc>
                <a:spcPct val="90000"/>
              </a:lnSpc>
              <a:spcBef>
                <a:spcPts val="22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pic>
        <p:nvPicPr>
          <p:cNvPr id="59" name="Google Shape;59;p14"/>
          <p:cNvPicPr preferRelativeResize="0"/>
          <p:nvPr/>
        </p:nvPicPr>
        <p:blipFill rotWithShape="1">
          <a:blip r:embed="rId2">
            <a:alphaModFix/>
          </a:blip>
          <a:srcRect b="0" l="0" r="0" t="0"/>
          <a:stretch/>
        </p:blipFill>
        <p:spPr>
          <a:xfrm>
            <a:off x="595" y="0"/>
            <a:ext cx="9142808" cy="51428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Body">
  <p:cSld name="Title; Body">
    <p:spTree>
      <p:nvGrpSpPr>
        <p:cNvPr id="60" name="Shape 60"/>
        <p:cNvGrpSpPr/>
        <p:nvPr/>
      </p:nvGrpSpPr>
      <p:grpSpPr>
        <a:xfrm>
          <a:off x="0" y="0"/>
          <a:ext cx="0" cy="0"/>
          <a:chOff x="0" y="0"/>
          <a:chExt cx="0" cy="0"/>
        </a:xfrm>
      </p:grpSpPr>
      <p:sp>
        <p:nvSpPr>
          <p:cNvPr id="61" name="Google Shape;61;p15"/>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dk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62" name="Google Shape;62;p15"/>
          <p:cNvSpPr txBox="1"/>
          <p:nvPr>
            <p:ph idx="1" type="body"/>
          </p:nvPr>
        </p:nvSpPr>
        <p:spPr>
          <a:xfrm>
            <a:off x="457736" y="1369219"/>
            <a:ext cx="8228400" cy="32634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dk1"/>
              </a:buClr>
              <a:buSzPts val="700"/>
              <a:buNone/>
              <a:defRPr/>
            </a:lvl1pPr>
            <a:lvl2pPr indent="-228600" lvl="1" marL="914400" rtl="0" algn="l">
              <a:lnSpc>
                <a:spcPct val="130000"/>
              </a:lnSpc>
              <a:spcBef>
                <a:spcPts val="1800"/>
              </a:spcBef>
              <a:spcAft>
                <a:spcPts val="0"/>
              </a:spcAft>
              <a:buClr>
                <a:schemeClr val="dk1"/>
              </a:buClr>
              <a:buSzPts val="700"/>
              <a:buNone/>
              <a:defRPr/>
            </a:lvl2pPr>
            <a:lvl3pPr indent="-228600" lvl="2" marL="1371600" rtl="0" algn="l">
              <a:lnSpc>
                <a:spcPct val="130000"/>
              </a:lnSpc>
              <a:spcBef>
                <a:spcPts val="1800"/>
              </a:spcBef>
              <a:spcAft>
                <a:spcPts val="0"/>
              </a:spcAft>
              <a:buClr>
                <a:schemeClr val="dk1"/>
              </a:buClr>
              <a:buSzPts val="700"/>
              <a:buNone/>
              <a:defRPr/>
            </a:lvl3pPr>
            <a:lvl4pPr indent="-228600" lvl="3" marL="1828800" rtl="0" algn="l">
              <a:lnSpc>
                <a:spcPct val="130000"/>
              </a:lnSpc>
              <a:spcBef>
                <a:spcPts val="1800"/>
              </a:spcBef>
              <a:spcAft>
                <a:spcPts val="0"/>
              </a:spcAft>
              <a:buClr>
                <a:schemeClr val="dk1"/>
              </a:buClr>
              <a:buSzPts val="700"/>
              <a:buNone/>
              <a:defRPr/>
            </a:lvl4pPr>
            <a:lvl5pPr indent="-228600" lvl="4" marL="2286000" rtl="0" algn="l">
              <a:lnSpc>
                <a:spcPct val="130000"/>
              </a:lnSpc>
              <a:spcBef>
                <a:spcPts val="1800"/>
              </a:spcBef>
              <a:spcAft>
                <a:spcPts val="0"/>
              </a:spcAft>
              <a:buClr>
                <a:schemeClr val="dk1"/>
              </a:buClr>
              <a:buSzPts val="700"/>
              <a:buNone/>
              <a:defRPr/>
            </a:lvl5pPr>
            <a:lvl6pPr indent="-273050" lvl="5" marL="2743200" rtl="0" algn="l">
              <a:lnSpc>
                <a:spcPct val="90000"/>
              </a:lnSpc>
              <a:spcBef>
                <a:spcPts val="18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pic>
        <p:nvPicPr>
          <p:cNvPr id="63" name="Google Shape;63;p15"/>
          <p:cNvPicPr preferRelativeResize="0"/>
          <p:nvPr/>
        </p:nvPicPr>
        <p:blipFill rotWithShape="1">
          <a:blip r:embed="rId2">
            <a:alphaModFix/>
          </a:blip>
          <a:srcRect b="0" l="0" r="0" t="0"/>
          <a:stretch/>
        </p:blipFill>
        <p:spPr>
          <a:xfrm>
            <a:off x="595" y="0"/>
            <a:ext cx="9142808" cy="514282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Impact Body">
  <p:cSld name="Impact Body">
    <p:spTree>
      <p:nvGrpSpPr>
        <p:cNvPr id="64" name="Shape 64"/>
        <p:cNvGrpSpPr/>
        <p:nvPr/>
      </p:nvGrpSpPr>
      <p:grpSpPr>
        <a:xfrm>
          <a:off x="0" y="0"/>
          <a:ext cx="0" cy="0"/>
          <a:chOff x="0" y="0"/>
          <a:chExt cx="0" cy="0"/>
        </a:xfrm>
      </p:grpSpPr>
      <p:pic>
        <p:nvPicPr>
          <p:cNvPr id="65" name="Google Shape;65;p16"/>
          <p:cNvPicPr preferRelativeResize="0"/>
          <p:nvPr/>
        </p:nvPicPr>
        <p:blipFill rotWithShape="1">
          <a:blip r:embed="rId2">
            <a:alphaModFix/>
          </a:blip>
          <a:srcRect b="0" l="0" r="0" t="0"/>
          <a:stretch/>
        </p:blipFill>
        <p:spPr>
          <a:xfrm>
            <a:off x="595" y="0"/>
            <a:ext cx="9142808" cy="5142829"/>
          </a:xfrm>
          <a:prstGeom prst="rect">
            <a:avLst/>
          </a:prstGeom>
          <a:noFill/>
          <a:ln>
            <a:noFill/>
          </a:ln>
        </p:spPr>
      </p:pic>
      <p:sp>
        <p:nvSpPr>
          <p:cNvPr id="66" name="Google Shape;66;p16"/>
          <p:cNvSpPr txBox="1"/>
          <p:nvPr>
            <p:ph idx="1" type="body"/>
          </p:nvPr>
        </p:nvSpPr>
        <p:spPr>
          <a:xfrm>
            <a:off x="1829157" y="286322"/>
            <a:ext cx="5485800" cy="42861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lt1"/>
              </a:buClr>
              <a:buSzPts val="2200"/>
              <a:buNone/>
              <a:defRPr b="0" i="0" sz="2200">
                <a:solidFill>
                  <a:schemeClr val="lt1"/>
                </a:solidFill>
                <a:latin typeface="Arial"/>
                <a:ea typeface="Arial"/>
                <a:cs typeface="Arial"/>
                <a:sym typeface="Arial"/>
              </a:defRPr>
            </a:lvl1pPr>
            <a:lvl2pPr indent="-228600" lvl="1" marL="9144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2pPr>
            <a:lvl3pPr indent="-228600" lvl="2" marL="13716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3pPr>
            <a:lvl4pPr indent="-228600" lvl="3" marL="18288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4pPr>
            <a:lvl5pPr indent="-228600" lvl="4" marL="22860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5pPr>
            <a:lvl6pPr indent="-273050" lvl="5" marL="2743200" rtl="0" algn="l">
              <a:lnSpc>
                <a:spcPct val="90000"/>
              </a:lnSpc>
              <a:spcBef>
                <a:spcPts val="22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Body (1:1)">
  <p:cSld name="Title; Body (1:1)">
    <p:spTree>
      <p:nvGrpSpPr>
        <p:cNvPr id="67" name="Shape 67"/>
        <p:cNvGrpSpPr/>
        <p:nvPr/>
      </p:nvGrpSpPr>
      <p:grpSpPr>
        <a:xfrm>
          <a:off x="0" y="0"/>
          <a:ext cx="0" cy="0"/>
          <a:chOff x="0" y="0"/>
          <a:chExt cx="0" cy="0"/>
        </a:xfrm>
      </p:grpSpPr>
      <p:pic>
        <p:nvPicPr>
          <p:cNvPr id="68" name="Google Shape;68;p17"/>
          <p:cNvPicPr preferRelativeResize="0"/>
          <p:nvPr/>
        </p:nvPicPr>
        <p:blipFill rotWithShape="1">
          <a:blip r:embed="rId2">
            <a:alphaModFix/>
          </a:blip>
          <a:srcRect b="0" l="0" r="0" t="0"/>
          <a:stretch/>
        </p:blipFill>
        <p:spPr>
          <a:xfrm>
            <a:off x="595" y="0"/>
            <a:ext cx="9142808" cy="5142829"/>
          </a:xfrm>
          <a:prstGeom prst="rect">
            <a:avLst/>
          </a:prstGeom>
          <a:noFill/>
          <a:ln>
            <a:noFill/>
          </a:ln>
        </p:spPr>
      </p:pic>
      <p:sp>
        <p:nvSpPr>
          <p:cNvPr id="69" name="Google Shape;69;p17"/>
          <p:cNvSpPr txBox="1"/>
          <p:nvPr>
            <p:ph type="title"/>
          </p:nvPr>
        </p:nvSpPr>
        <p:spPr>
          <a:xfrm>
            <a:off x="457736" y="273844"/>
            <a:ext cx="3428700" cy="4570800"/>
          </a:xfrm>
          <a:prstGeom prst="rect">
            <a:avLst/>
          </a:prstGeom>
          <a:noFill/>
          <a:ln>
            <a:noFill/>
          </a:ln>
        </p:spPr>
        <p:txBody>
          <a:bodyPr anchorCtr="0" anchor="ctr" bIns="0" lIns="0" spcFirstLastPara="1" rIns="0" wrap="square" tIns="0">
            <a:noAutofit/>
          </a:bodyPr>
          <a:lstStyle>
            <a:lvl1pPr lvl="0" rtl="0" algn="r">
              <a:lnSpc>
                <a:spcPct val="90000"/>
              </a:lnSpc>
              <a:spcBef>
                <a:spcPts val="0"/>
              </a:spcBef>
              <a:spcAft>
                <a:spcPts val="0"/>
              </a:spcAft>
              <a:buClr>
                <a:schemeClr val="lt1"/>
              </a:buClr>
              <a:buSzPts val="3400"/>
              <a:buFont typeface="Arial"/>
              <a:buNone/>
              <a:defRPr b="0" i="0" sz="3400">
                <a:solidFill>
                  <a:schemeClr val="lt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70" name="Google Shape;70;p17"/>
          <p:cNvSpPr txBox="1"/>
          <p:nvPr>
            <p:ph idx="1" type="body"/>
          </p:nvPr>
        </p:nvSpPr>
        <p:spPr>
          <a:xfrm>
            <a:off x="5249972" y="286322"/>
            <a:ext cx="3436200" cy="45708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lt1"/>
              </a:buClr>
              <a:buSzPts val="2200"/>
              <a:buNone/>
              <a:defRPr b="0" i="0" sz="2200">
                <a:solidFill>
                  <a:schemeClr val="lt1"/>
                </a:solidFill>
                <a:latin typeface="Arial"/>
                <a:ea typeface="Arial"/>
                <a:cs typeface="Arial"/>
                <a:sym typeface="Arial"/>
              </a:defRPr>
            </a:lvl1pPr>
            <a:lvl2pPr indent="-228600" lvl="1" marL="9144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2pPr>
            <a:lvl3pPr indent="-228600" lvl="2" marL="13716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3pPr>
            <a:lvl4pPr indent="-228600" lvl="3" marL="18288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4pPr>
            <a:lvl5pPr indent="-228600" lvl="4" marL="22860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5pPr>
            <a:lvl6pPr indent="-273050" lvl="5" marL="2743200" rtl="0" algn="l">
              <a:lnSpc>
                <a:spcPct val="90000"/>
              </a:lnSpc>
              <a:spcBef>
                <a:spcPts val="22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3-Col Body 1:1:1">
  <p:cSld name="Title; 3-Col Body 1:1:1">
    <p:spTree>
      <p:nvGrpSpPr>
        <p:cNvPr id="71" name="Shape 71"/>
        <p:cNvGrpSpPr/>
        <p:nvPr/>
      </p:nvGrpSpPr>
      <p:grpSpPr>
        <a:xfrm>
          <a:off x="0" y="0"/>
          <a:ext cx="0" cy="0"/>
          <a:chOff x="0" y="0"/>
          <a:chExt cx="0" cy="0"/>
        </a:xfrm>
      </p:grpSpPr>
      <p:pic>
        <p:nvPicPr>
          <p:cNvPr id="72" name="Google Shape;72;p18"/>
          <p:cNvPicPr preferRelativeResize="0"/>
          <p:nvPr/>
        </p:nvPicPr>
        <p:blipFill rotWithShape="1">
          <a:blip r:embed="rId2">
            <a:alphaModFix/>
          </a:blip>
          <a:srcRect b="0" l="0" r="0" t="0"/>
          <a:stretch/>
        </p:blipFill>
        <p:spPr>
          <a:xfrm>
            <a:off x="595" y="0"/>
            <a:ext cx="9142808" cy="5142829"/>
          </a:xfrm>
          <a:prstGeom prst="rect">
            <a:avLst/>
          </a:prstGeom>
          <a:noFill/>
          <a:ln>
            <a:noFill/>
          </a:ln>
        </p:spPr>
      </p:pic>
      <p:sp>
        <p:nvSpPr>
          <p:cNvPr id="73" name="Google Shape;73;p18"/>
          <p:cNvSpPr txBox="1"/>
          <p:nvPr>
            <p:ph type="title"/>
          </p:nvPr>
        </p:nvSpPr>
        <p:spPr>
          <a:xfrm>
            <a:off x="457736" y="456057"/>
            <a:ext cx="8228400" cy="6858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chemeClr val="dk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74" name="Google Shape;74;p18"/>
          <p:cNvSpPr txBox="1"/>
          <p:nvPr>
            <p:ph idx="1" type="body"/>
          </p:nvPr>
        </p:nvSpPr>
        <p:spPr>
          <a:xfrm>
            <a:off x="800591"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
        <p:nvSpPr>
          <p:cNvPr id="75" name="Google Shape;75;p18"/>
          <p:cNvSpPr txBox="1"/>
          <p:nvPr>
            <p:ph idx="2" type="body"/>
          </p:nvPr>
        </p:nvSpPr>
        <p:spPr>
          <a:xfrm>
            <a:off x="3543434"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
        <p:nvSpPr>
          <p:cNvPr id="76" name="Google Shape;76;p18"/>
          <p:cNvSpPr txBox="1"/>
          <p:nvPr>
            <p:ph idx="3" type="body"/>
          </p:nvPr>
        </p:nvSpPr>
        <p:spPr>
          <a:xfrm>
            <a:off x="6286277"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Col Body 1:1">
  <p:cSld name="Title; 2-Col Body 1:1">
    <p:spTree>
      <p:nvGrpSpPr>
        <p:cNvPr id="77" name="Shape 77"/>
        <p:cNvGrpSpPr/>
        <p:nvPr/>
      </p:nvGrpSpPr>
      <p:grpSpPr>
        <a:xfrm>
          <a:off x="0" y="0"/>
          <a:ext cx="0" cy="0"/>
          <a:chOff x="0" y="0"/>
          <a:chExt cx="0" cy="0"/>
        </a:xfrm>
      </p:grpSpPr>
      <p:sp>
        <p:nvSpPr>
          <p:cNvPr id="78" name="Google Shape;78;p19"/>
          <p:cNvSpPr txBox="1"/>
          <p:nvPr>
            <p:ph type="title"/>
          </p:nvPr>
        </p:nvSpPr>
        <p:spPr>
          <a:xfrm>
            <a:off x="457736" y="456057"/>
            <a:ext cx="8228400" cy="6858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chemeClr val="dk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79" name="Google Shape;79;p19"/>
          <p:cNvSpPr txBox="1"/>
          <p:nvPr>
            <p:ph idx="1" type="body"/>
          </p:nvPr>
        </p:nvSpPr>
        <p:spPr>
          <a:xfrm>
            <a:off x="800591" y="1369219"/>
            <a:ext cx="3428700" cy="3263400"/>
          </a:xfrm>
          <a:prstGeom prst="rect">
            <a:avLst/>
          </a:prstGeom>
          <a:noFill/>
          <a:ln>
            <a:noFill/>
          </a:ln>
        </p:spPr>
        <p:txBody>
          <a:bodyPr anchorCtr="0" anchor="b" bIns="0" lIns="0" spcFirstLastPara="1" rIns="0" wrap="square" tIns="0">
            <a:noAutofit/>
          </a:bodyPr>
          <a:lstStyle>
            <a:lvl1pPr indent="-228600" lvl="0" marL="457200" rtl="0" algn="ctr">
              <a:lnSpc>
                <a:spcPct val="13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3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3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3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3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
        <p:nvSpPr>
          <p:cNvPr id="80" name="Google Shape;80;p19"/>
          <p:cNvSpPr txBox="1"/>
          <p:nvPr>
            <p:ph idx="2" type="body"/>
          </p:nvPr>
        </p:nvSpPr>
        <p:spPr>
          <a:xfrm>
            <a:off x="4914855" y="1369219"/>
            <a:ext cx="3428700" cy="3263400"/>
          </a:xfrm>
          <a:prstGeom prst="rect">
            <a:avLst/>
          </a:prstGeom>
          <a:noFill/>
          <a:ln>
            <a:noFill/>
          </a:ln>
        </p:spPr>
        <p:txBody>
          <a:bodyPr anchorCtr="0" anchor="b" bIns="0" lIns="0" spcFirstLastPara="1" rIns="0" wrap="square" tIns="0">
            <a:noAutofit/>
          </a:bodyPr>
          <a:lstStyle>
            <a:lvl1pPr indent="-228600" lvl="0" marL="457200" rtl="0" algn="ctr">
              <a:lnSpc>
                <a:spcPct val="13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3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3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3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3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Body">
  <p:cSld name="1_Title; Body">
    <p:spTree>
      <p:nvGrpSpPr>
        <p:cNvPr id="81" name="Shape 81"/>
        <p:cNvGrpSpPr/>
        <p:nvPr/>
      </p:nvGrpSpPr>
      <p:grpSpPr>
        <a:xfrm>
          <a:off x="0" y="0"/>
          <a:ext cx="0" cy="0"/>
          <a:chOff x="0" y="0"/>
          <a:chExt cx="0" cy="0"/>
        </a:xfrm>
      </p:grpSpPr>
      <p:sp>
        <p:nvSpPr>
          <p:cNvPr id="82" name="Google Shape;82;p20"/>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dk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83" name="Google Shape;83;p20"/>
          <p:cNvSpPr txBox="1"/>
          <p:nvPr>
            <p:ph idx="1" type="body"/>
          </p:nvPr>
        </p:nvSpPr>
        <p:spPr>
          <a:xfrm>
            <a:off x="457736" y="1369219"/>
            <a:ext cx="8228400" cy="32634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dk1"/>
              </a:buClr>
              <a:buSzPts val="700"/>
              <a:buNone/>
              <a:defRPr/>
            </a:lvl1pPr>
            <a:lvl2pPr indent="-228600" lvl="1" marL="914400" rtl="0" algn="l">
              <a:lnSpc>
                <a:spcPct val="130000"/>
              </a:lnSpc>
              <a:spcBef>
                <a:spcPts val="1800"/>
              </a:spcBef>
              <a:spcAft>
                <a:spcPts val="0"/>
              </a:spcAft>
              <a:buClr>
                <a:schemeClr val="dk1"/>
              </a:buClr>
              <a:buSzPts val="700"/>
              <a:buNone/>
              <a:defRPr/>
            </a:lvl2pPr>
            <a:lvl3pPr indent="-228600" lvl="2" marL="1371600" rtl="0" algn="l">
              <a:lnSpc>
                <a:spcPct val="130000"/>
              </a:lnSpc>
              <a:spcBef>
                <a:spcPts val="1800"/>
              </a:spcBef>
              <a:spcAft>
                <a:spcPts val="0"/>
              </a:spcAft>
              <a:buClr>
                <a:schemeClr val="dk1"/>
              </a:buClr>
              <a:buSzPts val="700"/>
              <a:buNone/>
              <a:defRPr/>
            </a:lvl3pPr>
            <a:lvl4pPr indent="-228600" lvl="3" marL="1828800" rtl="0" algn="l">
              <a:lnSpc>
                <a:spcPct val="130000"/>
              </a:lnSpc>
              <a:spcBef>
                <a:spcPts val="1800"/>
              </a:spcBef>
              <a:spcAft>
                <a:spcPts val="0"/>
              </a:spcAft>
              <a:buClr>
                <a:schemeClr val="dk1"/>
              </a:buClr>
              <a:buSzPts val="700"/>
              <a:buNone/>
              <a:defRPr/>
            </a:lvl4pPr>
            <a:lvl5pPr indent="-228600" lvl="4" marL="2286000" rtl="0" algn="l">
              <a:lnSpc>
                <a:spcPct val="130000"/>
              </a:lnSpc>
              <a:spcBef>
                <a:spcPts val="1800"/>
              </a:spcBef>
              <a:spcAft>
                <a:spcPts val="0"/>
              </a:spcAft>
              <a:buClr>
                <a:schemeClr val="dk1"/>
              </a:buClr>
              <a:buSzPts val="700"/>
              <a:buNone/>
              <a:defRPr/>
            </a:lvl5pPr>
            <a:lvl6pPr indent="-273050" lvl="5" marL="2743200" rtl="0" algn="l">
              <a:lnSpc>
                <a:spcPct val="90000"/>
              </a:lnSpc>
              <a:spcBef>
                <a:spcPts val="18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pic>
        <p:nvPicPr>
          <p:cNvPr id="84" name="Google Shape;84;p20"/>
          <p:cNvPicPr preferRelativeResize="0"/>
          <p:nvPr/>
        </p:nvPicPr>
        <p:blipFill rotWithShape="1">
          <a:blip r:embed="rId2">
            <a:alphaModFix/>
          </a:blip>
          <a:srcRect b="0" l="0" r="0" t="0"/>
          <a:stretch/>
        </p:blipFill>
        <p:spPr>
          <a:xfrm>
            <a:off x="595" y="0"/>
            <a:ext cx="9142808" cy="514282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NX-Brand Slide">
  <p:cSld name="ONNX-Brand Slide">
    <p:bg>
      <p:bgPr>
        <a:blipFill>
          <a:blip r:embed="rId2">
            <a:alphaModFix/>
          </a:blip>
          <a:stretch>
            <a:fillRect/>
          </a:stretch>
        </a:blipFill>
      </p:bgPr>
    </p:bg>
    <p:spTree>
      <p:nvGrpSpPr>
        <p:cNvPr id="85" name="Shape 85"/>
        <p:cNvGrpSpPr/>
        <p:nvPr/>
      </p:nvGrpSpPr>
      <p:grpSpPr>
        <a:xfrm>
          <a:off x="0" y="0"/>
          <a:ext cx="0" cy="0"/>
          <a:chOff x="0" y="0"/>
          <a:chExt cx="0" cy="0"/>
        </a:xfrm>
      </p:grpSpPr>
      <p:sp>
        <p:nvSpPr>
          <p:cNvPr id="86" name="Google Shape;86;p21"/>
          <p:cNvSpPr txBox="1"/>
          <p:nvPr>
            <p:ph type="title"/>
          </p:nvPr>
        </p:nvSpPr>
        <p:spPr>
          <a:xfrm>
            <a:off x="457736" y="3086100"/>
            <a:ext cx="8228400" cy="6858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lt1"/>
              </a:buClr>
              <a:buSzPts val="3400"/>
              <a:buFont typeface="Arial"/>
              <a:buNone/>
              <a:defRPr b="0" i="0" sz="3400">
                <a:solidFill>
                  <a:schemeClr val="lt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pic>
        <p:nvPicPr>
          <p:cNvPr id="87" name="Google Shape;87;p21"/>
          <p:cNvPicPr preferRelativeResize="0"/>
          <p:nvPr/>
        </p:nvPicPr>
        <p:blipFill rotWithShape="1">
          <a:blip r:embed="rId3">
            <a:alphaModFix/>
          </a:blip>
          <a:srcRect b="0" l="0" r="0" t="0"/>
          <a:stretch/>
        </p:blipFill>
        <p:spPr>
          <a:xfrm>
            <a:off x="2298202" y="1543051"/>
            <a:ext cx="4199976" cy="1042262"/>
          </a:xfrm>
          <a:prstGeom prst="rect">
            <a:avLst/>
          </a:prstGeom>
          <a:noFill/>
          <a:ln>
            <a:noFill/>
          </a:ln>
        </p:spPr>
      </p:pic>
      <p:sp>
        <p:nvSpPr>
          <p:cNvPr id="88" name="Google Shape;88;p21"/>
          <p:cNvSpPr txBox="1"/>
          <p:nvPr>
            <p:ph idx="1" type="body"/>
          </p:nvPr>
        </p:nvSpPr>
        <p:spPr>
          <a:xfrm>
            <a:off x="457736" y="3703320"/>
            <a:ext cx="8228400" cy="342900"/>
          </a:xfrm>
          <a:prstGeom prst="rect">
            <a:avLst/>
          </a:prstGeom>
          <a:noFill/>
          <a:ln>
            <a:noFill/>
          </a:ln>
        </p:spPr>
        <p:txBody>
          <a:bodyPr anchorCtr="0" anchor="t" bIns="0" lIns="0" spcFirstLastPara="1" rIns="0" wrap="square" tIns="0">
            <a:noAutofit/>
          </a:bodyPr>
          <a:lstStyle>
            <a:lvl1pPr indent="-228600" lvl="0" marL="457200" rtl="0" algn="ctr">
              <a:lnSpc>
                <a:spcPct val="100000"/>
              </a:lnSpc>
              <a:spcBef>
                <a:spcPts val="0"/>
              </a:spcBef>
              <a:spcAft>
                <a:spcPts val="0"/>
              </a:spcAft>
              <a:buClr>
                <a:schemeClr val="lt1"/>
              </a:buClr>
              <a:buSzPts val="1800"/>
              <a:buFont typeface="Arial"/>
              <a:buNone/>
              <a:defRPr b="0" i="0" sz="1800">
                <a:solidFill>
                  <a:schemeClr val="lt1"/>
                </a:solidFill>
                <a:latin typeface="Arial"/>
                <a:ea typeface="Arial"/>
                <a:cs typeface="Arial"/>
                <a:sym typeface="Arial"/>
              </a:defRPr>
            </a:lvl1pPr>
            <a:lvl2pPr indent="-228600" lvl="1" marL="914400" rtl="0" algn="ctr">
              <a:lnSpc>
                <a:spcPct val="100000"/>
              </a:lnSpc>
              <a:spcBef>
                <a:spcPts val="1800"/>
              </a:spcBef>
              <a:spcAft>
                <a:spcPts val="0"/>
              </a:spcAft>
              <a:buClr>
                <a:schemeClr val="lt1"/>
              </a:buClr>
              <a:buSzPts val="1800"/>
              <a:buFont typeface="Arial"/>
              <a:buNone/>
              <a:defRPr b="0" i="0" sz="1800">
                <a:solidFill>
                  <a:schemeClr val="lt1"/>
                </a:solidFill>
                <a:latin typeface="Arial"/>
                <a:ea typeface="Arial"/>
                <a:cs typeface="Arial"/>
                <a:sym typeface="Arial"/>
              </a:defRPr>
            </a:lvl2pPr>
            <a:lvl3pPr indent="-228600" lvl="2" marL="1371600" rtl="0" algn="ctr">
              <a:lnSpc>
                <a:spcPct val="100000"/>
              </a:lnSpc>
              <a:spcBef>
                <a:spcPts val="1800"/>
              </a:spcBef>
              <a:spcAft>
                <a:spcPts val="0"/>
              </a:spcAft>
              <a:buClr>
                <a:schemeClr val="lt1"/>
              </a:buClr>
              <a:buSzPts val="1800"/>
              <a:buFont typeface="Arial"/>
              <a:buNone/>
              <a:defRPr b="0" i="0" sz="1800">
                <a:solidFill>
                  <a:schemeClr val="lt1"/>
                </a:solidFill>
                <a:latin typeface="Arial"/>
                <a:ea typeface="Arial"/>
                <a:cs typeface="Arial"/>
                <a:sym typeface="Arial"/>
              </a:defRPr>
            </a:lvl3pPr>
            <a:lvl4pPr indent="-228600" lvl="3" marL="1828800" rtl="0" algn="ctr">
              <a:lnSpc>
                <a:spcPct val="100000"/>
              </a:lnSpc>
              <a:spcBef>
                <a:spcPts val="1800"/>
              </a:spcBef>
              <a:spcAft>
                <a:spcPts val="0"/>
              </a:spcAft>
              <a:buClr>
                <a:schemeClr val="lt1"/>
              </a:buClr>
              <a:buSzPts val="1800"/>
              <a:buFont typeface="Arial"/>
              <a:buNone/>
              <a:defRPr b="0" i="0" sz="1800">
                <a:solidFill>
                  <a:schemeClr val="lt1"/>
                </a:solidFill>
                <a:latin typeface="Arial"/>
                <a:ea typeface="Arial"/>
                <a:cs typeface="Arial"/>
                <a:sym typeface="Arial"/>
              </a:defRPr>
            </a:lvl4pPr>
            <a:lvl5pPr indent="-228600" lvl="4" marL="2286000" rtl="0" algn="ctr">
              <a:lnSpc>
                <a:spcPct val="100000"/>
              </a:lnSpc>
              <a:spcBef>
                <a:spcPts val="1800"/>
              </a:spcBef>
              <a:spcAft>
                <a:spcPts val="0"/>
              </a:spcAft>
              <a:buClr>
                <a:schemeClr val="lt1"/>
              </a:buClr>
              <a:buSzPts val="1800"/>
              <a:buFont typeface="Arial"/>
              <a:buNone/>
              <a:defRPr b="0" i="0" sz="1800">
                <a:solidFill>
                  <a:schemeClr val="lt1"/>
                </a:solidFill>
                <a:latin typeface="Arial"/>
                <a:ea typeface="Arial"/>
                <a:cs typeface="Arial"/>
                <a:sym typeface="Arial"/>
              </a:defRPr>
            </a:lvl5pPr>
            <a:lvl6pPr indent="-273050" lvl="5" marL="2743200" rtl="0" algn="l">
              <a:lnSpc>
                <a:spcPct val="90000"/>
              </a:lnSpc>
              <a:spcBef>
                <a:spcPts val="18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NX Tagline">
  <p:cSld name="ONNX Tagline">
    <p:bg>
      <p:bgPr>
        <a:blipFill>
          <a:blip r:embed="rId2">
            <a:alphaModFix/>
          </a:blip>
          <a:stretch>
            <a:fillRect/>
          </a:stretch>
        </a:blipFill>
      </p:bgPr>
    </p:bg>
    <p:spTree>
      <p:nvGrpSpPr>
        <p:cNvPr id="89" name="Shape 89"/>
        <p:cNvGrpSpPr/>
        <p:nvPr/>
      </p:nvGrpSpPr>
      <p:grpSpPr>
        <a:xfrm>
          <a:off x="0" y="0"/>
          <a:ext cx="0" cy="0"/>
          <a:chOff x="0" y="0"/>
          <a:chExt cx="0" cy="0"/>
        </a:xfrm>
      </p:grpSpPr>
      <p:pic>
        <p:nvPicPr>
          <p:cNvPr id="90" name="Google Shape;90;p22"/>
          <p:cNvPicPr preferRelativeResize="0"/>
          <p:nvPr/>
        </p:nvPicPr>
        <p:blipFill rotWithShape="1">
          <a:blip r:embed="rId3">
            <a:alphaModFix/>
          </a:blip>
          <a:srcRect b="0" l="0" r="0" t="0"/>
          <a:stretch/>
        </p:blipFill>
        <p:spPr>
          <a:xfrm>
            <a:off x="2514868" y="1714500"/>
            <a:ext cx="4114264" cy="1019043"/>
          </a:xfrm>
          <a:prstGeom prst="rect">
            <a:avLst/>
          </a:prstGeom>
          <a:noFill/>
          <a:ln>
            <a:noFill/>
          </a:ln>
        </p:spPr>
      </p:pic>
      <p:sp>
        <p:nvSpPr>
          <p:cNvPr id="91" name="Google Shape;91;p22"/>
          <p:cNvSpPr txBox="1"/>
          <p:nvPr/>
        </p:nvSpPr>
        <p:spPr>
          <a:xfrm>
            <a:off x="557140" y="4029075"/>
            <a:ext cx="82284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 sz="1800">
                <a:solidFill>
                  <a:schemeClr val="lt1"/>
                </a:solidFill>
                <a:latin typeface="Arial"/>
                <a:ea typeface="Arial"/>
                <a:cs typeface="Arial"/>
                <a:sym typeface="Arial"/>
              </a:rPr>
              <a:t>The new open ecosystem for interchangeable AI models.</a:t>
            </a:r>
            <a:endParaRPr sz="500"/>
          </a:p>
        </p:txBody>
      </p:sp>
      <p:sp>
        <p:nvSpPr>
          <p:cNvPr id="92" name="Google Shape;92;p22"/>
          <p:cNvSpPr txBox="1"/>
          <p:nvPr/>
        </p:nvSpPr>
        <p:spPr>
          <a:xfrm>
            <a:off x="457736" y="3429000"/>
            <a:ext cx="8228400" cy="554100"/>
          </a:xfrm>
          <a:prstGeom prst="rect">
            <a:avLst/>
          </a:prstGeom>
          <a:noFill/>
          <a:ln>
            <a:noFill/>
          </a:ln>
        </p:spPr>
        <p:txBody>
          <a:bodyPr anchorCtr="0" anchor="t" bIns="17125" lIns="34275" spcFirstLastPara="1" rIns="34275" wrap="square" tIns="17125">
            <a:noAutofit/>
          </a:bodyPr>
          <a:lstStyle/>
          <a:p>
            <a:pPr indent="0" lvl="0" marL="0" marR="0" rtl="0" algn="ctr">
              <a:spcBef>
                <a:spcPts val="0"/>
              </a:spcBef>
              <a:spcAft>
                <a:spcPts val="0"/>
              </a:spcAft>
              <a:buNone/>
            </a:pPr>
            <a:r>
              <a:rPr b="0" i="0" lang="en" sz="3400">
                <a:solidFill>
                  <a:schemeClr val="lt1"/>
                </a:solidFill>
                <a:latin typeface="Arial"/>
                <a:ea typeface="Arial"/>
                <a:cs typeface="Arial"/>
                <a:sym typeface="Arial"/>
              </a:rPr>
              <a:t>Open Neural Network Exchange format</a:t>
            </a:r>
            <a:endParaRPr sz="5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NX Closing Logo">
  <p:cSld name="ONNX Closing Logo">
    <p:bg>
      <p:bgPr>
        <a:blipFill>
          <a:blip r:embed="rId2">
            <a:alphaModFix/>
          </a:blip>
          <a:stretch>
            <a:fillRect/>
          </a:stretch>
        </a:blipFill>
      </p:bgPr>
    </p:bg>
    <p:spTree>
      <p:nvGrpSpPr>
        <p:cNvPr id="93" name="Shape 93"/>
        <p:cNvGrpSpPr/>
        <p:nvPr/>
      </p:nvGrpSpPr>
      <p:grpSpPr>
        <a:xfrm>
          <a:off x="0" y="0"/>
          <a:ext cx="0" cy="0"/>
          <a:chOff x="0" y="0"/>
          <a:chExt cx="0" cy="0"/>
        </a:xfrm>
      </p:grpSpPr>
      <p:pic>
        <p:nvPicPr>
          <p:cNvPr id="94" name="Google Shape;94;p23"/>
          <p:cNvPicPr preferRelativeResize="0"/>
          <p:nvPr/>
        </p:nvPicPr>
        <p:blipFill rotWithShape="1">
          <a:blip r:embed="rId3">
            <a:alphaModFix/>
          </a:blip>
          <a:srcRect b="0" l="0" r="0" t="0"/>
          <a:stretch/>
        </p:blipFill>
        <p:spPr>
          <a:xfrm>
            <a:off x="3029151" y="2189559"/>
            <a:ext cx="3085697" cy="76428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p:cSld name="Title Slide">
    <p:bg>
      <p:bgPr>
        <a:blipFill>
          <a:blip r:embed="rId2">
            <a:alphaModFix/>
          </a:blip>
          <a:stretch>
            <a:fillRect/>
          </a:stretch>
        </a:blipFill>
      </p:bgPr>
    </p:bg>
    <p:spTree>
      <p:nvGrpSpPr>
        <p:cNvPr id="95" name="Shape 95"/>
        <p:cNvGrpSpPr/>
        <p:nvPr/>
      </p:nvGrpSpPr>
      <p:grpSpPr>
        <a:xfrm>
          <a:off x="0" y="0"/>
          <a:ext cx="0" cy="0"/>
          <a:chOff x="0" y="0"/>
          <a:chExt cx="0" cy="0"/>
        </a:xfrm>
      </p:grpSpPr>
      <p:sp>
        <p:nvSpPr>
          <p:cNvPr id="96" name="Google Shape;96;p24"/>
          <p:cNvSpPr txBox="1"/>
          <p:nvPr>
            <p:ph type="ctrTitle"/>
          </p:nvPr>
        </p:nvSpPr>
        <p:spPr>
          <a:xfrm>
            <a:off x="1143000" y="1183005"/>
            <a:ext cx="6858000" cy="1790700"/>
          </a:xfrm>
          <a:prstGeom prst="rect">
            <a:avLst/>
          </a:prstGeom>
          <a:noFill/>
          <a:ln>
            <a:noFill/>
          </a:ln>
        </p:spPr>
        <p:txBody>
          <a:bodyPr anchorCtr="0" anchor="b" bIns="0" lIns="0" spcFirstLastPara="1" rIns="0" wrap="square" tIns="0">
            <a:noAutofit/>
          </a:bodyPr>
          <a:lstStyle>
            <a:lvl1pPr lvl="0" rtl="0" algn="ctr">
              <a:lnSpc>
                <a:spcPct val="90000"/>
              </a:lnSpc>
              <a:spcBef>
                <a:spcPts val="0"/>
              </a:spcBef>
              <a:spcAft>
                <a:spcPts val="0"/>
              </a:spcAft>
              <a:buClr>
                <a:schemeClr val="lt1"/>
              </a:buClr>
              <a:buSzPts val="4500"/>
              <a:buFont typeface="Arial"/>
              <a:buNone/>
              <a:defRPr b="0" i="0" sz="45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97" name="Google Shape;97;p24"/>
          <p:cNvSpPr txBox="1"/>
          <p:nvPr>
            <p:ph idx="1" type="subTitle"/>
          </p:nvPr>
        </p:nvSpPr>
        <p:spPr>
          <a:xfrm>
            <a:off x="1143000" y="3086100"/>
            <a:ext cx="6858000" cy="695400"/>
          </a:xfrm>
          <a:prstGeom prst="rect">
            <a:avLst/>
          </a:prstGeom>
          <a:noFill/>
          <a:ln>
            <a:noFill/>
          </a:ln>
        </p:spPr>
        <p:txBody>
          <a:bodyPr anchorCtr="0" anchor="t" bIns="0" lIns="0" spcFirstLastPara="1" rIns="0" wrap="square" tIns="0">
            <a:noAutofit/>
          </a:bodyPr>
          <a:lstStyle>
            <a:lvl1pPr lvl="0" rtl="0" algn="ctr">
              <a:lnSpc>
                <a:spcPct val="130000"/>
              </a:lnSpc>
              <a:spcBef>
                <a:spcPts val="0"/>
              </a:spcBef>
              <a:spcAft>
                <a:spcPts val="0"/>
              </a:spcAft>
              <a:buClr>
                <a:schemeClr val="lt1"/>
              </a:buClr>
              <a:buSzPts val="2200"/>
              <a:buNone/>
              <a:defRPr b="1" i="0" sz="2200">
                <a:latin typeface="Arial"/>
                <a:ea typeface="Arial"/>
                <a:cs typeface="Arial"/>
                <a:sym typeface="Arial"/>
              </a:defRPr>
            </a:lvl1pPr>
            <a:lvl2pPr lvl="1" rtl="0" algn="ctr">
              <a:lnSpc>
                <a:spcPct val="130000"/>
              </a:lnSpc>
              <a:spcBef>
                <a:spcPts val="1800"/>
              </a:spcBef>
              <a:spcAft>
                <a:spcPts val="0"/>
              </a:spcAft>
              <a:buClr>
                <a:schemeClr val="lt1"/>
              </a:buClr>
              <a:buSzPts val="1500"/>
              <a:buNone/>
              <a:defRPr sz="1500"/>
            </a:lvl2pPr>
            <a:lvl3pPr lvl="2" rtl="0" algn="ctr">
              <a:lnSpc>
                <a:spcPct val="130000"/>
              </a:lnSpc>
              <a:spcBef>
                <a:spcPts val="1800"/>
              </a:spcBef>
              <a:spcAft>
                <a:spcPts val="0"/>
              </a:spcAft>
              <a:buClr>
                <a:schemeClr val="lt1"/>
              </a:buClr>
              <a:buSzPts val="1300"/>
              <a:buNone/>
              <a:defRPr sz="1300"/>
            </a:lvl3pPr>
            <a:lvl4pPr lvl="3" rtl="0" algn="ctr">
              <a:lnSpc>
                <a:spcPct val="130000"/>
              </a:lnSpc>
              <a:spcBef>
                <a:spcPts val="1800"/>
              </a:spcBef>
              <a:spcAft>
                <a:spcPts val="0"/>
              </a:spcAft>
              <a:buClr>
                <a:schemeClr val="lt1"/>
              </a:buClr>
              <a:buSzPts val="1200"/>
              <a:buNone/>
              <a:defRPr sz="1200"/>
            </a:lvl4pPr>
            <a:lvl5pPr lvl="4" rtl="0" algn="ctr">
              <a:lnSpc>
                <a:spcPct val="130000"/>
              </a:lnSpc>
              <a:spcBef>
                <a:spcPts val="1800"/>
              </a:spcBef>
              <a:spcAft>
                <a:spcPts val="0"/>
              </a:spcAft>
              <a:buClr>
                <a:schemeClr val="lt1"/>
              </a:buClr>
              <a:buSzPts val="1200"/>
              <a:buNone/>
              <a:defRPr sz="1200"/>
            </a:lvl5pPr>
            <a:lvl6pPr lvl="5" rtl="0" algn="ctr">
              <a:lnSpc>
                <a:spcPct val="90000"/>
              </a:lnSpc>
              <a:spcBef>
                <a:spcPts val="1800"/>
              </a:spcBef>
              <a:spcAft>
                <a:spcPts val="0"/>
              </a:spcAft>
              <a:buClr>
                <a:schemeClr val="lt1"/>
              </a:buClr>
              <a:buSzPts val="1200"/>
              <a:buNone/>
              <a:defRPr sz="1200"/>
            </a:lvl6pPr>
            <a:lvl7pPr lvl="6" rtl="0" algn="ctr">
              <a:lnSpc>
                <a:spcPct val="90000"/>
              </a:lnSpc>
              <a:spcBef>
                <a:spcPts val="400"/>
              </a:spcBef>
              <a:spcAft>
                <a:spcPts val="0"/>
              </a:spcAft>
              <a:buClr>
                <a:schemeClr val="lt1"/>
              </a:buClr>
              <a:buSzPts val="1200"/>
              <a:buNone/>
              <a:defRPr sz="1200"/>
            </a:lvl7pPr>
            <a:lvl8pPr lvl="7" rtl="0" algn="ctr">
              <a:lnSpc>
                <a:spcPct val="90000"/>
              </a:lnSpc>
              <a:spcBef>
                <a:spcPts val="400"/>
              </a:spcBef>
              <a:spcAft>
                <a:spcPts val="0"/>
              </a:spcAft>
              <a:buClr>
                <a:schemeClr val="lt1"/>
              </a:buClr>
              <a:buSzPts val="1200"/>
              <a:buNone/>
              <a:defRPr sz="1200"/>
            </a:lvl8pPr>
            <a:lvl9pPr lvl="8" rtl="0" algn="ctr">
              <a:lnSpc>
                <a:spcPct val="90000"/>
              </a:lnSpc>
              <a:spcBef>
                <a:spcPts val="400"/>
              </a:spcBef>
              <a:spcAft>
                <a:spcPts val="0"/>
              </a:spcAft>
              <a:buClr>
                <a:schemeClr val="lt1"/>
              </a:buClr>
              <a:buSzPts val="1200"/>
              <a:buNone/>
              <a:defRPr sz="1200"/>
            </a:lvl9pPr>
          </a:lstStyle>
          <a:p/>
        </p:txBody>
      </p:sp>
      <p:sp>
        <p:nvSpPr>
          <p:cNvPr id="98" name="Google Shape;98;p24"/>
          <p:cNvSpPr txBox="1"/>
          <p:nvPr>
            <p:ph idx="2" type="body"/>
          </p:nvPr>
        </p:nvSpPr>
        <p:spPr>
          <a:xfrm>
            <a:off x="3200578" y="3943350"/>
            <a:ext cx="2742900" cy="750000"/>
          </a:xfrm>
          <a:prstGeom prst="rect">
            <a:avLst/>
          </a:prstGeom>
          <a:noFill/>
          <a:ln>
            <a:noFill/>
          </a:ln>
        </p:spPr>
        <p:txBody>
          <a:bodyPr anchorCtr="0" anchor="t" bIns="0" lIns="0" spcFirstLastPara="1" rIns="0" wrap="square" tIns="0">
            <a:noAutofit/>
          </a:bodyPr>
          <a:lstStyle>
            <a:lvl1pPr indent="-228600" lvl="0" marL="457200" rtl="0" algn="ctr">
              <a:lnSpc>
                <a:spcPct val="120000"/>
              </a:lnSpc>
              <a:spcBef>
                <a:spcPts val="0"/>
              </a:spcBef>
              <a:spcAft>
                <a:spcPts val="0"/>
              </a:spcAft>
              <a:buClr>
                <a:schemeClr val="lt1"/>
              </a:buClr>
              <a:buSzPts val="1300"/>
              <a:buNone/>
              <a:defRPr b="0" i="0" sz="1300">
                <a:latin typeface="Arial"/>
                <a:ea typeface="Arial"/>
                <a:cs typeface="Arial"/>
                <a:sym typeface="Arial"/>
              </a:defRPr>
            </a:lvl1pPr>
            <a:lvl2pPr indent="-228600" lvl="1" marL="914400" rtl="0" algn="ctr">
              <a:lnSpc>
                <a:spcPct val="120000"/>
              </a:lnSpc>
              <a:spcBef>
                <a:spcPts val="0"/>
              </a:spcBef>
              <a:spcAft>
                <a:spcPts val="0"/>
              </a:spcAft>
              <a:buClr>
                <a:schemeClr val="lt1"/>
              </a:buClr>
              <a:buSzPts val="1300"/>
              <a:buNone/>
              <a:defRPr b="0" i="0" sz="1300">
                <a:latin typeface="Arial"/>
                <a:ea typeface="Arial"/>
                <a:cs typeface="Arial"/>
                <a:sym typeface="Arial"/>
              </a:defRPr>
            </a:lvl2pPr>
            <a:lvl3pPr indent="-228600" lvl="2" marL="1371600" rtl="0" algn="ctr">
              <a:lnSpc>
                <a:spcPct val="120000"/>
              </a:lnSpc>
              <a:spcBef>
                <a:spcPts val="0"/>
              </a:spcBef>
              <a:spcAft>
                <a:spcPts val="0"/>
              </a:spcAft>
              <a:buClr>
                <a:schemeClr val="lt1"/>
              </a:buClr>
              <a:buSzPts val="1300"/>
              <a:buNone/>
              <a:defRPr b="0" i="0" sz="1300">
                <a:latin typeface="Arial"/>
                <a:ea typeface="Arial"/>
                <a:cs typeface="Arial"/>
                <a:sym typeface="Arial"/>
              </a:defRPr>
            </a:lvl3pPr>
            <a:lvl4pPr indent="-228600" lvl="3" marL="1828800" rtl="0" algn="ctr">
              <a:lnSpc>
                <a:spcPct val="120000"/>
              </a:lnSpc>
              <a:spcBef>
                <a:spcPts val="0"/>
              </a:spcBef>
              <a:spcAft>
                <a:spcPts val="0"/>
              </a:spcAft>
              <a:buClr>
                <a:schemeClr val="lt1"/>
              </a:buClr>
              <a:buSzPts val="1300"/>
              <a:buNone/>
              <a:defRPr b="0" i="0" sz="1300">
                <a:latin typeface="Arial"/>
                <a:ea typeface="Arial"/>
                <a:cs typeface="Arial"/>
                <a:sym typeface="Arial"/>
              </a:defRPr>
            </a:lvl4pPr>
            <a:lvl5pPr indent="-228600" lvl="4" marL="2286000" rtl="0" algn="ctr">
              <a:lnSpc>
                <a:spcPct val="120000"/>
              </a:lnSpc>
              <a:spcBef>
                <a:spcPts val="0"/>
              </a:spcBef>
              <a:spcAft>
                <a:spcPts val="0"/>
              </a:spcAft>
              <a:buClr>
                <a:schemeClr val="lt1"/>
              </a:buClr>
              <a:buSzPts val="1300"/>
              <a:buNone/>
              <a:defRPr b="0" i="0" sz="1300">
                <a:latin typeface="Arial"/>
                <a:ea typeface="Arial"/>
                <a:cs typeface="Arial"/>
                <a:sym typeface="Arial"/>
              </a:defRPr>
            </a:lvl5pPr>
            <a:lvl6pPr indent="-273050" lvl="5" marL="2743200" rtl="0" algn="l">
              <a:lnSpc>
                <a:spcPct val="90000"/>
              </a:lnSpc>
              <a:spcBef>
                <a:spcPts val="400"/>
              </a:spcBef>
              <a:spcAft>
                <a:spcPts val="0"/>
              </a:spcAft>
              <a:buClr>
                <a:schemeClr val="lt1"/>
              </a:buClr>
              <a:buSzPts val="700"/>
              <a:buChar char="•"/>
              <a:defRPr/>
            </a:lvl6pPr>
            <a:lvl7pPr indent="-273050" lvl="6" marL="3200400" rtl="0" algn="l">
              <a:lnSpc>
                <a:spcPct val="90000"/>
              </a:lnSpc>
              <a:spcBef>
                <a:spcPts val="400"/>
              </a:spcBef>
              <a:spcAft>
                <a:spcPts val="0"/>
              </a:spcAft>
              <a:buClr>
                <a:schemeClr val="lt1"/>
              </a:buClr>
              <a:buSzPts val="700"/>
              <a:buChar char="•"/>
              <a:defRPr/>
            </a:lvl7pPr>
            <a:lvl8pPr indent="-273050" lvl="7" marL="3657600" rtl="0" algn="l">
              <a:lnSpc>
                <a:spcPct val="90000"/>
              </a:lnSpc>
              <a:spcBef>
                <a:spcPts val="400"/>
              </a:spcBef>
              <a:spcAft>
                <a:spcPts val="0"/>
              </a:spcAft>
              <a:buClr>
                <a:schemeClr val="lt1"/>
              </a:buClr>
              <a:buSzPts val="700"/>
              <a:buChar char="•"/>
              <a:defRPr/>
            </a:lvl8pPr>
            <a:lvl9pPr indent="-273050" lvl="8" marL="4114800" rtl="0" algn="l">
              <a:lnSpc>
                <a:spcPct val="90000"/>
              </a:lnSpc>
              <a:spcBef>
                <a:spcPts val="400"/>
              </a:spcBef>
              <a:spcAft>
                <a:spcPts val="0"/>
              </a:spcAft>
              <a:buClr>
                <a:schemeClr val="lt1"/>
              </a:buClr>
              <a:buSzPts val="700"/>
              <a:buChar char="•"/>
              <a:defRPr/>
            </a:lvl9pPr>
          </a:lstStyle>
          <a:p/>
        </p:txBody>
      </p:sp>
      <p:pic>
        <p:nvPicPr>
          <p:cNvPr id="99" name="Google Shape;99;p24"/>
          <p:cNvPicPr preferRelativeResize="0"/>
          <p:nvPr/>
        </p:nvPicPr>
        <p:blipFill rotWithShape="1">
          <a:blip r:embed="rId3">
            <a:alphaModFix/>
          </a:blip>
          <a:srcRect b="0" l="0" r="0" t="0"/>
          <a:stretch/>
        </p:blipFill>
        <p:spPr>
          <a:xfrm>
            <a:off x="4220534" y="840105"/>
            <a:ext cx="702932" cy="68571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Body">
  <p:cSld name="1_Title; Body 2">
    <p:spTree>
      <p:nvGrpSpPr>
        <p:cNvPr id="100" name="Shape 100"/>
        <p:cNvGrpSpPr/>
        <p:nvPr/>
      </p:nvGrpSpPr>
      <p:grpSpPr>
        <a:xfrm>
          <a:off x="0" y="0"/>
          <a:ext cx="0" cy="0"/>
          <a:chOff x="0" y="0"/>
          <a:chExt cx="0" cy="0"/>
        </a:xfrm>
      </p:grpSpPr>
      <p:sp>
        <p:nvSpPr>
          <p:cNvPr id="101" name="Google Shape;101;p25"/>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dk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02" name="Google Shape;102;p25"/>
          <p:cNvSpPr txBox="1"/>
          <p:nvPr>
            <p:ph idx="1" type="body"/>
          </p:nvPr>
        </p:nvSpPr>
        <p:spPr>
          <a:xfrm>
            <a:off x="457736" y="1369219"/>
            <a:ext cx="8228400" cy="32634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dk1"/>
              </a:buClr>
              <a:buSzPts val="700"/>
              <a:buNone/>
              <a:defRPr/>
            </a:lvl1pPr>
            <a:lvl2pPr indent="-228600" lvl="1" marL="914400" rtl="0" algn="l">
              <a:lnSpc>
                <a:spcPct val="130000"/>
              </a:lnSpc>
              <a:spcBef>
                <a:spcPts val="1800"/>
              </a:spcBef>
              <a:spcAft>
                <a:spcPts val="0"/>
              </a:spcAft>
              <a:buClr>
                <a:schemeClr val="dk1"/>
              </a:buClr>
              <a:buSzPts val="700"/>
              <a:buNone/>
              <a:defRPr/>
            </a:lvl2pPr>
            <a:lvl3pPr indent="-228600" lvl="2" marL="1371600" rtl="0" algn="l">
              <a:lnSpc>
                <a:spcPct val="130000"/>
              </a:lnSpc>
              <a:spcBef>
                <a:spcPts val="1800"/>
              </a:spcBef>
              <a:spcAft>
                <a:spcPts val="0"/>
              </a:spcAft>
              <a:buClr>
                <a:schemeClr val="dk1"/>
              </a:buClr>
              <a:buSzPts val="700"/>
              <a:buNone/>
              <a:defRPr/>
            </a:lvl3pPr>
            <a:lvl4pPr indent="-228600" lvl="3" marL="1828800" rtl="0" algn="l">
              <a:lnSpc>
                <a:spcPct val="130000"/>
              </a:lnSpc>
              <a:spcBef>
                <a:spcPts val="1800"/>
              </a:spcBef>
              <a:spcAft>
                <a:spcPts val="0"/>
              </a:spcAft>
              <a:buClr>
                <a:schemeClr val="dk1"/>
              </a:buClr>
              <a:buSzPts val="700"/>
              <a:buNone/>
              <a:defRPr/>
            </a:lvl4pPr>
            <a:lvl5pPr indent="-228600" lvl="4" marL="2286000" rtl="0" algn="l">
              <a:lnSpc>
                <a:spcPct val="130000"/>
              </a:lnSpc>
              <a:spcBef>
                <a:spcPts val="1800"/>
              </a:spcBef>
              <a:spcAft>
                <a:spcPts val="0"/>
              </a:spcAft>
              <a:buClr>
                <a:schemeClr val="dk1"/>
              </a:buClr>
              <a:buSzPts val="700"/>
              <a:buNone/>
              <a:defRPr/>
            </a:lvl5pPr>
            <a:lvl6pPr indent="-273050" lvl="5" marL="2743200" rtl="0" algn="l">
              <a:lnSpc>
                <a:spcPct val="90000"/>
              </a:lnSpc>
              <a:spcBef>
                <a:spcPts val="18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pic>
        <p:nvPicPr>
          <p:cNvPr id="103" name="Google Shape;103;p25"/>
          <p:cNvPicPr preferRelativeResize="0"/>
          <p:nvPr/>
        </p:nvPicPr>
        <p:blipFill/>
        <p:spPr>
          <a:xfrm>
            <a:off x="595" y="0"/>
            <a:ext cx="9142800" cy="5143500"/>
          </a:xfrm>
          <a:prstGeom prst="rect">
            <a:avLst/>
          </a:prstGeom>
          <a:solidFill>
            <a:srgbClr val="FFFFFF"/>
          </a:solid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Body (Dark)">
  <p:cSld name="Title; Body (Dark)">
    <p:bg>
      <p:bgPr>
        <a:solidFill>
          <a:schemeClr val="dk2"/>
        </a:solidFill>
      </p:bgPr>
    </p:bg>
    <p:spTree>
      <p:nvGrpSpPr>
        <p:cNvPr id="104" name="Shape 104"/>
        <p:cNvGrpSpPr/>
        <p:nvPr/>
      </p:nvGrpSpPr>
      <p:grpSpPr>
        <a:xfrm>
          <a:off x="0" y="0"/>
          <a:ext cx="0" cy="0"/>
          <a:chOff x="0" y="0"/>
          <a:chExt cx="0" cy="0"/>
        </a:xfrm>
      </p:grpSpPr>
      <p:sp>
        <p:nvSpPr>
          <p:cNvPr id="105" name="Google Shape;105;p26"/>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lt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06" name="Google Shape;106;p26"/>
          <p:cNvSpPr txBox="1"/>
          <p:nvPr>
            <p:ph idx="1" type="body"/>
          </p:nvPr>
        </p:nvSpPr>
        <p:spPr>
          <a:xfrm>
            <a:off x="457736" y="1369219"/>
            <a:ext cx="8228400" cy="32634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lt1"/>
              </a:buClr>
              <a:buSzPts val="700"/>
              <a:buNone/>
              <a:defRPr/>
            </a:lvl1pPr>
            <a:lvl2pPr indent="-228600" lvl="1" marL="914400" rtl="0" algn="l">
              <a:lnSpc>
                <a:spcPct val="130000"/>
              </a:lnSpc>
              <a:spcBef>
                <a:spcPts val="1800"/>
              </a:spcBef>
              <a:spcAft>
                <a:spcPts val="0"/>
              </a:spcAft>
              <a:buClr>
                <a:schemeClr val="lt1"/>
              </a:buClr>
              <a:buSzPts val="700"/>
              <a:buNone/>
              <a:defRPr/>
            </a:lvl2pPr>
            <a:lvl3pPr indent="-228600" lvl="2" marL="1371600" rtl="0" algn="l">
              <a:lnSpc>
                <a:spcPct val="130000"/>
              </a:lnSpc>
              <a:spcBef>
                <a:spcPts val="1800"/>
              </a:spcBef>
              <a:spcAft>
                <a:spcPts val="0"/>
              </a:spcAft>
              <a:buClr>
                <a:schemeClr val="lt1"/>
              </a:buClr>
              <a:buSzPts val="700"/>
              <a:buNone/>
              <a:defRPr/>
            </a:lvl3pPr>
            <a:lvl4pPr indent="-228600" lvl="3" marL="1828800" rtl="0" algn="l">
              <a:lnSpc>
                <a:spcPct val="130000"/>
              </a:lnSpc>
              <a:spcBef>
                <a:spcPts val="1800"/>
              </a:spcBef>
              <a:spcAft>
                <a:spcPts val="0"/>
              </a:spcAft>
              <a:buClr>
                <a:schemeClr val="lt1"/>
              </a:buClr>
              <a:buSzPts val="700"/>
              <a:buNone/>
              <a:defRPr/>
            </a:lvl4pPr>
            <a:lvl5pPr indent="-228600" lvl="4" marL="2286000" rtl="0" algn="l">
              <a:lnSpc>
                <a:spcPct val="130000"/>
              </a:lnSpc>
              <a:spcBef>
                <a:spcPts val="1800"/>
              </a:spcBef>
              <a:spcAft>
                <a:spcPts val="0"/>
              </a:spcAft>
              <a:buClr>
                <a:schemeClr val="lt1"/>
              </a:buClr>
              <a:buSzPts val="700"/>
              <a:buNone/>
              <a:defRPr/>
            </a:lvl5pPr>
            <a:lvl6pPr indent="-273050" lvl="5" marL="2743200" rtl="0" algn="l">
              <a:lnSpc>
                <a:spcPct val="90000"/>
              </a:lnSpc>
              <a:spcBef>
                <a:spcPts val="1800"/>
              </a:spcBef>
              <a:spcAft>
                <a:spcPts val="0"/>
              </a:spcAft>
              <a:buClr>
                <a:schemeClr val="lt1"/>
              </a:buClr>
              <a:buSzPts val="700"/>
              <a:buChar char="•"/>
              <a:defRPr/>
            </a:lvl6pPr>
            <a:lvl7pPr indent="-273050" lvl="6" marL="3200400" rtl="0" algn="l">
              <a:lnSpc>
                <a:spcPct val="90000"/>
              </a:lnSpc>
              <a:spcBef>
                <a:spcPts val="400"/>
              </a:spcBef>
              <a:spcAft>
                <a:spcPts val="0"/>
              </a:spcAft>
              <a:buClr>
                <a:schemeClr val="lt1"/>
              </a:buClr>
              <a:buSzPts val="700"/>
              <a:buChar char="•"/>
              <a:defRPr/>
            </a:lvl7pPr>
            <a:lvl8pPr indent="-273050" lvl="7" marL="3657600" rtl="0" algn="l">
              <a:lnSpc>
                <a:spcPct val="90000"/>
              </a:lnSpc>
              <a:spcBef>
                <a:spcPts val="400"/>
              </a:spcBef>
              <a:spcAft>
                <a:spcPts val="0"/>
              </a:spcAft>
              <a:buClr>
                <a:schemeClr val="lt1"/>
              </a:buClr>
              <a:buSzPts val="700"/>
              <a:buChar char="•"/>
              <a:defRPr/>
            </a:lvl8pPr>
            <a:lvl9pPr indent="-273050" lvl="8" marL="4114800" rtl="0" algn="l">
              <a:lnSpc>
                <a:spcPct val="90000"/>
              </a:lnSpc>
              <a:spcBef>
                <a:spcPts val="400"/>
              </a:spcBef>
              <a:spcAft>
                <a:spcPts val="0"/>
              </a:spcAft>
              <a:buClr>
                <a:schemeClr val="lt1"/>
              </a:buClr>
              <a:buSzPts val="7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Body (1:2)">
  <p:cSld name="Title; Body (1:2)">
    <p:spTree>
      <p:nvGrpSpPr>
        <p:cNvPr id="107" name="Shape 107"/>
        <p:cNvGrpSpPr/>
        <p:nvPr/>
      </p:nvGrpSpPr>
      <p:grpSpPr>
        <a:xfrm>
          <a:off x="0" y="0"/>
          <a:ext cx="0" cy="0"/>
          <a:chOff x="0" y="0"/>
          <a:chExt cx="0" cy="0"/>
        </a:xfrm>
      </p:grpSpPr>
      <p:sp>
        <p:nvSpPr>
          <p:cNvPr id="108" name="Google Shape;108;p27"/>
          <p:cNvSpPr txBox="1"/>
          <p:nvPr>
            <p:ph type="title"/>
          </p:nvPr>
        </p:nvSpPr>
        <p:spPr>
          <a:xfrm>
            <a:off x="457736" y="273844"/>
            <a:ext cx="2400000" cy="4570800"/>
          </a:xfrm>
          <a:prstGeom prst="rect">
            <a:avLst/>
          </a:prstGeom>
          <a:noFill/>
          <a:ln>
            <a:noFill/>
          </a:ln>
        </p:spPr>
        <p:txBody>
          <a:bodyPr anchorCtr="0" anchor="ctr" bIns="0" lIns="0" spcFirstLastPara="1" rIns="0" wrap="square" tIns="0">
            <a:noAutofit/>
          </a:bodyPr>
          <a:lstStyle>
            <a:lvl1pPr lvl="0" rtl="0" algn="r">
              <a:lnSpc>
                <a:spcPct val="90000"/>
              </a:lnSpc>
              <a:spcBef>
                <a:spcPts val="0"/>
              </a:spcBef>
              <a:spcAft>
                <a:spcPts val="0"/>
              </a:spcAft>
              <a:buClr>
                <a:schemeClr val="dk1"/>
              </a:buClr>
              <a:buSzPts val="4500"/>
              <a:buFont typeface="Arial"/>
              <a:buNone/>
              <a:defRPr b="0" i="0" sz="45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09" name="Google Shape;109;p27"/>
          <p:cNvSpPr txBox="1"/>
          <p:nvPr>
            <p:ph idx="1" type="body"/>
          </p:nvPr>
        </p:nvSpPr>
        <p:spPr>
          <a:xfrm>
            <a:off x="3886289" y="286322"/>
            <a:ext cx="4800000" cy="45708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dk1"/>
              </a:buClr>
              <a:buSzPts val="2200"/>
              <a:buNone/>
              <a:defRPr b="0" i="0" sz="2200">
                <a:latin typeface="Arial"/>
                <a:ea typeface="Arial"/>
                <a:cs typeface="Arial"/>
                <a:sym typeface="Arial"/>
              </a:defRPr>
            </a:lvl1pPr>
            <a:lvl2pPr indent="-228600" lvl="1" marL="914400" rtl="0" algn="l">
              <a:lnSpc>
                <a:spcPct val="100000"/>
              </a:lnSpc>
              <a:spcBef>
                <a:spcPts val="2200"/>
              </a:spcBef>
              <a:spcAft>
                <a:spcPts val="0"/>
              </a:spcAft>
              <a:buClr>
                <a:schemeClr val="dk1"/>
              </a:buClr>
              <a:buSzPts val="2200"/>
              <a:buNone/>
              <a:defRPr b="0" i="0" sz="2200">
                <a:latin typeface="Arial"/>
                <a:ea typeface="Arial"/>
                <a:cs typeface="Arial"/>
                <a:sym typeface="Arial"/>
              </a:defRPr>
            </a:lvl2pPr>
            <a:lvl3pPr indent="-228600" lvl="2" marL="1371600" rtl="0" algn="l">
              <a:lnSpc>
                <a:spcPct val="100000"/>
              </a:lnSpc>
              <a:spcBef>
                <a:spcPts val="2200"/>
              </a:spcBef>
              <a:spcAft>
                <a:spcPts val="0"/>
              </a:spcAft>
              <a:buClr>
                <a:schemeClr val="dk1"/>
              </a:buClr>
              <a:buSzPts val="2200"/>
              <a:buNone/>
              <a:defRPr b="0" i="0" sz="2200">
                <a:latin typeface="Arial"/>
                <a:ea typeface="Arial"/>
                <a:cs typeface="Arial"/>
                <a:sym typeface="Arial"/>
              </a:defRPr>
            </a:lvl3pPr>
            <a:lvl4pPr indent="-228600" lvl="3" marL="1828800" rtl="0" algn="l">
              <a:lnSpc>
                <a:spcPct val="100000"/>
              </a:lnSpc>
              <a:spcBef>
                <a:spcPts val="2200"/>
              </a:spcBef>
              <a:spcAft>
                <a:spcPts val="0"/>
              </a:spcAft>
              <a:buClr>
                <a:schemeClr val="dk1"/>
              </a:buClr>
              <a:buSzPts val="2200"/>
              <a:buNone/>
              <a:defRPr b="0" i="0" sz="2200">
                <a:latin typeface="Arial"/>
                <a:ea typeface="Arial"/>
                <a:cs typeface="Arial"/>
                <a:sym typeface="Arial"/>
              </a:defRPr>
            </a:lvl4pPr>
            <a:lvl5pPr indent="-228600" lvl="4" marL="2286000" rtl="0" algn="l">
              <a:lnSpc>
                <a:spcPct val="100000"/>
              </a:lnSpc>
              <a:spcBef>
                <a:spcPts val="2200"/>
              </a:spcBef>
              <a:spcAft>
                <a:spcPts val="0"/>
              </a:spcAft>
              <a:buClr>
                <a:schemeClr val="dk1"/>
              </a:buClr>
              <a:buSzPts val="2200"/>
              <a:buNone/>
              <a:defRPr b="0" i="0" sz="2200">
                <a:latin typeface="Arial"/>
                <a:ea typeface="Arial"/>
                <a:cs typeface="Arial"/>
                <a:sym typeface="Arial"/>
              </a:defRPr>
            </a:lvl5pPr>
            <a:lvl6pPr indent="-273050" lvl="5" marL="2743200" rtl="0" algn="l">
              <a:lnSpc>
                <a:spcPct val="90000"/>
              </a:lnSpc>
              <a:spcBef>
                <a:spcPts val="22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Effect filter="fade" transition="in">
                                      <p:cBhvr>
                                        <p:cTn dur="500"/>
                                        <p:tgtEl>
                                          <p:spTgt spid="10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Effect filter="fade" transition="in">
                                      <p:cBhvr>
                                        <p:cTn dur="500"/>
                                        <p:tgtEl>
                                          <p:spTgt spid="10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Effect filter="fade" transition="in">
                                      <p:cBhvr>
                                        <p:cTn dur="500"/>
                                        <p:tgtEl>
                                          <p:spTgt spid="10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animEffect filter="fade" transition="in">
                                      <p:cBhvr>
                                        <p:cTn dur="500"/>
                                        <p:tgtEl>
                                          <p:spTgt spid="109">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animEffect filter="fade" transition="in">
                                      <p:cBhvr>
                                        <p:cTn dur="500"/>
                                        <p:tgtEl>
                                          <p:spTgt spid="109">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animEffect filter="fade" transition="in">
                                      <p:cBhvr>
                                        <p:cTn dur="500"/>
                                        <p:tgtEl>
                                          <p:spTgt spid="109">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animEffect filter="fade" transition="in">
                                      <p:cBhvr>
                                        <p:cTn dur="500"/>
                                        <p:tgtEl>
                                          <p:spTgt spid="109">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animEffect filter="fade" transition="in">
                                      <p:cBhvr>
                                        <p:cTn dur="500"/>
                                        <p:tgtEl>
                                          <p:spTgt spid="109">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animEffect filter="fade" transition="in">
                                      <p:cBhvr>
                                        <p:cTn dur="500"/>
                                        <p:tgtEl>
                                          <p:spTgt spid="10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Body (1:1)">
  <p:cSld name="Title; Body (1:1) 2">
    <p:spTree>
      <p:nvGrpSpPr>
        <p:cNvPr id="110" name="Shape 110"/>
        <p:cNvGrpSpPr/>
        <p:nvPr/>
      </p:nvGrpSpPr>
      <p:grpSpPr>
        <a:xfrm>
          <a:off x="0" y="0"/>
          <a:ext cx="0" cy="0"/>
          <a:chOff x="0" y="0"/>
          <a:chExt cx="0" cy="0"/>
        </a:xfrm>
      </p:grpSpPr>
      <p:pic>
        <p:nvPicPr>
          <p:cNvPr id="111" name="Google Shape;111;p28"/>
          <p:cNvPicPr preferRelativeResize="0"/>
          <p:nvPr/>
        </p:nvPicPr>
        <p:blipFill rotWithShape="1">
          <a:blip r:embed="rId2">
            <a:alphaModFix/>
          </a:blip>
          <a:srcRect b="0" l="0" r="0" t="0"/>
          <a:stretch/>
        </p:blipFill>
        <p:spPr>
          <a:xfrm>
            <a:off x="595" y="0"/>
            <a:ext cx="9142808" cy="5142829"/>
          </a:xfrm>
          <a:prstGeom prst="rect">
            <a:avLst/>
          </a:prstGeom>
          <a:noFill/>
          <a:ln>
            <a:noFill/>
          </a:ln>
        </p:spPr>
      </p:pic>
      <p:sp>
        <p:nvSpPr>
          <p:cNvPr id="112" name="Google Shape;112;p28"/>
          <p:cNvSpPr txBox="1"/>
          <p:nvPr>
            <p:ph type="title"/>
          </p:nvPr>
        </p:nvSpPr>
        <p:spPr>
          <a:xfrm>
            <a:off x="457736" y="273844"/>
            <a:ext cx="3428700" cy="4570800"/>
          </a:xfrm>
          <a:prstGeom prst="rect">
            <a:avLst/>
          </a:prstGeom>
          <a:noFill/>
          <a:ln>
            <a:noFill/>
          </a:ln>
        </p:spPr>
        <p:txBody>
          <a:bodyPr anchorCtr="0" anchor="ctr" bIns="0" lIns="0" spcFirstLastPara="1" rIns="0" wrap="square" tIns="0">
            <a:noAutofit/>
          </a:bodyPr>
          <a:lstStyle>
            <a:lvl1pPr lvl="0" rtl="0" algn="r">
              <a:lnSpc>
                <a:spcPct val="90000"/>
              </a:lnSpc>
              <a:spcBef>
                <a:spcPts val="0"/>
              </a:spcBef>
              <a:spcAft>
                <a:spcPts val="0"/>
              </a:spcAft>
              <a:buClr>
                <a:schemeClr val="lt1"/>
              </a:buClr>
              <a:buSzPts val="3400"/>
              <a:buFont typeface="Arial"/>
              <a:buNone/>
              <a:defRPr b="0" i="0" sz="3400">
                <a:solidFill>
                  <a:schemeClr val="lt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13" name="Google Shape;113;p28"/>
          <p:cNvSpPr txBox="1"/>
          <p:nvPr>
            <p:ph idx="1" type="body"/>
          </p:nvPr>
        </p:nvSpPr>
        <p:spPr>
          <a:xfrm>
            <a:off x="5249972" y="286322"/>
            <a:ext cx="3436200" cy="45708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lt1"/>
              </a:buClr>
              <a:buSzPts val="2200"/>
              <a:buNone/>
              <a:defRPr b="0" i="0" sz="2200">
                <a:solidFill>
                  <a:schemeClr val="lt1"/>
                </a:solidFill>
                <a:latin typeface="Arial"/>
                <a:ea typeface="Arial"/>
                <a:cs typeface="Arial"/>
                <a:sym typeface="Arial"/>
              </a:defRPr>
            </a:lvl1pPr>
            <a:lvl2pPr indent="-228600" lvl="1" marL="9144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2pPr>
            <a:lvl3pPr indent="-228600" lvl="2" marL="13716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3pPr>
            <a:lvl4pPr indent="-228600" lvl="3" marL="18288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4pPr>
            <a:lvl5pPr indent="-228600" lvl="4" marL="2286000" rtl="0" algn="l">
              <a:lnSpc>
                <a:spcPct val="100000"/>
              </a:lnSpc>
              <a:spcBef>
                <a:spcPts val="2200"/>
              </a:spcBef>
              <a:spcAft>
                <a:spcPts val="0"/>
              </a:spcAft>
              <a:buClr>
                <a:schemeClr val="lt1"/>
              </a:buClr>
              <a:buSzPts val="2200"/>
              <a:buNone/>
              <a:defRPr b="0" i="0" sz="2200">
                <a:solidFill>
                  <a:schemeClr val="lt1"/>
                </a:solidFill>
                <a:latin typeface="Arial"/>
                <a:ea typeface="Arial"/>
                <a:cs typeface="Arial"/>
                <a:sym typeface="Arial"/>
              </a:defRPr>
            </a:lvl5pPr>
            <a:lvl6pPr indent="-273050" lvl="5" marL="2743200" rtl="0" algn="l">
              <a:lnSpc>
                <a:spcPct val="90000"/>
              </a:lnSpc>
              <a:spcBef>
                <a:spcPts val="22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animEffect filter="fade" transition="in">
                                      <p:cBhvr>
                                        <p:cTn dur="500"/>
                                        <p:tgtEl>
                                          <p:spTgt spid="11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animEffect filter="fade" transition="in">
                                      <p:cBhvr>
                                        <p:cTn dur="500"/>
                                        <p:tgtEl>
                                          <p:spTgt spid="11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animEffect filter="fade" transition="in">
                                      <p:cBhvr>
                                        <p:cTn dur="500"/>
                                        <p:tgtEl>
                                          <p:spTgt spid="11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animEffect filter="fade" transition="in">
                                      <p:cBhvr>
                                        <p:cTn dur="500"/>
                                        <p:tgtEl>
                                          <p:spTgt spid="11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animEffect filter="fade" transition="in">
                                      <p:cBhvr>
                                        <p:cTn dur="500"/>
                                        <p:tgtEl>
                                          <p:spTgt spid="11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animEffect filter="fade" transition="in">
                                      <p:cBhvr>
                                        <p:cTn dur="500"/>
                                        <p:tgtEl>
                                          <p:spTgt spid="11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6" st="6"/>
                                            </p:txEl>
                                          </p:spTgt>
                                        </p:tgtEl>
                                        <p:attrNameLst>
                                          <p:attrName>style.visibility</p:attrName>
                                        </p:attrNameLst>
                                      </p:cBhvr>
                                      <p:to>
                                        <p:strVal val="visible"/>
                                      </p:to>
                                    </p:set>
                                    <p:animEffect filter="fade" transition="in">
                                      <p:cBhvr>
                                        <p:cTn dur="500"/>
                                        <p:tgtEl>
                                          <p:spTgt spid="11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7" st="7"/>
                                            </p:txEl>
                                          </p:spTgt>
                                        </p:tgtEl>
                                        <p:attrNameLst>
                                          <p:attrName>style.visibility</p:attrName>
                                        </p:attrNameLst>
                                      </p:cBhvr>
                                      <p:to>
                                        <p:strVal val="visible"/>
                                      </p:to>
                                    </p:set>
                                    <p:animEffect filter="fade" transition="in">
                                      <p:cBhvr>
                                        <p:cTn dur="500"/>
                                        <p:tgtEl>
                                          <p:spTgt spid="11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3">
                                            <p:txEl>
                                              <p:pRg end="8" st="8"/>
                                            </p:txEl>
                                          </p:spTgt>
                                        </p:tgtEl>
                                        <p:attrNameLst>
                                          <p:attrName>style.visibility</p:attrName>
                                        </p:attrNameLst>
                                      </p:cBhvr>
                                      <p:to>
                                        <p:strVal val="visible"/>
                                      </p:to>
                                    </p:set>
                                    <p:animEffect filter="fade" transition="in">
                                      <p:cBhvr>
                                        <p:cTn dur="500"/>
                                        <p:tgtEl>
                                          <p:spTgt spid="11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Body 1:1 (Dark)">
  <p:cSld name="Title; Body 1:1 (Dark)">
    <p:bg>
      <p:bgPr>
        <a:solidFill>
          <a:schemeClr val="dk2"/>
        </a:solidFill>
      </p:bgPr>
    </p:bg>
    <p:spTree>
      <p:nvGrpSpPr>
        <p:cNvPr id="114" name="Shape 114"/>
        <p:cNvGrpSpPr/>
        <p:nvPr/>
      </p:nvGrpSpPr>
      <p:grpSpPr>
        <a:xfrm>
          <a:off x="0" y="0"/>
          <a:ext cx="0" cy="0"/>
          <a:chOff x="0" y="0"/>
          <a:chExt cx="0" cy="0"/>
        </a:xfrm>
      </p:grpSpPr>
      <p:sp>
        <p:nvSpPr>
          <p:cNvPr id="115" name="Google Shape;115;p29"/>
          <p:cNvSpPr txBox="1"/>
          <p:nvPr>
            <p:ph type="title"/>
          </p:nvPr>
        </p:nvSpPr>
        <p:spPr>
          <a:xfrm>
            <a:off x="457736" y="273844"/>
            <a:ext cx="3428700" cy="4570800"/>
          </a:xfrm>
          <a:prstGeom prst="rect">
            <a:avLst/>
          </a:prstGeom>
          <a:noFill/>
          <a:ln>
            <a:noFill/>
          </a:ln>
        </p:spPr>
        <p:txBody>
          <a:bodyPr anchorCtr="0" anchor="ctr" bIns="0" lIns="0" spcFirstLastPara="1" rIns="0" wrap="square" tIns="0">
            <a:noAutofit/>
          </a:bodyPr>
          <a:lstStyle>
            <a:lvl1pPr lvl="0" rtl="0" algn="r">
              <a:lnSpc>
                <a:spcPct val="90000"/>
              </a:lnSpc>
              <a:spcBef>
                <a:spcPts val="0"/>
              </a:spcBef>
              <a:spcAft>
                <a:spcPts val="0"/>
              </a:spcAft>
              <a:buClr>
                <a:schemeClr val="lt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16" name="Google Shape;116;p29"/>
          <p:cNvSpPr txBox="1"/>
          <p:nvPr>
            <p:ph idx="1" type="body"/>
          </p:nvPr>
        </p:nvSpPr>
        <p:spPr>
          <a:xfrm>
            <a:off x="5249972" y="286322"/>
            <a:ext cx="3436200" cy="45708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lt1"/>
              </a:buClr>
              <a:buSzPts val="2200"/>
              <a:buNone/>
              <a:defRPr b="0" i="0" sz="2200">
                <a:latin typeface="Arial"/>
                <a:ea typeface="Arial"/>
                <a:cs typeface="Arial"/>
                <a:sym typeface="Arial"/>
              </a:defRPr>
            </a:lvl1pPr>
            <a:lvl2pPr indent="-228600" lvl="1" marL="914400" rtl="0" algn="l">
              <a:lnSpc>
                <a:spcPct val="100000"/>
              </a:lnSpc>
              <a:spcBef>
                <a:spcPts val="2200"/>
              </a:spcBef>
              <a:spcAft>
                <a:spcPts val="0"/>
              </a:spcAft>
              <a:buClr>
                <a:schemeClr val="lt1"/>
              </a:buClr>
              <a:buSzPts val="2200"/>
              <a:buNone/>
              <a:defRPr b="0" i="0" sz="2200">
                <a:latin typeface="Arial"/>
                <a:ea typeface="Arial"/>
                <a:cs typeface="Arial"/>
                <a:sym typeface="Arial"/>
              </a:defRPr>
            </a:lvl2pPr>
            <a:lvl3pPr indent="-228600" lvl="2" marL="1371600" rtl="0" algn="l">
              <a:lnSpc>
                <a:spcPct val="100000"/>
              </a:lnSpc>
              <a:spcBef>
                <a:spcPts val="2200"/>
              </a:spcBef>
              <a:spcAft>
                <a:spcPts val="0"/>
              </a:spcAft>
              <a:buClr>
                <a:schemeClr val="lt1"/>
              </a:buClr>
              <a:buSzPts val="2200"/>
              <a:buNone/>
              <a:defRPr b="0" i="0" sz="2200">
                <a:latin typeface="Arial"/>
                <a:ea typeface="Arial"/>
                <a:cs typeface="Arial"/>
                <a:sym typeface="Arial"/>
              </a:defRPr>
            </a:lvl3pPr>
            <a:lvl4pPr indent="-228600" lvl="3" marL="1828800" rtl="0" algn="l">
              <a:lnSpc>
                <a:spcPct val="100000"/>
              </a:lnSpc>
              <a:spcBef>
                <a:spcPts val="2200"/>
              </a:spcBef>
              <a:spcAft>
                <a:spcPts val="0"/>
              </a:spcAft>
              <a:buClr>
                <a:schemeClr val="lt1"/>
              </a:buClr>
              <a:buSzPts val="2200"/>
              <a:buNone/>
              <a:defRPr b="0" i="0" sz="2200">
                <a:latin typeface="Arial"/>
                <a:ea typeface="Arial"/>
                <a:cs typeface="Arial"/>
                <a:sym typeface="Arial"/>
              </a:defRPr>
            </a:lvl4pPr>
            <a:lvl5pPr indent="-228600" lvl="4" marL="2286000" rtl="0" algn="l">
              <a:lnSpc>
                <a:spcPct val="100000"/>
              </a:lnSpc>
              <a:spcBef>
                <a:spcPts val="2200"/>
              </a:spcBef>
              <a:spcAft>
                <a:spcPts val="0"/>
              </a:spcAft>
              <a:buClr>
                <a:schemeClr val="lt1"/>
              </a:buClr>
              <a:buSzPts val="2200"/>
              <a:buNone/>
              <a:defRPr b="0" i="0" sz="2200">
                <a:latin typeface="Arial"/>
                <a:ea typeface="Arial"/>
                <a:cs typeface="Arial"/>
                <a:sym typeface="Arial"/>
              </a:defRPr>
            </a:lvl5pPr>
            <a:lvl6pPr indent="-273050" lvl="5" marL="2743200" rtl="0" algn="l">
              <a:lnSpc>
                <a:spcPct val="90000"/>
              </a:lnSpc>
              <a:spcBef>
                <a:spcPts val="2200"/>
              </a:spcBef>
              <a:spcAft>
                <a:spcPts val="0"/>
              </a:spcAft>
              <a:buClr>
                <a:schemeClr val="lt1"/>
              </a:buClr>
              <a:buSzPts val="700"/>
              <a:buChar char="•"/>
              <a:defRPr/>
            </a:lvl6pPr>
            <a:lvl7pPr indent="-273050" lvl="6" marL="3200400" rtl="0" algn="l">
              <a:lnSpc>
                <a:spcPct val="90000"/>
              </a:lnSpc>
              <a:spcBef>
                <a:spcPts val="400"/>
              </a:spcBef>
              <a:spcAft>
                <a:spcPts val="0"/>
              </a:spcAft>
              <a:buClr>
                <a:schemeClr val="lt1"/>
              </a:buClr>
              <a:buSzPts val="700"/>
              <a:buChar char="•"/>
              <a:defRPr/>
            </a:lvl7pPr>
            <a:lvl8pPr indent="-273050" lvl="7" marL="3657600" rtl="0" algn="l">
              <a:lnSpc>
                <a:spcPct val="90000"/>
              </a:lnSpc>
              <a:spcBef>
                <a:spcPts val="400"/>
              </a:spcBef>
              <a:spcAft>
                <a:spcPts val="0"/>
              </a:spcAft>
              <a:buClr>
                <a:schemeClr val="lt1"/>
              </a:buClr>
              <a:buSzPts val="700"/>
              <a:buChar char="•"/>
              <a:defRPr/>
            </a:lvl8pPr>
            <a:lvl9pPr indent="-273050" lvl="8" marL="4114800" rtl="0" algn="l">
              <a:lnSpc>
                <a:spcPct val="90000"/>
              </a:lnSpc>
              <a:spcBef>
                <a:spcPts val="400"/>
              </a:spcBef>
              <a:spcAft>
                <a:spcPts val="0"/>
              </a:spcAft>
              <a:buClr>
                <a:schemeClr val="lt1"/>
              </a:buClr>
              <a:buSzPts val="7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Effect filter="fade" transition="in">
                                      <p:cBhvr>
                                        <p:cTn dur="500"/>
                                        <p:tgtEl>
                                          <p:spTgt spid="11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Effect filter="fade" transition="in">
                                      <p:cBhvr>
                                        <p:cTn dur="500"/>
                                        <p:tgtEl>
                                          <p:spTgt spid="116">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animEffect filter="fade" transition="in">
                                      <p:cBhvr>
                                        <p:cTn dur="500"/>
                                        <p:tgtEl>
                                          <p:spTgt spid="116">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animEffect filter="fade" transition="in">
                                      <p:cBhvr>
                                        <p:cTn dur="500"/>
                                        <p:tgtEl>
                                          <p:spTgt spid="116">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animEffect filter="fade" transition="in">
                                      <p:cBhvr>
                                        <p:cTn dur="500"/>
                                        <p:tgtEl>
                                          <p:spTgt spid="116">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animEffect filter="fade" transition="in">
                                      <p:cBhvr>
                                        <p:cTn dur="500"/>
                                        <p:tgtEl>
                                          <p:spTgt spid="116">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animEffect filter="fade" transition="in">
                                      <p:cBhvr>
                                        <p:cTn dur="500"/>
                                        <p:tgtEl>
                                          <p:spTgt spid="116">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7" st="7"/>
                                            </p:txEl>
                                          </p:spTgt>
                                        </p:tgtEl>
                                        <p:attrNameLst>
                                          <p:attrName>style.visibility</p:attrName>
                                        </p:attrNameLst>
                                      </p:cBhvr>
                                      <p:to>
                                        <p:strVal val="visible"/>
                                      </p:to>
                                    </p:set>
                                    <p:animEffect filter="fade" transition="in">
                                      <p:cBhvr>
                                        <p:cTn dur="500"/>
                                        <p:tgtEl>
                                          <p:spTgt spid="116">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6">
                                            <p:txEl>
                                              <p:pRg end="8" st="8"/>
                                            </p:txEl>
                                          </p:spTgt>
                                        </p:tgtEl>
                                        <p:attrNameLst>
                                          <p:attrName>style.visibility</p:attrName>
                                        </p:attrNameLst>
                                      </p:cBhvr>
                                      <p:to>
                                        <p:strVal val="visible"/>
                                      </p:to>
                                    </p:set>
                                    <p:animEffect filter="fade" transition="in">
                                      <p:cBhvr>
                                        <p:cTn dur="500"/>
                                        <p:tgtEl>
                                          <p:spTgt spid="11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Impact Body 2">
  <p:cSld name="Impact Body 2">
    <p:spTree>
      <p:nvGrpSpPr>
        <p:cNvPr id="117" name="Shape 117"/>
        <p:cNvGrpSpPr/>
        <p:nvPr/>
      </p:nvGrpSpPr>
      <p:grpSpPr>
        <a:xfrm>
          <a:off x="0" y="0"/>
          <a:ext cx="0" cy="0"/>
          <a:chOff x="0" y="0"/>
          <a:chExt cx="0" cy="0"/>
        </a:xfrm>
      </p:grpSpPr>
      <p:sp>
        <p:nvSpPr>
          <p:cNvPr id="118" name="Google Shape;118;p30"/>
          <p:cNvSpPr txBox="1"/>
          <p:nvPr>
            <p:ph idx="1" type="body"/>
          </p:nvPr>
        </p:nvSpPr>
        <p:spPr>
          <a:xfrm>
            <a:off x="1143446" y="286322"/>
            <a:ext cx="6857100" cy="41148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dk1"/>
              </a:buClr>
              <a:buSzPts val="3400"/>
              <a:buNone/>
              <a:defRPr b="0" i="0" sz="3400">
                <a:latin typeface="Arial"/>
                <a:ea typeface="Arial"/>
                <a:cs typeface="Arial"/>
                <a:sym typeface="Arial"/>
              </a:defRPr>
            </a:lvl1pPr>
            <a:lvl2pPr indent="-228600" lvl="1" marL="914400" rtl="0" algn="l">
              <a:lnSpc>
                <a:spcPct val="100000"/>
              </a:lnSpc>
              <a:spcBef>
                <a:spcPts val="3400"/>
              </a:spcBef>
              <a:spcAft>
                <a:spcPts val="0"/>
              </a:spcAft>
              <a:buClr>
                <a:schemeClr val="dk1"/>
              </a:buClr>
              <a:buSzPts val="3400"/>
              <a:buNone/>
              <a:defRPr b="0" i="0" sz="3400">
                <a:latin typeface="Arial"/>
                <a:ea typeface="Arial"/>
                <a:cs typeface="Arial"/>
                <a:sym typeface="Arial"/>
              </a:defRPr>
            </a:lvl2pPr>
            <a:lvl3pPr indent="-228600" lvl="2" marL="1371600" rtl="0" algn="l">
              <a:lnSpc>
                <a:spcPct val="100000"/>
              </a:lnSpc>
              <a:spcBef>
                <a:spcPts val="3400"/>
              </a:spcBef>
              <a:spcAft>
                <a:spcPts val="0"/>
              </a:spcAft>
              <a:buClr>
                <a:schemeClr val="dk1"/>
              </a:buClr>
              <a:buSzPts val="3400"/>
              <a:buNone/>
              <a:defRPr b="0" i="0" sz="3400">
                <a:latin typeface="Arial"/>
                <a:ea typeface="Arial"/>
                <a:cs typeface="Arial"/>
                <a:sym typeface="Arial"/>
              </a:defRPr>
            </a:lvl3pPr>
            <a:lvl4pPr indent="-228600" lvl="3" marL="1828800" rtl="0" algn="l">
              <a:lnSpc>
                <a:spcPct val="100000"/>
              </a:lnSpc>
              <a:spcBef>
                <a:spcPts val="3400"/>
              </a:spcBef>
              <a:spcAft>
                <a:spcPts val="0"/>
              </a:spcAft>
              <a:buClr>
                <a:schemeClr val="dk1"/>
              </a:buClr>
              <a:buSzPts val="3400"/>
              <a:buNone/>
              <a:defRPr b="0" i="0" sz="3400">
                <a:latin typeface="Arial"/>
                <a:ea typeface="Arial"/>
                <a:cs typeface="Arial"/>
                <a:sym typeface="Arial"/>
              </a:defRPr>
            </a:lvl4pPr>
            <a:lvl5pPr indent="-228600" lvl="4" marL="2286000" rtl="0" algn="l">
              <a:lnSpc>
                <a:spcPct val="100000"/>
              </a:lnSpc>
              <a:spcBef>
                <a:spcPts val="3400"/>
              </a:spcBef>
              <a:spcAft>
                <a:spcPts val="0"/>
              </a:spcAft>
              <a:buClr>
                <a:schemeClr val="dk1"/>
              </a:buClr>
              <a:buSzPts val="3400"/>
              <a:buNone/>
              <a:defRPr b="0" i="0" sz="3400">
                <a:latin typeface="Arial"/>
                <a:ea typeface="Arial"/>
                <a:cs typeface="Arial"/>
                <a:sym typeface="Arial"/>
              </a:defRPr>
            </a:lvl5pPr>
            <a:lvl6pPr indent="-273050" lvl="5" marL="2743200" rtl="0" algn="l">
              <a:lnSpc>
                <a:spcPct val="90000"/>
              </a:lnSpc>
              <a:spcBef>
                <a:spcPts val="34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Impact Body (Dark)">
  <p:cSld name="Impact Body (Dark)">
    <p:bg>
      <p:bgPr>
        <a:solidFill>
          <a:schemeClr val="dk2"/>
        </a:solidFill>
      </p:bgPr>
    </p:bg>
    <p:spTree>
      <p:nvGrpSpPr>
        <p:cNvPr id="119" name="Shape 119"/>
        <p:cNvGrpSpPr/>
        <p:nvPr/>
      </p:nvGrpSpPr>
      <p:grpSpPr>
        <a:xfrm>
          <a:off x="0" y="0"/>
          <a:ext cx="0" cy="0"/>
          <a:chOff x="0" y="0"/>
          <a:chExt cx="0" cy="0"/>
        </a:xfrm>
      </p:grpSpPr>
      <p:sp>
        <p:nvSpPr>
          <p:cNvPr id="120" name="Google Shape;120;p31"/>
          <p:cNvSpPr txBox="1"/>
          <p:nvPr>
            <p:ph idx="1" type="body"/>
          </p:nvPr>
        </p:nvSpPr>
        <p:spPr>
          <a:xfrm>
            <a:off x="1829157" y="286322"/>
            <a:ext cx="5485800" cy="4286100"/>
          </a:xfrm>
          <a:prstGeom prst="rect">
            <a:avLst/>
          </a:prstGeom>
          <a:noFill/>
          <a:ln>
            <a:noFill/>
          </a:ln>
        </p:spPr>
        <p:txBody>
          <a:bodyPr anchorCtr="0" anchor="ctr" bIns="0" lIns="0" spcFirstLastPara="1" rIns="0" wrap="square" tIns="0">
            <a:noAutofit/>
          </a:bodyPr>
          <a:lstStyle>
            <a:lvl1pPr indent="-228600" lvl="0" marL="457200" rtl="0" algn="l">
              <a:lnSpc>
                <a:spcPct val="100000"/>
              </a:lnSpc>
              <a:spcBef>
                <a:spcPts val="0"/>
              </a:spcBef>
              <a:spcAft>
                <a:spcPts val="0"/>
              </a:spcAft>
              <a:buClr>
                <a:schemeClr val="lt1"/>
              </a:buClr>
              <a:buSzPts val="2200"/>
              <a:buNone/>
              <a:defRPr b="0" i="0" sz="2200">
                <a:latin typeface="Arial"/>
                <a:ea typeface="Arial"/>
                <a:cs typeface="Arial"/>
                <a:sym typeface="Arial"/>
              </a:defRPr>
            </a:lvl1pPr>
            <a:lvl2pPr indent="-228600" lvl="1" marL="914400" rtl="0" algn="l">
              <a:lnSpc>
                <a:spcPct val="100000"/>
              </a:lnSpc>
              <a:spcBef>
                <a:spcPts val="2200"/>
              </a:spcBef>
              <a:spcAft>
                <a:spcPts val="0"/>
              </a:spcAft>
              <a:buClr>
                <a:schemeClr val="lt1"/>
              </a:buClr>
              <a:buSzPts val="2200"/>
              <a:buNone/>
              <a:defRPr b="0" i="0" sz="2200">
                <a:latin typeface="Arial"/>
                <a:ea typeface="Arial"/>
                <a:cs typeface="Arial"/>
                <a:sym typeface="Arial"/>
              </a:defRPr>
            </a:lvl2pPr>
            <a:lvl3pPr indent="-228600" lvl="2" marL="1371600" rtl="0" algn="l">
              <a:lnSpc>
                <a:spcPct val="100000"/>
              </a:lnSpc>
              <a:spcBef>
                <a:spcPts val="2200"/>
              </a:spcBef>
              <a:spcAft>
                <a:spcPts val="0"/>
              </a:spcAft>
              <a:buClr>
                <a:schemeClr val="lt1"/>
              </a:buClr>
              <a:buSzPts val="2200"/>
              <a:buNone/>
              <a:defRPr b="0" i="0" sz="2200">
                <a:latin typeface="Arial"/>
                <a:ea typeface="Arial"/>
                <a:cs typeface="Arial"/>
                <a:sym typeface="Arial"/>
              </a:defRPr>
            </a:lvl3pPr>
            <a:lvl4pPr indent="-228600" lvl="3" marL="1828800" rtl="0" algn="l">
              <a:lnSpc>
                <a:spcPct val="100000"/>
              </a:lnSpc>
              <a:spcBef>
                <a:spcPts val="2200"/>
              </a:spcBef>
              <a:spcAft>
                <a:spcPts val="0"/>
              </a:spcAft>
              <a:buClr>
                <a:schemeClr val="lt1"/>
              </a:buClr>
              <a:buSzPts val="2200"/>
              <a:buNone/>
              <a:defRPr b="0" i="0" sz="2200">
                <a:latin typeface="Arial"/>
                <a:ea typeface="Arial"/>
                <a:cs typeface="Arial"/>
                <a:sym typeface="Arial"/>
              </a:defRPr>
            </a:lvl4pPr>
            <a:lvl5pPr indent="-228600" lvl="4" marL="2286000" rtl="0" algn="l">
              <a:lnSpc>
                <a:spcPct val="100000"/>
              </a:lnSpc>
              <a:spcBef>
                <a:spcPts val="2200"/>
              </a:spcBef>
              <a:spcAft>
                <a:spcPts val="0"/>
              </a:spcAft>
              <a:buClr>
                <a:schemeClr val="lt1"/>
              </a:buClr>
              <a:buSzPts val="2200"/>
              <a:buNone/>
              <a:defRPr b="0" i="0" sz="2200">
                <a:latin typeface="Arial"/>
                <a:ea typeface="Arial"/>
                <a:cs typeface="Arial"/>
                <a:sym typeface="Arial"/>
              </a:defRPr>
            </a:lvl5pPr>
            <a:lvl6pPr indent="-273050" lvl="5" marL="2743200" rtl="0" algn="l">
              <a:lnSpc>
                <a:spcPct val="90000"/>
              </a:lnSpc>
              <a:spcBef>
                <a:spcPts val="2200"/>
              </a:spcBef>
              <a:spcAft>
                <a:spcPts val="0"/>
              </a:spcAft>
              <a:buClr>
                <a:schemeClr val="lt1"/>
              </a:buClr>
              <a:buSzPts val="700"/>
              <a:buChar char="•"/>
              <a:defRPr/>
            </a:lvl6pPr>
            <a:lvl7pPr indent="-273050" lvl="6" marL="3200400" rtl="0" algn="l">
              <a:lnSpc>
                <a:spcPct val="90000"/>
              </a:lnSpc>
              <a:spcBef>
                <a:spcPts val="400"/>
              </a:spcBef>
              <a:spcAft>
                <a:spcPts val="0"/>
              </a:spcAft>
              <a:buClr>
                <a:schemeClr val="lt1"/>
              </a:buClr>
              <a:buSzPts val="700"/>
              <a:buChar char="•"/>
              <a:defRPr/>
            </a:lvl7pPr>
            <a:lvl8pPr indent="-273050" lvl="7" marL="3657600" rtl="0" algn="l">
              <a:lnSpc>
                <a:spcPct val="90000"/>
              </a:lnSpc>
              <a:spcBef>
                <a:spcPts val="400"/>
              </a:spcBef>
              <a:spcAft>
                <a:spcPts val="0"/>
              </a:spcAft>
              <a:buClr>
                <a:schemeClr val="lt1"/>
              </a:buClr>
              <a:buSzPts val="700"/>
              <a:buChar char="•"/>
              <a:defRPr/>
            </a:lvl8pPr>
            <a:lvl9pPr indent="-273050" lvl="8" marL="4114800" rtl="0" algn="l">
              <a:lnSpc>
                <a:spcPct val="90000"/>
              </a:lnSpc>
              <a:spcBef>
                <a:spcPts val="400"/>
              </a:spcBef>
              <a:spcAft>
                <a:spcPts val="0"/>
              </a:spcAft>
              <a:buClr>
                <a:schemeClr val="lt1"/>
              </a:buClr>
              <a:buSzPts val="7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type="secHead">
  <p:cSld name="SECTION_HEADER">
    <p:spTree>
      <p:nvGrpSpPr>
        <p:cNvPr id="121" name="Shape 121"/>
        <p:cNvGrpSpPr/>
        <p:nvPr/>
      </p:nvGrpSpPr>
      <p:grpSpPr>
        <a:xfrm>
          <a:off x="0" y="0"/>
          <a:ext cx="0" cy="0"/>
          <a:chOff x="0" y="0"/>
          <a:chExt cx="0" cy="0"/>
        </a:xfrm>
      </p:grpSpPr>
      <p:sp>
        <p:nvSpPr>
          <p:cNvPr id="122" name="Google Shape;122;p32"/>
          <p:cNvSpPr txBox="1"/>
          <p:nvPr>
            <p:ph type="title"/>
          </p:nvPr>
        </p:nvSpPr>
        <p:spPr>
          <a:xfrm>
            <a:off x="628650" y="1885950"/>
            <a:ext cx="7886700" cy="13716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4500"/>
              <a:buFont typeface="Arial"/>
              <a:buNone/>
              <a:defRPr b="0" i="0" sz="45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23" name="Google Shape;123;p32"/>
          <p:cNvSpPr txBox="1"/>
          <p:nvPr>
            <p:ph idx="1" type="body"/>
          </p:nvPr>
        </p:nvSpPr>
        <p:spPr>
          <a:xfrm>
            <a:off x="623888" y="3442098"/>
            <a:ext cx="7886700" cy="415500"/>
          </a:xfrm>
          <a:prstGeom prst="rect">
            <a:avLst/>
          </a:prstGeom>
          <a:noFill/>
          <a:ln>
            <a:noFill/>
          </a:ln>
        </p:spPr>
        <p:txBody>
          <a:bodyPr anchorCtr="0" anchor="t" bIns="0" lIns="0" spcFirstLastPara="1" rIns="0" wrap="square" tIns="0">
            <a:noAutofit/>
          </a:bodyPr>
          <a:lstStyle>
            <a:lvl1pPr indent="-228600" lvl="0" marL="457200" rtl="0" algn="ctr">
              <a:lnSpc>
                <a:spcPct val="130000"/>
              </a:lnSpc>
              <a:spcBef>
                <a:spcPts val="0"/>
              </a:spcBef>
              <a:spcAft>
                <a:spcPts val="0"/>
              </a:spcAft>
              <a:buClr>
                <a:schemeClr val="dk1"/>
              </a:buClr>
              <a:buSzPts val="1800"/>
              <a:buNone/>
              <a:defRPr b="1" i="0" sz="1800">
                <a:solidFill>
                  <a:schemeClr val="dk1"/>
                </a:solidFill>
                <a:latin typeface="Arial"/>
                <a:ea typeface="Arial"/>
                <a:cs typeface="Arial"/>
                <a:sym typeface="Arial"/>
              </a:defRPr>
            </a:lvl1pPr>
            <a:lvl2pPr indent="-228600" lvl="1" marL="914400" rtl="0" algn="l">
              <a:lnSpc>
                <a:spcPct val="130000"/>
              </a:lnSpc>
              <a:spcBef>
                <a:spcPts val="1800"/>
              </a:spcBef>
              <a:spcAft>
                <a:spcPts val="0"/>
              </a:spcAft>
              <a:buClr>
                <a:srgbClr val="8D8D8D"/>
              </a:buClr>
              <a:buSzPts val="1500"/>
              <a:buNone/>
              <a:defRPr sz="1500">
                <a:solidFill>
                  <a:srgbClr val="8D8D8D"/>
                </a:solidFill>
              </a:defRPr>
            </a:lvl2pPr>
            <a:lvl3pPr indent="-228600" lvl="2" marL="1371600" rtl="0" algn="l">
              <a:lnSpc>
                <a:spcPct val="130000"/>
              </a:lnSpc>
              <a:spcBef>
                <a:spcPts val="1800"/>
              </a:spcBef>
              <a:spcAft>
                <a:spcPts val="0"/>
              </a:spcAft>
              <a:buClr>
                <a:srgbClr val="8D8D8D"/>
              </a:buClr>
              <a:buSzPts val="1300"/>
              <a:buNone/>
              <a:defRPr sz="1300">
                <a:solidFill>
                  <a:srgbClr val="8D8D8D"/>
                </a:solidFill>
              </a:defRPr>
            </a:lvl3pPr>
            <a:lvl4pPr indent="-228600" lvl="3" marL="1828800" rtl="0" algn="l">
              <a:lnSpc>
                <a:spcPct val="130000"/>
              </a:lnSpc>
              <a:spcBef>
                <a:spcPts val="1800"/>
              </a:spcBef>
              <a:spcAft>
                <a:spcPts val="0"/>
              </a:spcAft>
              <a:buClr>
                <a:srgbClr val="8D8D8D"/>
              </a:buClr>
              <a:buSzPts val="1200"/>
              <a:buNone/>
              <a:defRPr sz="1200">
                <a:solidFill>
                  <a:srgbClr val="8D8D8D"/>
                </a:solidFill>
              </a:defRPr>
            </a:lvl4pPr>
            <a:lvl5pPr indent="-228600" lvl="4" marL="2286000" rtl="0" algn="l">
              <a:lnSpc>
                <a:spcPct val="130000"/>
              </a:lnSpc>
              <a:spcBef>
                <a:spcPts val="1800"/>
              </a:spcBef>
              <a:spcAft>
                <a:spcPts val="0"/>
              </a:spcAft>
              <a:buClr>
                <a:srgbClr val="8D8D8D"/>
              </a:buClr>
              <a:buSzPts val="1200"/>
              <a:buNone/>
              <a:defRPr sz="1200">
                <a:solidFill>
                  <a:srgbClr val="8D8D8D"/>
                </a:solidFill>
              </a:defRPr>
            </a:lvl5pPr>
            <a:lvl6pPr indent="-228600" lvl="5" marL="2743200" rtl="0" algn="l">
              <a:lnSpc>
                <a:spcPct val="90000"/>
              </a:lnSpc>
              <a:spcBef>
                <a:spcPts val="1800"/>
              </a:spcBef>
              <a:spcAft>
                <a:spcPts val="0"/>
              </a:spcAft>
              <a:buClr>
                <a:srgbClr val="8D8D8D"/>
              </a:buClr>
              <a:buSzPts val="1200"/>
              <a:buNone/>
              <a:defRPr sz="1200">
                <a:solidFill>
                  <a:srgbClr val="8D8D8D"/>
                </a:solidFill>
              </a:defRPr>
            </a:lvl6pPr>
            <a:lvl7pPr indent="-228600" lvl="6" marL="3200400" rtl="0" algn="l">
              <a:lnSpc>
                <a:spcPct val="90000"/>
              </a:lnSpc>
              <a:spcBef>
                <a:spcPts val="400"/>
              </a:spcBef>
              <a:spcAft>
                <a:spcPts val="0"/>
              </a:spcAft>
              <a:buClr>
                <a:srgbClr val="8D8D8D"/>
              </a:buClr>
              <a:buSzPts val="1200"/>
              <a:buNone/>
              <a:defRPr sz="1200">
                <a:solidFill>
                  <a:srgbClr val="8D8D8D"/>
                </a:solidFill>
              </a:defRPr>
            </a:lvl7pPr>
            <a:lvl8pPr indent="-228600" lvl="7" marL="3657600" rtl="0" algn="l">
              <a:lnSpc>
                <a:spcPct val="90000"/>
              </a:lnSpc>
              <a:spcBef>
                <a:spcPts val="400"/>
              </a:spcBef>
              <a:spcAft>
                <a:spcPts val="0"/>
              </a:spcAft>
              <a:buClr>
                <a:srgbClr val="8D8D8D"/>
              </a:buClr>
              <a:buSzPts val="1200"/>
              <a:buNone/>
              <a:defRPr sz="1200">
                <a:solidFill>
                  <a:srgbClr val="8D8D8D"/>
                </a:solidFill>
              </a:defRPr>
            </a:lvl8pPr>
            <a:lvl9pPr indent="-228600" lvl="8" marL="4114800" rtl="0" algn="l">
              <a:lnSpc>
                <a:spcPct val="90000"/>
              </a:lnSpc>
              <a:spcBef>
                <a:spcPts val="400"/>
              </a:spcBef>
              <a:spcAft>
                <a:spcPts val="0"/>
              </a:spcAft>
              <a:buClr>
                <a:srgbClr val="8D8D8D"/>
              </a:buClr>
              <a:buSzPts val="1200"/>
              <a:buNone/>
              <a:defRPr sz="1200">
                <a:solidFill>
                  <a:srgbClr val="8D8D8D"/>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Dark)">
  <p:cSld name="Section Title (Dark)">
    <p:bg>
      <p:bgPr>
        <a:solidFill>
          <a:schemeClr val="dk2"/>
        </a:solidFill>
      </p:bgPr>
    </p:bg>
    <p:spTree>
      <p:nvGrpSpPr>
        <p:cNvPr id="124" name="Shape 124"/>
        <p:cNvGrpSpPr/>
        <p:nvPr/>
      </p:nvGrpSpPr>
      <p:grpSpPr>
        <a:xfrm>
          <a:off x="0" y="0"/>
          <a:ext cx="0" cy="0"/>
          <a:chOff x="0" y="0"/>
          <a:chExt cx="0" cy="0"/>
        </a:xfrm>
      </p:grpSpPr>
      <p:sp>
        <p:nvSpPr>
          <p:cNvPr id="125" name="Google Shape;125;p33"/>
          <p:cNvSpPr txBox="1"/>
          <p:nvPr>
            <p:ph type="title"/>
          </p:nvPr>
        </p:nvSpPr>
        <p:spPr>
          <a:xfrm>
            <a:off x="628650" y="1885950"/>
            <a:ext cx="7886700" cy="13716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lt1"/>
              </a:buClr>
              <a:buSzPts val="4500"/>
              <a:buFont typeface="Arial"/>
              <a:buNone/>
              <a:defRPr b="0" i="0" sz="45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26" name="Google Shape;126;p33"/>
          <p:cNvSpPr txBox="1"/>
          <p:nvPr>
            <p:ph idx="1" type="body"/>
          </p:nvPr>
        </p:nvSpPr>
        <p:spPr>
          <a:xfrm>
            <a:off x="623888" y="3442098"/>
            <a:ext cx="7886700" cy="415500"/>
          </a:xfrm>
          <a:prstGeom prst="rect">
            <a:avLst/>
          </a:prstGeom>
          <a:noFill/>
          <a:ln>
            <a:noFill/>
          </a:ln>
        </p:spPr>
        <p:txBody>
          <a:bodyPr anchorCtr="0" anchor="t" bIns="0" lIns="0" spcFirstLastPara="1" rIns="0" wrap="square" tIns="0">
            <a:noAutofit/>
          </a:bodyPr>
          <a:lstStyle>
            <a:lvl1pPr indent="-228600" lvl="0" marL="457200" rtl="0" algn="ctr">
              <a:lnSpc>
                <a:spcPct val="130000"/>
              </a:lnSpc>
              <a:spcBef>
                <a:spcPts val="0"/>
              </a:spcBef>
              <a:spcAft>
                <a:spcPts val="0"/>
              </a:spcAft>
              <a:buClr>
                <a:schemeClr val="lt1"/>
              </a:buClr>
              <a:buSzPts val="1800"/>
              <a:buNone/>
              <a:defRPr sz="1800">
                <a:solidFill>
                  <a:schemeClr val="lt1"/>
                </a:solidFill>
              </a:defRPr>
            </a:lvl1pPr>
            <a:lvl2pPr indent="-228600" lvl="1" marL="914400" rtl="0" algn="l">
              <a:lnSpc>
                <a:spcPct val="130000"/>
              </a:lnSpc>
              <a:spcBef>
                <a:spcPts val="1800"/>
              </a:spcBef>
              <a:spcAft>
                <a:spcPts val="0"/>
              </a:spcAft>
              <a:buClr>
                <a:schemeClr val="lt1"/>
              </a:buClr>
              <a:buSzPts val="1500"/>
              <a:buNone/>
              <a:defRPr sz="1500">
                <a:solidFill>
                  <a:schemeClr val="lt1"/>
                </a:solidFill>
              </a:defRPr>
            </a:lvl2pPr>
            <a:lvl3pPr indent="-228600" lvl="2" marL="1371600" rtl="0" algn="l">
              <a:lnSpc>
                <a:spcPct val="130000"/>
              </a:lnSpc>
              <a:spcBef>
                <a:spcPts val="1800"/>
              </a:spcBef>
              <a:spcAft>
                <a:spcPts val="0"/>
              </a:spcAft>
              <a:buClr>
                <a:schemeClr val="lt1"/>
              </a:buClr>
              <a:buSzPts val="1300"/>
              <a:buNone/>
              <a:defRPr sz="1300">
                <a:solidFill>
                  <a:schemeClr val="lt1"/>
                </a:solidFill>
              </a:defRPr>
            </a:lvl3pPr>
            <a:lvl4pPr indent="-228600" lvl="3" marL="1828800" rtl="0" algn="l">
              <a:lnSpc>
                <a:spcPct val="130000"/>
              </a:lnSpc>
              <a:spcBef>
                <a:spcPts val="1800"/>
              </a:spcBef>
              <a:spcAft>
                <a:spcPts val="0"/>
              </a:spcAft>
              <a:buClr>
                <a:schemeClr val="lt1"/>
              </a:buClr>
              <a:buSzPts val="1200"/>
              <a:buNone/>
              <a:defRPr sz="1200">
                <a:solidFill>
                  <a:schemeClr val="lt1"/>
                </a:solidFill>
              </a:defRPr>
            </a:lvl4pPr>
            <a:lvl5pPr indent="-228600" lvl="4" marL="2286000" rtl="0" algn="l">
              <a:lnSpc>
                <a:spcPct val="130000"/>
              </a:lnSpc>
              <a:spcBef>
                <a:spcPts val="1800"/>
              </a:spcBef>
              <a:spcAft>
                <a:spcPts val="0"/>
              </a:spcAft>
              <a:buClr>
                <a:schemeClr val="lt1"/>
              </a:buClr>
              <a:buSzPts val="1200"/>
              <a:buNone/>
              <a:defRPr sz="1200">
                <a:solidFill>
                  <a:schemeClr val="lt1"/>
                </a:solidFill>
              </a:defRPr>
            </a:lvl5pPr>
            <a:lvl6pPr indent="-228600" lvl="5" marL="2743200" rtl="0" algn="l">
              <a:lnSpc>
                <a:spcPct val="90000"/>
              </a:lnSpc>
              <a:spcBef>
                <a:spcPts val="1800"/>
              </a:spcBef>
              <a:spcAft>
                <a:spcPts val="0"/>
              </a:spcAft>
              <a:buClr>
                <a:schemeClr val="lt1"/>
              </a:buClr>
              <a:buSzPts val="1200"/>
              <a:buNone/>
              <a:defRPr sz="1200">
                <a:solidFill>
                  <a:schemeClr val="lt1"/>
                </a:solidFill>
              </a:defRPr>
            </a:lvl6pPr>
            <a:lvl7pPr indent="-228600" lvl="6" marL="3200400" rtl="0" algn="l">
              <a:lnSpc>
                <a:spcPct val="90000"/>
              </a:lnSpc>
              <a:spcBef>
                <a:spcPts val="400"/>
              </a:spcBef>
              <a:spcAft>
                <a:spcPts val="0"/>
              </a:spcAft>
              <a:buClr>
                <a:schemeClr val="lt1"/>
              </a:buClr>
              <a:buSzPts val="1200"/>
              <a:buNone/>
              <a:defRPr sz="1200">
                <a:solidFill>
                  <a:schemeClr val="lt1"/>
                </a:solidFill>
              </a:defRPr>
            </a:lvl7pPr>
            <a:lvl8pPr indent="-228600" lvl="7" marL="3657600" rtl="0" algn="l">
              <a:lnSpc>
                <a:spcPct val="90000"/>
              </a:lnSpc>
              <a:spcBef>
                <a:spcPts val="400"/>
              </a:spcBef>
              <a:spcAft>
                <a:spcPts val="0"/>
              </a:spcAft>
              <a:buClr>
                <a:schemeClr val="lt1"/>
              </a:buClr>
              <a:buSzPts val="1200"/>
              <a:buNone/>
              <a:defRPr sz="1200">
                <a:solidFill>
                  <a:schemeClr val="lt1"/>
                </a:solidFill>
              </a:defRPr>
            </a:lvl8pPr>
            <a:lvl9pPr indent="-228600" lvl="8" marL="4114800" rtl="0" algn="l">
              <a:lnSpc>
                <a:spcPct val="90000"/>
              </a:lnSpc>
              <a:spcBef>
                <a:spcPts val="400"/>
              </a:spcBef>
              <a:spcAft>
                <a:spcPts val="0"/>
              </a:spcAft>
              <a:buClr>
                <a:schemeClr val="lt1"/>
              </a:buClr>
              <a:buSzPts val="1200"/>
              <a:buNone/>
              <a:defRPr sz="1200">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meline Start">
  <p:cSld name="Timeline Start">
    <p:spTree>
      <p:nvGrpSpPr>
        <p:cNvPr id="127" name="Shape 127"/>
        <p:cNvGrpSpPr/>
        <p:nvPr/>
      </p:nvGrpSpPr>
      <p:grpSpPr>
        <a:xfrm>
          <a:off x="0" y="0"/>
          <a:ext cx="0" cy="0"/>
          <a:chOff x="0" y="0"/>
          <a:chExt cx="0" cy="0"/>
        </a:xfrm>
      </p:grpSpPr>
      <p:sp>
        <p:nvSpPr>
          <p:cNvPr id="128" name="Google Shape;128;p34"/>
          <p:cNvSpPr txBox="1"/>
          <p:nvPr>
            <p:ph type="title"/>
          </p:nvPr>
        </p:nvSpPr>
        <p:spPr>
          <a:xfrm>
            <a:off x="1371421" y="2228850"/>
            <a:ext cx="68571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dk1"/>
              </a:buClr>
              <a:buSzPts val="4500"/>
              <a:buFont typeface="Arial"/>
              <a:buNone/>
              <a:defRPr b="0" i="0" sz="45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29" name="Google Shape;129;p34"/>
          <p:cNvSpPr txBox="1"/>
          <p:nvPr>
            <p:ph idx="1" type="body"/>
          </p:nvPr>
        </p:nvSpPr>
        <p:spPr>
          <a:xfrm>
            <a:off x="1371421" y="3024188"/>
            <a:ext cx="6857100" cy="4155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dk1"/>
              </a:buClr>
              <a:buSzPts val="1800"/>
              <a:buNone/>
              <a:defRPr b="1" i="0" sz="1800">
                <a:solidFill>
                  <a:schemeClr val="dk1"/>
                </a:solidFill>
                <a:latin typeface="Arial"/>
                <a:ea typeface="Arial"/>
                <a:cs typeface="Arial"/>
                <a:sym typeface="Arial"/>
              </a:defRPr>
            </a:lvl1pPr>
            <a:lvl2pPr indent="-228600" lvl="1" marL="914400" rtl="0" algn="l">
              <a:lnSpc>
                <a:spcPct val="130000"/>
              </a:lnSpc>
              <a:spcBef>
                <a:spcPts val="1800"/>
              </a:spcBef>
              <a:spcAft>
                <a:spcPts val="0"/>
              </a:spcAft>
              <a:buClr>
                <a:srgbClr val="8D8D8D"/>
              </a:buClr>
              <a:buSzPts val="1500"/>
              <a:buNone/>
              <a:defRPr sz="1500">
                <a:solidFill>
                  <a:srgbClr val="8D8D8D"/>
                </a:solidFill>
              </a:defRPr>
            </a:lvl2pPr>
            <a:lvl3pPr indent="-228600" lvl="2" marL="1371600" rtl="0" algn="l">
              <a:lnSpc>
                <a:spcPct val="130000"/>
              </a:lnSpc>
              <a:spcBef>
                <a:spcPts val="1800"/>
              </a:spcBef>
              <a:spcAft>
                <a:spcPts val="0"/>
              </a:spcAft>
              <a:buClr>
                <a:srgbClr val="8D8D8D"/>
              </a:buClr>
              <a:buSzPts val="1300"/>
              <a:buNone/>
              <a:defRPr sz="1300">
                <a:solidFill>
                  <a:srgbClr val="8D8D8D"/>
                </a:solidFill>
              </a:defRPr>
            </a:lvl3pPr>
            <a:lvl4pPr indent="-228600" lvl="3" marL="1828800" rtl="0" algn="l">
              <a:lnSpc>
                <a:spcPct val="130000"/>
              </a:lnSpc>
              <a:spcBef>
                <a:spcPts val="1800"/>
              </a:spcBef>
              <a:spcAft>
                <a:spcPts val="0"/>
              </a:spcAft>
              <a:buClr>
                <a:srgbClr val="8D8D8D"/>
              </a:buClr>
              <a:buSzPts val="1200"/>
              <a:buNone/>
              <a:defRPr sz="1200">
                <a:solidFill>
                  <a:srgbClr val="8D8D8D"/>
                </a:solidFill>
              </a:defRPr>
            </a:lvl4pPr>
            <a:lvl5pPr indent="-228600" lvl="4" marL="2286000" rtl="0" algn="l">
              <a:lnSpc>
                <a:spcPct val="130000"/>
              </a:lnSpc>
              <a:spcBef>
                <a:spcPts val="1800"/>
              </a:spcBef>
              <a:spcAft>
                <a:spcPts val="0"/>
              </a:spcAft>
              <a:buClr>
                <a:srgbClr val="8D8D8D"/>
              </a:buClr>
              <a:buSzPts val="1200"/>
              <a:buNone/>
              <a:defRPr sz="1200">
                <a:solidFill>
                  <a:srgbClr val="8D8D8D"/>
                </a:solidFill>
              </a:defRPr>
            </a:lvl5pPr>
            <a:lvl6pPr indent="-228600" lvl="5" marL="2743200" rtl="0" algn="l">
              <a:lnSpc>
                <a:spcPct val="90000"/>
              </a:lnSpc>
              <a:spcBef>
                <a:spcPts val="1800"/>
              </a:spcBef>
              <a:spcAft>
                <a:spcPts val="0"/>
              </a:spcAft>
              <a:buClr>
                <a:srgbClr val="8D8D8D"/>
              </a:buClr>
              <a:buSzPts val="1200"/>
              <a:buNone/>
              <a:defRPr sz="1200">
                <a:solidFill>
                  <a:srgbClr val="8D8D8D"/>
                </a:solidFill>
              </a:defRPr>
            </a:lvl6pPr>
            <a:lvl7pPr indent="-228600" lvl="6" marL="3200400" rtl="0" algn="l">
              <a:lnSpc>
                <a:spcPct val="90000"/>
              </a:lnSpc>
              <a:spcBef>
                <a:spcPts val="400"/>
              </a:spcBef>
              <a:spcAft>
                <a:spcPts val="0"/>
              </a:spcAft>
              <a:buClr>
                <a:srgbClr val="8D8D8D"/>
              </a:buClr>
              <a:buSzPts val="1200"/>
              <a:buNone/>
              <a:defRPr sz="1200">
                <a:solidFill>
                  <a:srgbClr val="8D8D8D"/>
                </a:solidFill>
              </a:defRPr>
            </a:lvl7pPr>
            <a:lvl8pPr indent="-228600" lvl="7" marL="3657600" rtl="0" algn="l">
              <a:lnSpc>
                <a:spcPct val="90000"/>
              </a:lnSpc>
              <a:spcBef>
                <a:spcPts val="400"/>
              </a:spcBef>
              <a:spcAft>
                <a:spcPts val="0"/>
              </a:spcAft>
              <a:buClr>
                <a:srgbClr val="8D8D8D"/>
              </a:buClr>
              <a:buSzPts val="1200"/>
              <a:buNone/>
              <a:defRPr sz="1200">
                <a:solidFill>
                  <a:srgbClr val="8D8D8D"/>
                </a:solidFill>
              </a:defRPr>
            </a:lvl8pPr>
            <a:lvl9pPr indent="-228600" lvl="8" marL="4114800" rtl="0" algn="l">
              <a:lnSpc>
                <a:spcPct val="90000"/>
              </a:lnSpc>
              <a:spcBef>
                <a:spcPts val="400"/>
              </a:spcBef>
              <a:spcAft>
                <a:spcPts val="0"/>
              </a:spcAft>
              <a:buClr>
                <a:srgbClr val="8D8D8D"/>
              </a:buClr>
              <a:buSzPts val="1200"/>
              <a:buNone/>
              <a:defRPr sz="1200">
                <a:solidFill>
                  <a:srgbClr val="8D8D8D"/>
                </a:solidFill>
              </a:defRPr>
            </a:lvl9pPr>
          </a:lstStyle>
          <a:p/>
        </p:txBody>
      </p:sp>
      <p:cxnSp>
        <p:nvCxnSpPr>
          <p:cNvPr id="130" name="Google Shape;130;p34"/>
          <p:cNvCxnSpPr/>
          <p:nvPr/>
        </p:nvCxnSpPr>
        <p:spPr>
          <a:xfrm>
            <a:off x="1139994" y="2486025"/>
            <a:ext cx="0" cy="2736900"/>
          </a:xfrm>
          <a:prstGeom prst="straightConnector1">
            <a:avLst/>
          </a:prstGeom>
          <a:noFill/>
          <a:ln cap="flat" cmpd="sng" w="50800">
            <a:solidFill>
              <a:schemeClr val="accent3"/>
            </a:solidFill>
            <a:prstDash val="solid"/>
            <a:miter lim="800000"/>
            <a:headEnd len="sm" w="sm" type="none"/>
            <a:tailEnd len="sm" w="sm" type="none"/>
          </a:ln>
        </p:spPr>
      </p:cxnSp>
      <p:grpSp>
        <p:nvGrpSpPr>
          <p:cNvPr id="131" name="Google Shape;131;p34"/>
          <p:cNvGrpSpPr/>
          <p:nvPr/>
        </p:nvGrpSpPr>
        <p:grpSpPr>
          <a:xfrm>
            <a:off x="1054882" y="2443627"/>
            <a:ext cx="170550" cy="170550"/>
            <a:chOff x="2813020" y="6516340"/>
            <a:chExt cx="454800" cy="454800"/>
          </a:xfrm>
        </p:grpSpPr>
        <p:sp>
          <p:nvSpPr>
            <p:cNvPr id="132" name="Google Shape;132;p34"/>
            <p:cNvSpPr/>
            <p:nvPr/>
          </p:nvSpPr>
          <p:spPr>
            <a:xfrm>
              <a:off x="2813020" y="6516340"/>
              <a:ext cx="454800" cy="454800"/>
            </a:xfrm>
            <a:prstGeom prst="ellipse">
              <a:avLst/>
            </a:prstGeom>
            <a:solidFill>
              <a:schemeClr val="l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sp>
          <p:nvSpPr>
            <p:cNvPr id="133" name="Google Shape;133;p34"/>
            <p:cNvSpPr/>
            <p:nvPr/>
          </p:nvSpPr>
          <p:spPr>
            <a:xfrm>
              <a:off x="2926080" y="6629400"/>
              <a:ext cx="228600" cy="228600"/>
            </a:xfrm>
            <a:prstGeom prst="ellipse">
              <a:avLst/>
            </a:prstGeom>
            <a:solidFill>
              <a:schemeClr val="accen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meline Start (Dark)">
  <p:cSld name="Timeline Start (Dark)">
    <p:bg>
      <p:bgPr>
        <a:solidFill>
          <a:schemeClr val="dk2"/>
        </a:solidFill>
      </p:bgPr>
    </p:bg>
    <p:spTree>
      <p:nvGrpSpPr>
        <p:cNvPr id="134" name="Shape 134"/>
        <p:cNvGrpSpPr/>
        <p:nvPr/>
      </p:nvGrpSpPr>
      <p:grpSpPr>
        <a:xfrm>
          <a:off x="0" y="0"/>
          <a:ext cx="0" cy="0"/>
          <a:chOff x="0" y="0"/>
          <a:chExt cx="0" cy="0"/>
        </a:xfrm>
      </p:grpSpPr>
      <p:sp>
        <p:nvSpPr>
          <p:cNvPr id="135" name="Google Shape;135;p35"/>
          <p:cNvSpPr txBox="1"/>
          <p:nvPr>
            <p:ph type="title"/>
          </p:nvPr>
        </p:nvSpPr>
        <p:spPr>
          <a:xfrm>
            <a:off x="1371421" y="2228850"/>
            <a:ext cx="68571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lt1"/>
              </a:buClr>
              <a:buSzPts val="4500"/>
              <a:buFont typeface="Arial"/>
              <a:buNone/>
              <a:defRPr b="0" i="0" sz="45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36" name="Google Shape;136;p35"/>
          <p:cNvSpPr txBox="1"/>
          <p:nvPr>
            <p:ph idx="1" type="body"/>
          </p:nvPr>
        </p:nvSpPr>
        <p:spPr>
          <a:xfrm>
            <a:off x="1371421" y="3024188"/>
            <a:ext cx="6857100" cy="4155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lt1"/>
              </a:buClr>
              <a:buSzPts val="1800"/>
              <a:buNone/>
              <a:defRPr b="1" i="0" sz="1800">
                <a:solidFill>
                  <a:schemeClr val="lt1"/>
                </a:solidFill>
                <a:latin typeface="Arial"/>
                <a:ea typeface="Arial"/>
                <a:cs typeface="Arial"/>
                <a:sym typeface="Arial"/>
              </a:defRPr>
            </a:lvl1pPr>
            <a:lvl2pPr indent="-228600" lvl="1" marL="914400" rtl="0" algn="l">
              <a:lnSpc>
                <a:spcPct val="130000"/>
              </a:lnSpc>
              <a:spcBef>
                <a:spcPts val="1800"/>
              </a:spcBef>
              <a:spcAft>
                <a:spcPts val="0"/>
              </a:spcAft>
              <a:buClr>
                <a:schemeClr val="lt1"/>
              </a:buClr>
              <a:buSzPts val="1500"/>
              <a:buNone/>
              <a:defRPr sz="1500">
                <a:solidFill>
                  <a:schemeClr val="lt1"/>
                </a:solidFill>
              </a:defRPr>
            </a:lvl2pPr>
            <a:lvl3pPr indent="-228600" lvl="2" marL="1371600" rtl="0" algn="l">
              <a:lnSpc>
                <a:spcPct val="130000"/>
              </a:lnSpc>
              <a:spcBef>
                <a:spcPts val="1800"/>
              </a:spcBef>
              <a:spcAft>
                <a:spcPts val="0"/>
              </a:spcAft>
              <a:buClr>
                <a:schemeClr val="lt1"/>
              </a:buClr>
              <a:buSzPts val="1300"/>
              <a:buNone/>
              <a:defRPr sz="1300">
                <a:solidFill>
                  <a:schemeClr val="lt1"/>
                </a:solidFill>
              </a:defRPr>
            </a:lvl3pPr>
            <a:lvl4pPr indent="-228600" lvl="3" marL="1828800" rtl="0" algn="l">
              <a:lnSpc>
                <a:spcPct val="130000"/>
              </a:lnSpc>
              <a:spcBef>
                <a:spcPts val="1800"/>
              </a:spcBef>
              <a:spcAft>
                <a:spcPts val="0"/>
              </a:spcAft>
              <a:buClr>
                <a:schemeClr val="lt1"/>
              </a:buClr>
              <a:buSzPts val="1200"/>
              <a:buNone/>
              <a:defRPr sz="1200">
                <a:solidFill>
                  <a:schemeClr val="lt1"/>
                </a:solidFill>
              </a:defRPr>
            </a:lvl4pPr>
            <a:lvl5pPr indent="-228600" lvl="4" marL="2286000" rtl="0" algn="l">
              <a:lnSpc>
                <a:spcPct val="130000"/>
              </a:lnSpc>
              <a:spcBef>
                <a:spcPts val="1800"/>
              </a:spcBef>
              <a:spcAft>
                <a:spcPts val="0"/>
              </a:spcAft>
              <a:buClr>
                <a:schemeClr val="lt1"/>
              </a:buClr>
              <a:buSzPts val="1200"/>
              <a:buNone/>
              <a:defRPr sz="1200">
                <a:solidFill>
                  <a:schemeClr val="lt1"/>
                </a:solidFill>
              </a:defRPr>
            </a:lvl5pPr>
            <a:lvl6pPr indent="-228600" lvl="5" marL="2743200" rtl="0" algn="l">
              <a:lnSpc>
                <a:spcPct val="90000"/>
              </a:lnSpc>
              <a:spcBef>
                <a:spcPts val="1800"/>
              </a:spcBef>
              <a:spcAft>
                <a:spcPts val="0"/>
              </a:spcAft>
              <a:buClr>
                <a:schemeClr val="lt1"/>
              </a:buClr>
              <a:buSzPts val="1200"/>
              <a:buNone/>
              <a:defRPr sz="1200">
                <a:solidFill>
                  <a:schemeClr val="lt1"/>
                </a:solidFill>
              </a:defRPr>
            </a:lvl6pPr>
            <a:lvl7pPr indent="-228600" lvl="6" marL="3200400" rtl="0" algn="l">
              <a:lnSpc>
                <a:spcPct val="90000"/>
              </a:lnSpc>
              <a:spcBef>
                <a:spcPts val="400"/>
              </a:spcBef>
              <a:spcAft>
                <a:spcPts val="0"/>
              </a:spcAft>
              <a:buClr>
                <a:schemeClr val="lt1"/>
              </a:buClr>
              <a:buSzPts val="1200"/>
              <a:buNone/>
              <a:defRPr sz="1200">
                <a:solidFill>
                  <a:schemeClr val="lt1"/>
                </a:solidFill>
              </a:defRPr>
            </a:lvl7pPr>
            <a:lvl8pPr indent="-228600" lvl="7" marL="3657600" rtl="0" algn="l">
              <a:lnSpc>
                <a:spcPct val="90000"/>
              </a:lnSpc>
              <a:spcBef>
                <a:spcPts val="400"/>
              </a:spcBef>
              <a:spcAft>
                <a:spcPts val="0"/>
              </a:spcAft>
              <a:buClr>
                <a:schemeClr val="lt1"/>
              </a:buClr>
              <a:buSzPts val="1200"/>
              <a:buNone/>
              <a:defRPr sz="1200">
                <a:solidFill>
                  <a:schemeClr val="lt1"/>
                </a:solidFill>
              </a:defRPr>
            </a:lvl8pPr>
            <a:lvl9pPr indent="-228600" lvl="8" marL="4114800" rtl="0" algn="l">
              <a:lnSpc>
                <a:spcPct val="90000"/>
              </a:lnSpc>
              <a:spcBef>
                <a:spcPts val="400"/>
              </a:spcBef>
              <a:spcAft>
                <a:spcPts val="0"/>
              </a:spcAft>
              <a:buClr>
                <a:schemeClr val="lt1"/>
              </a:buClr>
              <a:buSzPts val="1200"/>
              <a:buNone/>
              <a:defRPr sz="1200">
                <a:solidFill>
                  <a:schemeClr val="lt1"/>
                </a:solidFill>
              </a:defRPr>
            </a:lvl9pPr>
          </a:lstStyle>
          <a:p/>
        </p:txBody>
      </p:sp>
      <p:cxnSp>
        <p:nvCxnSpPr>
          <p:cNvPr id="137" name="Google Shape;137;p35"/>
          <p:cNvCxnSpPr/>
          <p:nvPr/>
        </p:nvCxnSpPr>
        <p:spPr>
          <a:xfrm>
            <a:off x="1139994" y="2486025"/>
            <a:ext cx="0" cy="2736900"/>
          </a:xfrm>
          <a:prstGeom prst="straightConnector1">
            <a:avLst/>
          </a:prstGeom>
          <a:noFill/>
          <a:ln cap="flat" cmpd="sng" w="50800">
            <a:solidFill>
              <a:schemeClr val="accent3"/>
            </a:solidFill>
            <a:prstDash val="solid"/>
            <a:miter lim="800000"/>
            <a:headEnd len="sm" w="sm" type="none"/>
            <a:tailEnd len="sm" w="sm" type="none"/>
          </a:ln>
        </p:spPr>
      </p:cxnSp>
      <p:grpSp>
        <p:nvGrpSpPr>
          <p:cNvPr id="138" name="Google Shape;138;p35"/>
          <p:cNvGrpSpPr/>
          <p:nvPr/>
        </p:nvGrpSpPr>
        <p:grpSpPr>
          <a:xfrm>
            <a:off x="1054882" y="2443627"/>
            <a:ext cx="170550" cy="170550"/>
            <a:chOff x="2813020" y="6516340"/>
            <a:chExt cx="454800" cy="454800"/>
          </a:xfrm>
        </p:grpSpPr>
        <p:sp>
          <p:nvSpPr>
            <p:cNvPr id="139" name="Google Shape;139;p35"/>
            <p:cNvSpPr/>
            <p:nvPr/>
          </p:nvSpPr>
          <p:spPr>
            <a:xfrm>
              <a:off x="2813020" y="6516340"/>
              <a:ext cx="454800" cy="454800"/>
            </a:xfrm>
            <a:prstGeom prst="ellipse">
              <a:avLst/>
            </a:prstGeom>
            <a:solidFill>
              <a:schemeClr val="dk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sp>
          <p:nvSpPr>
            <p:cNvPr id="140" name="Google Shape;140;p35"/>
            <p:cNvSpPr/>
            <p:nvPr/>
          </p:nvSpPr>
          <p:spPr>
            <a:xfrm>
              <a:off x="2926080" y="6629400"/>
              <a:ext cx="228600" cy="228600"/>
            </a:xfrm>
            <a:prstGeom prst="ellipse">
              <a:avLst/>
            </a:prstGeom>
            <a:solidFill>
              <a:schemeClr val="accen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meline Item">
  <p:cSld name="Timeline Item">
    <p:spTree>
      <p:nvGrpSpPr>
        <p:cNvPr id="141" name="Shape 141"/>
        <p:cNvGrpSpPr/>
        <p:nvPr/>
      </p:nvGrpSpPr>
      <p:grpSpPr>
        <a:xfrm>
          <a:off x="0" y="0"/>
          <a:ext cx="0" cy="0"/>
          <a:chOff x="0" y="0"/>
          <a:chExt cx="0" cy="0"/>
        </a:xfrm>
      </p:grpSpPr>
      <p:sp>
        <p:nvSpPr>
          <p:cNvPr id="142" name="Google Shape;142;p36"/>
          <p:cNvSpPr txBox="1"/>
          <p:nvPr>
            <p:ph type="title"/>
          </p:nvPr>
        </p:nvSpPr>
        <p:spPr>
          <a:xfrm>
            <a:off x="1371421" y="761238"/>
            <a:ext cx="6857100" cy="428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2200"/>
              <a:buFont typeface="Arial"/>
              <a:buNone/>
              <a:defRPr b="1" i="0" sz="22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43" name="Google Shape;143;p36"/>
          <p:cNvSpPr txBox="1"/>
          <p:nvPr>
            <p:ph idx="1" type="body"/>
          </p:nvPr>
        </p:nvSpPr>
        <p:spPr>
          <a:xfrm>
            <a:off x="1371421" y="1159669"/>
            <a:ext cx="6857100" cy="855000"/>
          </a:xfrm>
          <a:prstGeom prst="rect">
            <a:avLst/>
          </a:prstGeom>
          <a:noFill/>
          <a:ln>
            <a:noFill/>
          </a:ln>
        </p:spPr>
        <p:txBody>
          <a:bodyPr anchorCtr="0" anchor="t" bIns="0" lIns="0" spcFirstLastPara="1" rIns="0" wrap="square" tIns="0">
            <a:noAutofit/>
          </a:bodyPr>
          <a:lstStyle>
            <a:lvl1pPr indent="-368300" lvl="0" marL="457200" rtl="0" algn="l">
              <a:lnSpc>
                <a:spcPct val="100000"/>
              </a:lnSpc>
              <a:spcBef>
                <a:spcPts val="0"/>
              </a:spcBef>
              <a:spcAft>
                <a:spcPts val="0"/>
              </a:spcAft>
              <a:buClr>
                <a:schemeClr val="dk1"/>
              </a:buClr>
              <a:buSzPts val="2200"/>
              <a:buFont typeface="Arial"/>
              <a:buChar char="•"/>
              <a:defRPr b="0" i="0" sz="2200">
                <a:solidFill>
                  <a:schemeClr val="dk1"/>
                </a:solidFill>
                <a:latin typeface="Arial"/>
                <a:ea typeface="Arial"/>
                <a:cs typeface="Arial"/>
                <a:sym typeface="Arial"/>
              </a:defRPr>
            </a:lvl1pPr>
            <a:lvl2pPr indent="-228600" lvl="1" marL="914400" rtl="0" algn="l">
              <a:lnSpc>
                <a:spcPct val="130000"/>
              </a:lnSpc>
              <a:spcBef>
                <a:spcPts val="0"/>
              </a:spcBef>
              <a:spcAft>
                <a:spcPts val="0"/>
              </a:spcAft>
              <a:buClr>
                <a:srgbClr val="8D8D8D"/>
              </a:buClr>
              <a:buSzPts val="1500"/>
              <a:buNone/>
              <a:defRPr sz="1500">
                <a:solidFill>
                  <a:srgbClr val="8D8D8D"/>
                </a:solidFill>
              </a:defRPr>
            </a:lvl2pPr>
            <a:lvl3pPr indent="-228600" lvl="2" marL="1371600" rtl="0" algn="l">
              <a:lnSpc>
                <a:spcPct val="130000"/>
              </a:lnSpc>
              <a:spcBef>
                <a:spcPts val="1800"/>
              </a:spcBef>
              <a:spcAft>
                <a:spcPts val="0"/>
              </a:spcAft>
              <a:buClr>
                <a:srgbClr val="8D8D8D"/>
              </a:buClr>
              <a:buSzPts val="1300"/>
              <a:buNone/>
              <a:defRPr sz="1300">
                <a:solidFill>
                  <a:srgbClr val="8D8D8D"/>
                </a:solidFill>
              </a:defRPr>
            </a:lvl3pPr>
            <a:lvl4pPr indent="-228600" lvl="3" marL="1828800" rtl="0" algn="l">
              <a:lnSpc>
                <a:spcPct val="130000"/>
              </a:lnSpc>
              <a:spcBef>
                <a:spcPts val="1800"/>
              </a:spcBef>
              <a:spcAft>
                <a:spcPts val="0"/>
              </a:spcAft>
              <a:buClr>
                <a:srgbClr val="8D8D8D"/>
              </a:buClr>
              <a:buSzPts val="1200"/>
              <a:buNone/>
              <a:defRPr sz="1200">
                <a:solidFill>
                  <a:srgbClr val="8D8D8D"/>
                </a:solidFill>
              </a:defRPr>
            </a:lvl4pPr>
            <a:lvl5pPr indent="-228600" lvl="4" marL="2286000" rtl="0" algn="l">
              <a:lnSpc>
                <a:spcPct val="130000"/>
              </a:lnSpc>
              <a:spcBef>
                <a:spcPts val="1800"/>
              </a:spcBef>
              <a:spcAft>
                <a:spcPts val="0"/>
              </a:spcAft>
              <a:buClr>
                <a:srgbClr val="8D8D8D"/>
              </a:buClr>
              <a:buSzPts val="1200"/>
              <a:buNone/>
              <a:defRPr sz="1200">
                <a:solidFill>
                  <a:srgbClr val="8D8D8D"/>
                </a:solidFill>
              </a:defRPr>
            </a:lvl5pPr>
            <a:lvl6pPr indent="-228600" lvl="5" marL="2743200" rtl="0" algn="l">
              <a:lnSpc>
                <a:spcPct val="90000"/>
              </a:lnSpc>
              <a:spcBef>
                <a:spcPts val="1800"/>
              </a:spcBef>
              <a:spcAft>
                <a:spcPts val="0"/>
              </a:spcAft>
              <a:buClr>
                <a:srgbClr val="8D8D8D"/>
              </a:buClr>
              <a:buSzPts val="1200"/>
              <a:buNone/>
              <a:defRPr sz="1200">
                <a:solidFill>
                  <a:srgbClr val="8D8D8D"/>
                </a:solidFill>
              </a:defRPr>
            </a:lvl6pPr>
            <a:lvl7pPr indent="-228600" lvl="6" marL="3200400" rtl="0" algn="l">
              <a:lnSpc>
                <a:spcPct val="90000"/>
              </a:lnSpc>
              <a:spcBef>
                <a:spcPts val="400"/>
              </a:spcBef>
              <a:spcAft>
                <a:spcPts val="0"/>
              </a:spcAft>
              <a:buClr>
                <a:srgbClr val="8D8D8D"/>
              </a:buClr>
              <a:buSzPts val="1200"/>
              <a:buNone/>
              <a:defRPr sz="1200">
                <a:solidFill>
                  <a:srgbClr val="8D8D8D"/>
                </a:solidFill>
              </a:defRPr>
            </a:lvl7pPr>
            <a:lvl8pPr indent="-228600" lvl="7" marL="3657600" rtl="0" algn="l">
              <a:lnSpc>
                <a:spcPct val="90000"/>
              </a:lnSpc>
              <a:spcBef>
                <a:spcPts val="400"/>
              </a:spcBef>
              <a:spcAft>
                <a:spcPts val="0"/>
              </a:spcAft>
              <a:buClr>
                <a:srgbClr val="8D8D8D"/>
              </a:buClr>
              <a:buSzPts val="1200"/>
              <a:buNone/>
              <a:defRPr sz="1200">
                <a:solidFill>
                  <a:srgbClr val="8D8D8D"/>
                </a:solidFill>
              </a:defRPr>
            </a:lvl8pPr>
            <a:lvl9pPr indent="-228600" lvl="8" marL="4114800" rtl="0" algn="l">
              <a:lnSpc>
                <a:spcPct val="90000"/>
              </a:lnSpc>
              <a:spcBef>
                <a:spcPts val="400"/>
              </a:spcBef>
              <a:spcAft>
                <a:spcPts val="0"/>
              </a:spcAft>
              <a:buClr>
                <a:srgbClr val="8D8D8D"/>
              </a:buClr>
              <a:buSzPts val="1200"/>
              <a:buNone/>
              <a:defRPr sz="1200">
                <a:solidFill>
                  <a:srgbClr val="8D8D8D"/>
                </a:solidFill>
              </a:defRPr>
            </a:lvl9pPr>
          </a:lstStyle>
          <a:p/>
        </p:txBody>
      </p:sp>
      <p:cxnSp>
        <p:nvCxnSpPr>
          <p:cNvPr id="144" name="Google Shape;144;p36"/>
          <p:cNvCxnSpPr/>
          <p:nvPr/>
        </p:nvCxnSpPr>
        <p:spPr>
          <a:xfrm>
            <a:off x="1139994" y="-102870"/>
            <a:ext cx="0" cy="5325600"/>
          </a:xfrm>
          <a:prstGeom prst="straightConnector1">
            <a:avLst/>
          </a:prstGeom>
          <a:noFill/>
          <a:ln cap="flat" cmpd="sng" w="50800">
            <a:solidFill>
              <a:schemeClr val="accent3"/>
            </a:solidFill>
            <a:prstDash val="solid"/>
            <a:miter lim="800000"/>
            <a:headEnd len="sm" w="sm" type="none"/>
            <a:tailEnd len="sm" w="sm" type="none"/>
          </a:ln>
        </p:spPr>
      </p:cxnSp>
      <p:grpSp>
        <p:nvGrpSpPr>
          <p:cNvPr id="145" name="Google Shape;145;p36"/>
          <p:cNvGrpSpPr/>
          <p:nvPr/>
        </p:nvGrpSpPr>
        <p:grpSpPr>
          <a:xfrm>
            <a:off x="1054882" y="854041"/>
            <a:ext cx="170550" cy="170550"/>
            <a:chOff x="2813020" y="2277443"/>
            <a:chExt cx="454800" cy="454800"/>
          </a:xfrm>
        </p:grpSpPr>
        <p:sp>
          <p:nvSpPr>
            <p:cNvPr id="146" name="Google Shape;146;p36"/>
            <p:cNvSpPr/>
            <p:nvPr/>
          </p:nvSpPr>
          <p:spPr>
            <a:xfrm>
              <a:off x="2813020" y="2277443"/>
              <a:ext cx="454800" cy="454800"/>
            </a:xfrm>
            <a:prstGeom prst="ellipse">
              <a:avLst/>
            </a:prstGeom>
            <a:solidFill>
              <a:schemeClr val="l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sp>
          <p:nvSpPr>
            <p:cNvPr id="147" name="Google Shape;147;p36"/>
            <p:cNvSpPr/>
            <p:nvPr/>
          </p:nvSpPr>
          <p:spPr>
            <a:xfrm>
              <a:off x="2926080" y="2390503"/>
              <a:ext cx="228600" cy="228600"/>
            </a:xfrm>
            <a:prstGeom prst="ellipse">
              <a:avLst/>
            </a:prstGeom>
            <a:solidFill>
              <a:schemeClr val="accen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500"/>
                                        <p:tgtEl>
                                          <p:spTgt spid="14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animEffect filter="fade" transition="in">
                                      <p:cBhvr>
                                        <p:cTn dur="500"/>
                                        <p:tgtEl>
                                          <p:spTgt spid="14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animEffect filter="fade" transition="in">
                                      <p:cBhvr>
                                        <p:cTn dur="500"/>
                                        <p:tgtEl>
                                          <p:spTgt spid="14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animEffect filter="fade" transition="in">
                                      <p:cBhvr>
                                        <p:cTn dur="500"/>
                                        <p:tgtEl>
                                          <p:spTgt spid="14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animEffect filter="fade" transition="in">
                                      <p:cBhvr>
                                        <p:cTn dur="500"/>
                                        <p:tgtEl>
                                          <p:spTgt spid="14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animEffect filter="fade" transition="in">
                                      <p:cBhvr>
                                        <p:cTn dur="500"/>
                                        <p:tgtEl>
                                          <p:spTgt spid="14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animEffect filter="fade" transition="in">
                                      <p:cBhvr>
                                        <p:cTn dur="500"/>
                                        <p:tgtEl>
                                          <p:spTgt spid="14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7" st="7"/>
                                            </p:txEl>
                                          </p:spTgt>
                                        </p:tgtEl>
                                        <p:attrNameLst>
                                          <p:attrName>style.visibility</p:attrName>
                                        </p:attrNameLst>
                                      </p:cBhvr>
                                      <p:to>
                                        <p:strVal val="visible"/>
                                      </p:to>
                                    </p:set>
                                    <p:animEffect filter="fade" transition="in">
                                      <p:cBhvr>
                                        <p:cTn dur="500"/>
                                        <p:tgtEl>
                                          <p:spTgt spid="14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xEl>
                                              <p:pRg end="8" st="8"/>
                                            </p:txEl>
                                          </p:spTgt>
                                        </p:tgtEl>
                                        <p:attrNameLst>
                                          <p:attrName>style.visibility</p:attrName>
                                        </p:attrNameLst>
                                      </p:cBhvr>
                                      <p:to>
                                        <p:strVal val="visible"/>
                                      </p:to>
                                    </p:set>
                                    <p:animEffect filter="fade" transition="in">
                                      <p:cBhvr>
                                        <p:cTn dur="500"/>
                                        <p:tgtEl>
                                          <p:spTgt spid="14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meline Item (Dark)">
  <p:cSld name="Timeline Item (Dark)">
    <p:bg>
      <p:bgPr>
        <a:solidFill>
          <a:schemeClr val="dk2"/>
        </a:solidFill>
      </p:bgPr>
    </p:bg>
    <p:spTree>
      <p:nvGrpSpPr>
        <p:cNvPr id="148" name="Shape 148"/>
        <p:cNvGrpSpPr/>
        <p:nvPr/>
      </p:nvGrpSpPr>
      <p:grpSpPr>
        <a:xfrm>
          <a:off x="0" y="0"/>
          <a:ext cx="0" cy="0"/>
          <a:chOff x="0" y="0"/>
          <a:chExt cx="0" cy="0"/>
        </a:xfrm>
      </p:grpSpPr>
      <p:sp>
        <p:nvSpPr>
          <p:cNvPr id="149" name="Google Shape;149;p37"/>
          <p:cNvSpPr txBox="1"/>
          <p:nvPr>
            <p:ph type="title"/>
          </p:nvPr>
        </p:nvSpPr>
        <p:spPr>
          <a:xfrm>
            <a:off x="1371421" y="761238"/>
            <a:ext cx="6857100" cy="428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lt1"/>
              </a:buClr>
              <a:buSzPts val="2200"/>
              <a:buFont typeface="Arial"/>
              <a:buNone/>
              <a:defRPr b="1" i="0" sz="22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50" name="Google Shape;150;p37"/>
          <p:cNvSpPr txBox="1"/>
          <p:nvPr>
            <p:ph idx="1" type="body"/>
          </p:nvPr>
        </p:nvSpPr>
        <p:spPr>
          <a:xfrm>
            <a:off x="1371421" y="1159669"/>
            <a:ext cx="6857100" cy="855000"/>
          </a:xfrm>
          <a:prstGeom prst="rect">
            <a:avLst/>
          </a:prstGeom>
          <a:noFill/>
          <a:ln>
            <a:noFill/>
          </a:ln>
        </p:spPr>
        <p:txBody>
          <a:bodyPr anchorCtr="0" anchor="t" bIns="0" lIns="0" spcFirstLastPara="1" rIns="0" wrap="square" tIns="0">
            <a:noAutofit/>
          </a:bodyPr>
          <a:lstStyle>
            <a:lvl1pPr indent="-368300" lvl="0" marL="457200" rtl="0" algn="l">
              <a:lnSpc>
                <a:spcPct val="100000"/>
              </a:lnSpc>
              <a:spcBef>
                <a:spcPts val="0"/>
              </a:spcBef>
              <a:spcAft>
                <a:spcPts val="0"/>
              </a:spcAft>
              <a:buClr>
                <a:schemeClr val="lt1"/>
              </a:buClr>
              <a:buSzPts val="2200"/>
              <a:buFont typeface="Arial"/>
              <a:buChar char="•"/>
              <a:defRPr b="0" i="0" sz="2200">
                <a:solidFill>
                  <a:schemeClr val="lt1"/>
                </a:solidFill>
                <a:latin typeface="Arial"/>
                <a:ea typeface="Arial"/>
                <a:cs typeface="Arial"/>
                <a:sym typeface="Arial"/>
              </a:defRPr>
            </a:lvl1pPr>
            <a:lvl2pPr indent="-228600" lvl="1" marL="914400" rtl="0" algn="l">
              <a:lnSpc>
                <a:spcPct val="130000"/>
              </a:lnSpc>
              <a:spcBef>
                <a:spcPts val="0"/>
              </a:spcBef>
              <a:spcAft>
                <a:spcPts val="0"/>
              </a:spcAft>
              <a:buClr>
                <a:schemeClr val="lt1"/>
              </a:buClr>
              <a:buSzPts val="1500"/>
              <a:buNone/>
              <a:defRPr sz="1500">
                <a:solidFill>
                  <a:schemeClr val="lt1"/>
                </a:solidFill>
              </a:defRPr>
            </a:lvl2pPr>
            <a:lvl3pPr indent="-228600" lvl="2" marL="1371600" rtl="0" algn="l">
              <a:lnSpc>
                <a:spcPct val="130000"/>
              </a:lnSpc>
              <a:spcBef>
                <a:spcPts val="1800"/>
              </a:spcBef>
              <a:spcAft>
                <a:spcPts val="0"/>
              </a:spcAft>
              <a:buClr>
                <a:schemeClr val="lt1"/>
              </a:buClr>
              <a:buSzPts val="1300"/>
              <a:buNone/>
              <a:defRPr sz="1300">
                <a:solidFill>
                  <a:schemeClr val="lt1"/>
                </a:solidFill>
              </a:defRPr>
            </a:lvl3pPr>
            <a:lvl4pPr indent="-228600" lvl="3" marL="1828800" rtl="0" algn="l">
              <a:lnSpc>
                <a:spcPct val="130000"/>
              </a:lnSpc>
              <a:spcBef>
                <a:spcPts val="1800"/>
              </a:spcBef>
              <a:spcAft>
                <a:spcPts val="0"/>
              </a:spcAft>
              <a:buClr>
                <a:schemeClr val="lt1"/>
              </a:buClr>
              <a:buSzPts val="1200"/>
              <a:buNone/>
              <a:defRPr sz="1200">
                <a:solidFill>
                  <a:schemeClr val="lt1"/>
                </a:solidFill>
              </a:defRPr>
            </a:lvl4pPr>
            <a:lvl5pPr indent="-228600" lvl="4" marL="2286000" rtl="0" algn="l">
              <a:lnSpc>
                <a:spcPct val="130000"/>
              </a:lnSpc>
              <a:spcBef>
                <a:spcPts val="1800"/>
              </a:spcBef>
              <a:spcAft>
                <a:spcPts val="0"/>
              </a:spcAft>
              <a:buClr>
                <a:schemeClr val="lt1"/>
              </a:buClr>
              <a:buSzPts val="1200"/>
              <a:buNone/>
              <a:defRPr sz="1200">
                <a:solidFill>
                  <a:schemeClr val="lt1"/>
                </a:solidFill>
              </a:defRPr>
            </a:lvl5pPr>
            <a:lvl6pPr indent="-228600" lvl="5" marL="2743200" rtl="0" algn="l">
              <a:lnSpc>
                <a:spcPct val="90000"/>
              </a:lnSpc>
              <a:spcBef>
                <a:spcPts val="1800"/>
              </a:spcBef>
              <a:spcAft>
                <a:spcPts val="0"/>
              </a:spcAft>
              <a:buClr>
                <a:schemeClr val="lt1"/>
              </a:buClr>
              <a:buSzPts val="1200"/>
              <a:buNone/>
              <a:defRPr sz="1200">
                <a:solidFill>
                  <a:schemeClr val="lt1"/>
                </a:solidFill>
              </a:defRPr>
            </a:lvl6pPr>
            <a:lvl7pPr indent="-228600" lvl="6" marL="3200400" rtl="0" algn="l">
              <a:lnSpc>
                <a:spcPct val="90000"/>
              </a:lnSpc>
              <a:spcBef>
                <a:spcPts val="400"/>
              </a:spcBef>
              <a:spcAft>
                <a:spcPts val="0"/>
              </a:spcAft>
              <a:buClr>
                <a:schemeClr val="lt1"/>
              </a:buClr>
              <a:buSzPts val="1200"/>
              <a:buNone/>
              <a:defRPr sz="1200">
                <a:solidFill>
                  <a:schemeClr val="lt1"/>
                </a:solidFill>
              </a:defRPr>
            </a:lvl7pPr>
            <a:lvl8pPr indent="-228600" lvl="7" marL="3657600" rtl="0" algn="l">
              <a:lnSpc>
                <a:spcPct val="90000"/>
              </a:lnSpc>
              <a:spcBef>
                <a:spcPts val="400"/>
              </a:spcBef>
              <a:spcAft>
                <a:spcPts val="0"/>
              </a:spcAft>
              <a:buClr>
                <a:schemeClr val="lt1"/>
              </a:buClr>
              <a:buSzPts val="1200"/>
              <a:buNone/>
              <a:defRPr sz="1200">
                <a:solidFill>
                  <a:schemeClr val="lt1"/>
                </a:solidFill>
              </a:defRPr>
            </a:lvl8pPr>
            <a:lvl9pPr indent="-228600" lvl="8" marL="4114800" rtl="0" algn="l">
              <a:lnSpc>
                <a:spcPct val="90000"/>
              </a:lnSpc>
              <a:spcBef>
                <a:spcPts val="400"/>
              </a:spcBef>
              <a:spcAft>
                <a:spcPts val="0"/>
              </a:spcAft>
              <a:buClr>
                <a:schemeClr val="lt1"/>
              </a:buClr>
              <a:buSzPts val="1200"/>
              <a:buNone/>
              <a:defRPr sz="1200">
                <a:solidFill>
                  <a:schemeClr val="lt1"/>
                </a:solidFill>
              </a:defRPr>
            </a:lvl9pPr>
          </a:lstStyle>
          <a:p/>
        </p:txBody>
      </p:sp>
      <p:cxnSp>
        <p:nvCxnSpPr>
          <p:cNvPr id="151" name="Google Shape;151;p37"/>
          <p:cNvCxnSpPr/>
          <p:nvPr/>
        </p:nvCxnSpPr>
        <p:spPr>
          <a:xfrm>
            <a:off x="1139994" y="-102870"/>
            <a:ext cx="0" cy="5325600"/>
          </a:xfrm>
          <a:prstGeom prst="straightConnector1">
            <a:avLst/>
          </a:prstGeom>
          <a:noFill/>
          <a:ln cap="flat" cmpd="sng" w="50800">
            <a:solidFill>
              <a:schemeClr val="accent3"/>
            </a:solidFill>
            <a:prstDash val="solid"/>
            <a:miter lim="800000"/>
            <a:headEnd len="sm" w="sm" type="none"/>
            <a:tailEnd len="sm" w="sm" type="none"/>
          </a:ln>
        </p:spPr>
      </p:cxnSp>
      <p:grpSp>
        <p:nvGrpSpPr>
          <p:cNvPr id="152" name="Google Shape;152;p37"/>
          <p:cNvGrpSpPr/>
          <p:nvPr/>
        </p:nvGrpSpPr>
        <p:grpSpPr>
          <a:xfrm>
            <a:off x="1054882" y="854041"/>
            <a:ext cx="170550" cy="170550"/>
            <a:chOff x="2813020" y="2277443"/>
            <a:chExt cx="454800" cy="454800"/>
          </a:xfrm>
        </p:grpSpPr>
        <p:sp>
          <p:nvSpPr>
            <p:cNvPr id="153" name="Google Shape;153;p37"/>
            <p:cNvSpPr/>
            <p:nvPr/>
          </p:nvSpPr>
          <p:spPr>
            <a:xfrm>
              <a:off x="2813020" y="2277443"/>
              <a:ext cx="454800" cy="454800"/>
            </a:xfrm>
            <a:prstGeom prst="ellipse">
              <a:avLst/>
            </a:prstGeom>
            <a:solidFill>
              <a:schemeClr val="dk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sp>
          <p:nvSpPr>
            <p:cNvPr id="154" name="Google Shape;154;p37"/>
            <p:cNvSpPr/>
            <p:nvPr/>
          </p:nvSpPr>
          <p:spPr>
            <a:xfrm>
              <a:off x="2926080" y="2390503"/>
              <a:ext cx="228600" cy="228600"/>
            </a:xfrm>
            <a:prstGeom prst="ellipse">
              <a:avLst/>
            </a:prstGeom>
            <a:solidFill>
              <a:schemeClr val="accen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500"/>
                                        <p:tgtEl>
                                          <p:spTgt spid="15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500"/>
                                        <p:tgtEl>
                                          <p:spTgt spid="150">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500"/>
                                        <p:tgtEl>
                                          <p:spTgt spid="150">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500"/>
                                        <p:tgtEl>
                                          <p:spTgt spid="150">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500"/>
                                        <p:tgtEl>
                                          <p:spTgt spid="150">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500"/>
                                        <p:tgtEl>
                                          <p:spTgt spid="150">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animEffect filter="fade" transition="in">
                                      <p:cBhvr>
                                        <p:cTn dur="500"/>
                                        <p:tgtEl>
                                          <p:spTgt spid="150">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7" st="7"/>
                                            </p:txEl>
                                          </p:spTgt>
                                        </p:tgtEl>
                                        <p:attrNameLst>
                                          <p:attrName>style.visibility</p:attrName>
                                        </p:attrNameLst>
                                      </p:cBhvr>
                                      <p:to>
                                        <p:strVal val="visible"/>
                                      </p:to>
                                    </p:set>
                                    <p:animEffect filter="fade" transition="in">
                                      <p:cBhvr>
                                        <p:cTn dur="500"/>
                                        <p:tgtEl>
                                          <p:spTgt spid="150">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
                                            <p:txEl>
                                              <p:pRg end="8" st="8"/>
                                            </p:txEl>
                                          </p:spTgt>
                                        </p:tgtEl>
                                        <p:attrNameLst>
                                          <p:attrName>style.visibility</p:attrName>
                                        </p:attrNameLst>
                                      </p:cBhvr>
                                      <p:to>
                                        <p:strVal val="visible"/>
                                      </p:to>
                                    </p:set>
                                    <p:animEffect filter="fade" transition="in">
                                      <p:cBhvr>
                                        <p:cTn dur="500"/>
                                        <p:tgtEl>
                                          <p:spTgt spid="15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meline End">
  <p:cSld name="Timeline End">
    <p:spTree>
      <p:nvGrpSpPr>
        <p:cNvPr id="155" name="Shape 155"/>
        <p:cNvGrpSpPr/>
        <p:nvPr/>
      </p:nvGrpSpPr>
      <p:grpSpPr>
        <a:xfrm>
          <a:off x="0" y="0"/>
          <a:ext cx="0" cy="0"/>
          <a:chOff x="0" y="0"/>
          <a:chExt cx="0" cy="0"/>
        </a:xfrm>
      </p:grpSpPr>
      <p:sp>
        <p:nvSpPr>
          <p:cNvPr id="156" name="Google Shape;156;p38"/>
          <p:cNvSpPr txBox="1"/>
          <p:nvPr>
            <p:ph type="title"/>
          </p:nvPr>
        </p:nvSpPr>
        <p:spPr>
          <a:xfrm>
            <a:off x="1371421" y="761238"/>
            <a:ext cx="6857100" cy="428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2200"/>
              <a:buFont typeface="Arial"/>
              <a:buNone/>
              <a:defRPr b="1" i="0" sz="22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57" name="Google Shape;157;p38"/>
          <p:cNvSpPr txBox="1"/>
          <p:nvPr>
            <p:ph idx="1" type="body"/>
          </p:nvPr>
        </p:nvSpPr>
        <p:spPr>
          <a:xfrm>
            <a:off x="1371421" y="1159669"/>
            <a:ext cx="6857100" cy="855000"/>
          </a:xfrm>
          <a:prstGeom prst="rect">
            <a:avLst/>
          </a:prstGeom>
          <a:noFill/>
          <a:ln>
            <a:noFill/>
          </a:ln>
        </p:spPr>
        <p:txBody>
          <a:bodyPr anchorCtr="0" anchor="t" bIns="0" lIns="0" spcFirstLastPara="1" rIns="0" wrap="square" tIns="0">
            <a:noAutofit/>
          </a:bodyPr>
          <a:lstStyle>
            <a:lvl1pPr indent="-368300" lvl="0" marL="457200" rtl="0" algn="l">
              <a:lnSpc>
                <a:spcPct val="100000"/>
              </a:lnSpc>
              <a:spcBef>
                <a:spcPts val="0"/>
              </a:spcBef>
              <a:spcAft>
                <a:spcPts val="0"/>
              </a:spcAft>
              <a:buClr>
                <a:schemeClr val="dk1"/>
              </a:buClr>
              <a:buSzPts val="2200"/>
              <a:buFont typeface="Arial"/>
              <a:buChar char="•"/>
              <a:defRPr b="0" i="0" sz="2200">
                <a:solidFill>
                  <a:schemeClr val="dk1"/>
                </a:solidFill>
                <a:latin typeface="Arial"/>
                <a:ea typeface="Arial"/>
                <a:cs typeface="Arial"/>
                <a:sym typeface="Arial"/>
              </a:defRPr>
            </a:lvl1pPr>
            <a:lvl2pPr indent="-228600" lvl="1" marL="914400" rtl="0" algn="l">
              <a:lnSpc>
                <a:spcPct val="130000"/>
              </a:lnSpc>
              <a:spcBef>
                <a:spcPts val="0"/>
              </a:spcBef>
              <a:spcAft>
                <a:spcPts val="0"/>
              </a:spcAft>
              <a:buClr>
                <a:srgbClr val="8D8D8D"/>
              </a:buClr>
              <a:buSzPts val="1500"/>
              <a:buNone/>
              <a:defRPr sz="1500">
                <a:solidFill>
                  <a:srgbClr val="8D8D8D"/>
                </a:solidFill>
              </a:defRPr>
            </a:lvl2pPr>
            <a:lvl3pPr indent="-228600" lvl="2" marL="1371600" rtl="0" algn="l">
              <a:lnSpc>
                <a:spcPct val="130000"/>
              </a:lnSpc>
              <a:spcBef>
                <a:spcPts val="1800"/>
              </a:spcBef>
              <a:spcAft>
                <a:spcPts val="0"/>
              </a:spcAft>
              <a:buClr>
                <a:srgbClr val="8D8D8D"/>
              </a:buClr>
              <a:buSzPts val="1300"/>
              <a:buNone/>
              <a:defRPr sz="1300">
                <a:solidFill>
                  <a:srgbClr val="8D8D8D"/>
                </a:solidFill>
              </a:defRPr>
            </a:lvl3pPr>
            <a:lvl4pPr indent="-228600" lvl="3" marL="1828800" rtl="0" algn="l">
              <a:lnSpc>
                <a:spcPct val="130000"/>
              </a:lnSpc>
              <a:spcBef>
                <a:spcPts val="1800"/>
              </a:spcBef>
              <a:spcAft>
                <a:spcPts val="0"/>
              </a:spcAft>
              <a:buClr>
                <a:srgbClr val="8D8D8D"/>
              </a:buClr>
              <a:buSzPts val="1200"/>
              <a:buNone/>
              <a:defRPr sz="1200">
                <a:solidFill>
                  <a:srgbClr val="8D8D8D"/>
                </a:solidFill>
              </a:defRPr>
            </a:lvl4pPr>
            <a:lvl5pPr indent="-228600" lvl="4" marL="2286000" rtl="0" algn="l">
              <a:lnSpc>
                <a:spcPct val="130000"/>
              </a:lnSpc>
              <a:spcBef>
                <a:spcPts val="1800"/>
              </a:spcBef>
              <a:spcAft>
                <a:spcPts val="0"/>
              </a:spcAft>
              <a:buClr>
                <a:srgbClr val="8D8D8D"/>
              </a:buClr>
              <a:buSzPts val="1200"/>
              <a:buNone/>
              <a:defRPr sz="1200">
                <a:solidFill>
                  <a:srgbClr val="8D8D8D"/>
                </a:solidFill>
              </a:defRPr>
            </a:lvl5pPr>
            <a:lvl6pPr indent="-228600" lvl="5" marL="2743200" rtl="0" algn="l">
              <a:lnSpc>
                <a:spcPct val="90000"/>
              </a:lnSpc>
              <a:spcBef>
                <a:spcPts val="1800"/>
              </a:spcBef>
              <a:spcAft>
                <a:spcPts val="0"/>
              </a:spcAft>
              <a:buClr>
                <a:srgbClr val="8D8D8D"/>
              </a:buClr>
              <a:buSzPts val="1200"/>
              <a:buNone/>
              <a:defRPr sz="1200">
                <a:solidFill>
                  <a:srgbClr val="8D8D8D"/>
                </a:solidFill>
              </a:defRPr>
            </a:lvl6pPr>
            <a:lvl7pPr indent="-228600" lvl="6" marL="3200400" rtl="0" algn="l">
              <a:lnSpc>
                <a:spcPct val="90000"/>
              </a:lnSpc>
              <a:spcBef>
                <a:spcPts val="400"/>
              </a:spcBef>
              <a:spcAft>
                <a:spcPts val="0"/>
              </a:spcAft>
              <a:buClr>
                <a:srgbClr val="8D8D8D"/>
              </a:buClr>
              <a:buSzPts val="1200"/>
              <a:buNone/>
              <a:defRPr sz="1200">
                <a:solidFill>
                  <a:srgbClr val="8D8D8D"/>
                </a:solidFill>
              </a:defRPr>
            </a:lvl7pPr>
            <a:lvl8pPr indent="-228600" lvl="7" marL="3657600" rtl="0" algn="l">
              <a:lnSpc>
                <a:spcPct val="90000"/>
              </a:lnSpc>
              <a:spcBef>
                <a:spcPts val="400"/>
              </a:spcBef>
              <a:spcAft>
                <a:spcPts val="0"/>
              </a:spcAft>
              <a:buClr>
                <a:srgbClr val="8D8D8D"/>
              </a:buClr>
              <a:buSzPts val="1200"/>
              <a:buNone/>
              <a:defRPr sz="1200">
                <a:solidFill>
                  <a:srgbClr val="8D8D8D"/>
                </a:solidFill>
              </a:defRPr>
            </a:lvl8pPr>
            <a:lvl9pPr indent="-228600" lvl="8" marL="4114800" rtl="0" algn="l">
              <a:lnSpc>
                <a:spcPct val="90000"/>
              </a:lnSpc>
              <a:spcBef>
                <a:spcPts val="400"/>
              </a:spcBef>
              <a:spcAft>
                <a:spcPts val="0"/>
              </a:spcAft>
              <a:buClr>
                <a:srgbClr val="8D8D8D"/>
              </a:buClr>
              <a:buSzPts val="1200"/>
              <a:buNone/>
              <a:defRPr sz="1200">
                <a:solidFill>
                  <a:srgbClr val="8D8D8D"/>
                </a:solidFill>
              </a:defRPr>
            </a:lvl9pPr>
          </a:lstStyle>
          <a:p/>
        </p:txBody>
      </p:sp>
      <p:cxnSp>
        <p:nvCxnSpPr>
          <p:cNvPr id="158" name="Google Shape;158;p38"/>
          <p:cNvCxnSpPr>
            <a:endCxn id="159" idx="0"/>
          </p:cNvCxnSpPr>
          <p:nvPr/>
        </p:nvCxnSpPr>
        <p:spPr>
          <a:xfrm>
            <a:off x="1140143" y="-102861"/>
            <a:ext cx="0" cy="999300"/>
          </a:xfrm>
          <a:prstGeom prst="straightConnector1">
            <a:avLst/>
          </a:prstGeom>
          <a:noFill/>
          <a:ln cap="flat" cmpd="sng" w="50800">
            <a:solidFill>
              <a:schemeClr val="accent3"/>
            </a:solidFill>
            <a:prstDash val="solid"/>
            <a:miter lim="800000"/>
            <a:headEnd len="sm" w="sm" type="none"/>
            <a:tailEnd len="sm" w="sm" type="none"/>
          </a:ln>
        </p:spPr>
      </p:cxnSp>
      <p:grpSp>
        <p:nvGrpSpPr>
          <p:cNvPr id="160" name="Google Shape;160;p38"/>
          <p:cNvGrpSpPr/>
          <p:nvPr/>
        </p:nvGrpSpPr>
        <p:grpSpPr>
          <a:xfrm>
            <a:off x="1054104" y="853263"/>
            <a:ext cx="172125" cy="172125"/>
            <a:chOff x="2810944" y="2275367"/>
            <a:chExt cx="459000" cy="459000"/>
          </a:xfrm>
        </p:grpSpPr>
        <p:sp>
          <p:nvSpPr>
            <p:cNvPr id="161" name="Google Shape;161;p38"/>
            <p:cNvSpPr/>
            <p:nvPr/>
          </p:nvSpPr>
          <p:spPr>
            <a:xfrm>
              <a:off x="2810944" y="2275367"/>
              <a:ext cx="459000" cy="459000"/>
            </a:xfrm>
            <a:prstGeom prst="ellipse">
              <a:avLst/>
            </a:prstGeom>
            <a:solidFill>
              <a:schemeClr val="l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sp>
          <p:nvSpPr>
            <p:cNvPr id="159" name="Google Shape;159;p38"/>
            <p:cNvSpPr/>
            <p:nvPr/>
          </p:nvSpPr>
          <p:spPr>
            <a:xfrm>
              <a:off x="2926080" y="2390503"/>
              <a:ext cx="228600" cy="228600"/>
            </a:xfrm>
            <a:prstGeom prst="ellipse">
              <a:avLst/>
            </a:prstGeom>
            <a:solidFill>
              <a:schemeClr val="accen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meline End (Dark)">
  <p:cSld name="Timeline End (Dark)">
    <p:bg>
      <p:bgPr>
        <a:solidFill>
          <a:schemeClr val="dk2"/>
        </a:solidFill>
      </p:bgPr>
    </p:bg>
    <p:spTree>
      <p:nvGrpSpPr>
        <p:cNvPr id="162" name="Shape 162"/>
        <p:cNvGrpSpPr/>
        <p:nvPr/>
      </p:nvGrpSpPr>
      <p:grpSpPr>
        <a:xfrm>
          <a:off x="0" y="0"/>
          <a:ext cx="0" cy="0"/>
          <a:chOff x="0" y="0"/>
          <a:chExt cx="0" cy="0"/>
        </a:xfrm>
      </p:grpSpPr>
      <p:sp>
        <p:nvSpPr>
          <p:cNvPr id="163" name="Google Shape;163;p39"/>
          <p:cNvSpPr txBox="1"/>
          <p:nvPr>
            <p:ph type="title"/>
          </p:nvPr>
        </p:nvSpPr>
        <p:spPr>
          <a:xfrm>
            <a:off x="1371421" y="761238"/>
            <a:ext cx="6857100" cy="428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lt1"/>
              </a:buClr>
              <a:buSzPts val="2200"/>
              <a:buFont typeface="Arial"/>
              <a:buNone/>
              <a:defRPr b="1" i="0" sz="22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64" name="Google Shape;164;p39"/>
          <p:cNvSpPr txBox="1"/>
          <p:nvPr>
            <p:ph idx="1" type="body"/>
          </p:nvPr>
        </p:nvSpPr>
        <p:spPr>
          <a:xfrm>
            <a:off x="1371421" y="1159669"/>
            <a:ext cx="6857100" cy="855000"/>
          </a:xfrm>
          <a:prstGeom prst="rect">
            <a:avLst/>
          </a:prstGeom>
          <a:noFill/>
          <a:ln>
            <a:noFill/>
          </a:ln>
        </p:spPr>
        <p:txBody>
          <a:bodyPr anchorCtr="0" anchor="t" bIns="0" lIns="0" spcFirstLastPara="1" rIns="0" wrap="square" tIns="0">
            <a:noAutofit/>
          </a:bodyPr>
          <a:lstStyle>
            <a:lvl1pPr indent="-368300" lvl="0" marL="457200" rtl="0" algn="l">
              <a:lnSpc>
                <a:spcPct val="100000"/>
              </a:lnSpc>
              <a:spcBef>
                <a:spcPts val="0"/>
              </a:spcBef>
              <a:spcAft>
                <a:spcPts val="0"/>
              </a:spcAft>
              <a:buClr>
                <a:schemeClr val="lt1"/>
              </a:buClr>
              <a:buSzPts val="2200"/>
              <a:buFont typeface="Arial"/>
              <a:buChar char="•"/>
              <a:defRPr b="0" i="0" sz="2200">
                <a:solidFill>
                  <a:schemeClr val="lt1"/>
                </a:solidFill>
                <a:latin typeface="Arial"/>
                <a:ea typeface="Arial"/>
                <a:cs typeface="Arial"/>
                <a:sym typeface="Arial"/>
              </a:defRPr>
            </a:lvl1pPr>
            <a:lvl2pPr indent="-228600" lvl="1" marL="914400" rtl="0" algn="l">
              <a:lnSpc>
                <a:spcPct val="130000"/>
              </a:lnSpc>
              <a:spcBef>
                <a:spcPts val="0"/>
              </a:spcBef>
              <a:spcAft>
                <a:spcPts val="0"/>
              </a:spcAft>
              <a:buClr>
                <a:schemeClr val="lt1"/>
              </a:buClr>
              <a:buSzPts val="1500"/>
              <a:buNone/>
              <a:defRPr sz="1500">
                <a:solidFill>
                  <a:schemeClr val="lt1"/>
                </a:solidFill>
              </a:defRPr>
            </a:lvl2pPr>
            <a:lvl3pPr indent="-228600" lvl="2" marL="1371600" rtl="0" algn="l">
              <a:lnSpc>
                <a:spcPct val="130000"/>
              </a:lnSpc>
              <a:spcBef>
                <a:spcPts val="1800"/>
              </a:spcBef>
              <a:spcAft>
                <a:spcPts val="0"/>
              </a:spcAft>
              <a:buClr>
                <a:schemeClr val="lt1"/>
              </a:buClr>
              <a:buSzPts val="1300"/>
              <a:buNone/>
              <a:defRPr sz="1300">
                <a:solidFill>
                  <a:schemeClr val="lt1"/>
                </a:solidFill>
              </a:defRPr>
            </a:lvl3pPr>
            <a:lvl4pPr indent="-228600" lvl="3" marL="1828800" rtl="0" algn="l">
              <a:lnSpc>
                <a:spcPct val="130000"/>
              </a:lnSpc>
              <a:spcBef>
                <a:spcPts val="1800"/>
              </a:spcBef>
              <a:spcAft>
                <a:spcPts val="0"/>
              </a:spcAft>
              <a:buClr>
                <a:schemeClr val="lt1"/>
              </a:buClr>
              <a:buSzPts val="1200"/>
              <a:buNone/>
              <a:defRPr sz="1200">
                <a:solidFill>
                  <a:schemeClr val="lt1"/>
                </a:solidFill>
              </a:defRPr>
            </a:lvl4pPr>
            <a:lvl5pPr indent="-228600" lvl="4" marL="2286000" rtl="0" algn="l">
              <a:lnSpc>
                <a:spcPct val="130000"/>
              </a:lnSpc>
              <a:spcBef>
                <a:spcPts val="1800"/>
              </a:spcBef>
              <a:spcAft>
                <a:spcPts val="0"/>
              </a:spcAft>
              <a:buClr>
                <a:schemeClr val="lt1"/>
              </a:buClr>
              <a:buSzPts val="1200"/>
              <a:buNone/>
              <a:defRPr sz="1200">
                <a:solidFill>
                  <a:schemeClr val="lt1"/>
                </a:solidFill>
              </a:defRPr>
            </a:lvl5pPr>
            <a:lvl6pPr indent="-228600" lvl="5" marL="2743200" rtl="0" algn="l">
              <a:lnSpc>
                <a:spcPct val="90000"/>
              </a:lnSpc>
              <a:spcBef>
                <a:spcPts val="1800"/>
              </a:spcBef>
              <a:spcAft>
                <a:spcPts val="0"/>
              </a:spcAft>
              <a:buClr>
                <a:schemeClr val="lt1"/>
              </a:buClr>
              <a:buSzPts val="1200"/>
              <a:buNone/>
              <a:defRPr sz="1200">
                <a:solidFill>
                  <a:schemeClr val="lt1"/>
                </a:solidFill>
              </a:defRPr>
            </a:lvl6pPr>
            <a:lvl7pPr indent="-228600" lvl="6" marL="3200400" rtl="0" algn="l">
              <a:lnSpc>
                <a:spcPct val="90000"/>
              </a:lnSpc>
              <a:spcBef>
                <a:spcPts val="400"/>
              </a:spcBef>
              <a:spcAft>
                <a:spcPts val="0"/>
              </a:spcAft>
              <a:buClr>
                <a:schemeClr val="lt1"/>
              </a:buClr>
              <a:buSzPts val="1200"/>
              <a:buNone/>
              <a:defRPr sz="1200">
                <a:solidFill>
                  <a:schemeClr val="lt1"/>
                </a:solidFill>
              </a:defRPr>
            </a:lvl7pPr>
            <a:lvl8pPr indent="-228600" lvl="7" marL="3657600" rtl="0" algn="l">
              <a:lnSpc>
                <a:spcPct val="90000"/>
              </a:lnSpc>
              <a:spcBef>
                <a:spcPts val="400"/>
              </a:spcBef>
              <a:spcAft>
                <a:spcPts val="0"/>
              </a:spcAft>
              <a:buClr>
                <a:schemeClr val="lt1"/>
              </a:buClr>
              <a:buSzPts val="1200"/>
              <a:buNone/>
              <a:defRPr sz="1200">
                <a:solidFill>
                  <a:schemeClr val="lt1"/>
                </a:solidFill>
              </a:defRPr>
            </a:lvl8pPr>
            <a:lvl9pPr indent="-228600" lvl="8" marL="4114800" rtl="0" algn="l">
              <a:lnSpc>
                <a:spcPct val="90000"/>
              </a:lnSpc>
              <a:spcBef>
                <a:spcPts val="400"/>
              </a:spcBef>
              <a:spcAft>
                <a:spcPts val="0"/>
              </a:spcAft>
              <a:buClr>
                <a:schemeClr val="lt1"/>
              </a:buClr>
              <a:buSzPts val="1200"/>
              <a:buNone/>
              <a:defRPr sz="1200">
                <a:solidFill>
                  <a:schemeClr val="lt1"/>
                </a:solidFill>
              </a:defRPr>
            </a:lvl9pPr>
          </a:lstStyle>
          <a:p/>
        </p:txBody>
      </p:sp>
      <p:cxnSp>
        <p:nvCxnSpPr>
          <p:cNvPr id="165" name="Google Shape;165;p39"/>
          <p:cNvCxnSpPr>
            <a:endCxn id="166" idx="0"/>
          </p:cNvCxnSpPr>
          <p:nvPr/>
        </p:nvCxnSpPr>
        <p:spPr>
          <a:xfrm>
            <a:off x="1140143" y="-102861"/>
            <a:ext cx="0" cy="999300"/>
          </a:xfrm>
          <a:prstGeom prst="straightConnector1">
            <a:avLst/>
          </a:prstGeom>
          <a:noFill/>
          <a:ln cap="flat" cmpd="sng" w="50800">
            <a:solidFill>
              <a:schemeClr val="accent3"/>
            </a:solidFill>
            <a:prstDash val="solid"/>
            <a:miter lim="800000"/>
            <a:headEnd len="sm" w="sm" type="none"/>
            <a:tailEnd len="sm" w="sm" type="none"/>
          </a:ln>
        </p:spPr>
      </p:cxnSp>
      <p:grpSp>
        <p:nvGrpSpPr>
          <p:cNvPr id="167" name="Google Shape;167;p39"/>
          <p:cNvGrpSpPr/>
          <p:nvPr/>
        </p:nvGrpSpPr>
        <p:grpSpPr>
          <a:xfrm>
            <a:off x="1054104" y="853263"/>
            <a:ext cx="172125" cy="172125"/>
            <a:chOff x="2810944" y="2275367"/>
            <a:chExt cx="459000" cy="459000"/>
          </a:xfrm>
        </p:grpSpPr>
        <p:sp>
          <p:nvSpPr>
            <p:cNvPr id="168" name="Google Shape;168;p39"/>
            <p:cNvSpPr/>
            <p:nvPr/>
          </p:nvSpPr>
          <p:spPr>
            <a:xfrm>
              <a:off x="2810944" y="2275367"/>
              <a:ext cx="459000" cy="459000"/>
            </a:xfrm>
            <a:prstGeom prst="ellipse">
              <a:avLst/>
            </a:prstGeom>
            <a:solidFill>
              <a:schemeClr val="dk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sp>
          <p:nvSpPr>
            <p:cNvPr id="166" name="Google Shape;166;p39"/>
            <p:cNvSpPr/>
            <p:nvPr/>
          </p:nvSpPr>
          <p:spPr>
            <a:xfrm>
              <a:off x="2926080" y="2390503"/>
              <a:ext cx="228600" cy="228600"/>
            </a:xfrm>
            <a:prstGeom prst="ellipse">
              <a:avLst/>
            </a:prstGeom>
            <a:solidFill>
              <a:schemeClr val="accent1"/>
            </a:solidFill>
            <a:ln>
              <a:noFill/>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500"/>
                                        <p:tgtEl>
                                          <p:spTgt spid="16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500"/>
                                        <p:tgtEl>
                                          <p:spTgt spid="16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500"/>
                                        <p:tgtEl>
                                          <p:spTgt spid="16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Effect filter="fade" transition="in">
                                      <p:cBhvr>
                                        <p:cTn dur="500"/>
                                        <p:tgtEl>
                                          <p:spTgt spid="16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Effect filter="fade" transition="in">
                                      <p:cBhvr>
                                        <p:cTn dur="500"/>
                                        <p:tgtEl>
                                          <p:spTgt spid="16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Effect filter="fade" transition="in">
                                      <p:cBhvr>
                                        <p:cTn dur="500"/>
                                        <p:tgtEl>
                                          <p:spTgt spid="16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animEffect filter="fade" transition="in">
                                      <p:cBhvr>
                                        <p:cTn dur="500"/>
                                        <p:tgtEl>
                                          <p:spTgt spid="16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7" st="7"/>
                                            </p:txEl>
                                          </p:spTgt>
                                        </p:tgtEl>
                                        <p:attrNameLst>
                                          <p:attrName>style.visibility</p:attrName>
                                        </p:attrNameLst>
                                      </p:cBhvr>
                                      <p:to>
                                        <p:strVal val="visible"/>
                                      </p:to>
                                    </p:set>
                                    <p:animEffect filter="fade" transition="in">
                                      <p:cBhvr>
                                        <p:cTn dur="500"/>
                                        <p:tgtEl>
                                          <p:spTgt spid="16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4">
                                            <p:txEl>
                                              <p:pRg end="8" st="8"/>
                                            </p:txEl>
                                          </p:spTgt>
                                        </p:tgtEl>
                                        <p:attrNameLst>
                                          <p:attrName>style.visibility</p:attrName>
                                        </p:attrNameLst>
                                      </p:cBhvr>
                                      <p:to>
                                        <p:strVal val="visible"/>
                                      </p:to>
                                    </p:set>
                                    <p:animEffect filter="fade" transition="in">
                                      <p:cBhvr>
                                        <p:cTn dur="500"/>
                                        <p:tgtEl>
                                          <p:spTgt spid="16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3-Col Body 1:1:1">
  <p:cSld name="Title; 3-Col Body 1:1:1 2">
    <p:spTree>
      <p:nvGrpSpPr>
        <p:cNvPr id="169" name="Shape 169"/>
        <p:cNvGrpSpPr/>
        <p:nvPr/>
      </p:nvGrpSpPr>
      <p:grpSpPr>
        <a:xfrm>
          <a:off x="0" y="0"/>
          <a:ext cx="0" cy="0"/>
          <a:chOff x="0" y="0"/>
          <a:chExt cx="0" cy="0"/>
        </a:xfrm>
      </p:grpSpPr>
      <p:sp>
        <p:nvSpPr>
          <p:cNvPr id="170" name="Google Shape;170;p40"/>
          <p:cNvSpPr txBox="1"/>
          <p:nvPr>
            <p:ph type="title"/>
          </p:nvPr>
        </p:nvSpPr>
        <p:spPr>
          <a:xfrm>
            <a:off x="457736" y="456057"/>
            <a:ext cx="8228400" cy="6858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chemeClr val="dk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71" name="Google Shape;171;p40"/>
          <p:cNvSpPr txBox="1"/>
          <p:nvPr>
            <p:ph idx="1" type="body"/>
          </p:nvPr>
        </p:nvSpPr>
        <p:spPr>
          <a:xfrm>
            <a:off x="800591"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
        <p:nvSpPr>
          <p:cNvPr id="172" name="Google Shape;172;p40"/>
          <p:cNvSpPr txBox="1"/>
          <p:nvPr>
            <p:ph idx="2" type="body"/>
          </p:nvPr>
        </p:nvSpPr>
        <p:spPr>
          <a:xfrm>
            <a:off x="3543434"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
        <p:nvSpPr>
          <p:cNvPr id="173" name="Google Shape;173;p40"/>
          <p:cNvSpPr txBox="1"/>
          <p:nvPr>
            <p:ph idx="3" type="body"/>
          </p:nvPr>
        </p:nvSpPr>
        <p:spPr>
          <a:xfrm>
            <a:off x="6286277"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dk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dk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dk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dk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dk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pic>
        <p:nvPicPr>
          <p:cNvPr id="174" name="Google Shape;174;p40"/>
          <p:cNvPicPr preferRelativeResize="0"/>
          <p:nvPr/>
        </p:nvPicPr>
        <p:blipFill/>
        <p:spPr>
          <a:xfrm>
            <a:off x="595" y="0"/>
            <a:ext cx="9142800" cy="5143500"/>
          </a:xfrm>
          <a:prstGeom prst="rect">
            <a:avLst/>
          </a:prstGeom>
          <a:solidFill>
            <a:srgbClr val="FFFFFF"/>
          </a:solid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3-Col Body 1:1:1 (Dark)">
  <p:cSld name="Title; 3-Col Body 1:1:1 (Dark)">
    <p:bg>
      <p:bgPr>
        <a:solidFill>
          <a:schemeClr val="dk2"/>
        </a:solidFill>
      </p:bgPr>
    </p:bg>
    <p:spTree>
      <p:nvGrpSpPr>
        <p:cNvPr id="175" name="Shape 175"/>
        <p:cNvGrpSpPr/>
        <p:nvPr/>
      </p:nvGrpSpPr>
      <p:grpSpPr>
        <a:xfrm>
          <a:off x="0" y="0"/>
          <a:ext cx="0" cy="0"/>
          <a:chOff x="0" y="0"/>
          <a:chExt cx="0" cy="0"/>
        </a:xfrm>
      </p:grpSpPr>
      <p:sp>
        <p:nvSpPr>
          <p:cNvPr id="176" name="Google Shape;176;p41"/>
          <p:cNvSpPr txBox="1"/>
          <p:nvPr>
            <p:ph type="title"/>
          </p:nvPr>
        </p:nvSpPr>
        <p:spPr>
          <a:xfrm>
            <a:off x="457736" y="456057"/>
            <a:ext cx="8228400" cy="6858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chemeClr val="lt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77" name="Google Shape;177;p41"/>
          <p:cNvSpPr txBox="1"/>
          <p:nvPr>
            <p:ph idx="1" type="body"/>
          </p:nvPr>
        </p:nvSpPr>
        <p:spPr>
          <a:xfrm>
            <a:off x="800591"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lt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lt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lt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lt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lt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lt1"/>
              </a:buClr>
              <a:buSzPts val="700"/>
              <a:buChar char="•"/>
              <a:defRPr/>
            </a:lvl6pPr>
            <a:lvl7pPr indent="-273050" lvl="6" marL="3200400" rtl="0" algn="l">
              <a:lnSpc>
                <a:spcPct val="90000"/>
              </a:lnSpc>
              <a:spcBef>
                <a:spcPts val="400"/>
              </a:spcBef>
              <a:spcAft>
                <a:spcPts val="0"/>
              </a:spcAft>
              <a:buClr>
                <a:schemeClr val="lt1"/>
              </a:buClr>
              <a:buSzPts val="700"/>
              <a:buChar char="•"/>
              <a:defRPr/>
            </a:lvl7pPr>
            <a:lvl8pPr indent="-273050" lvl="7" marL="3657600" rtl="0" algn="l">
              <a:lnSpc>
                <a:spcPct val="90000"/>
              </a:lnSpc>
              <a:spcBef>
                <a:spcPts val="400"/>
              </a:spcBef>
              <a:spcAft>
                <a:spcPts val="0"/>
              </a:spcAft>
              <a:buClr>
                <a:schemeClr val="lt1"/>
              </a:buClr>
              <a:buSzPts val="700"/>
              <a:buChar char="•"/>
              <a:defRPr/>
            </a:lvl8pPr>
            <a:lvl9pPr indent="-273050" lvl="8" marL="4114800" rtl="0" algn="l">
              <a:lnSpc>
                <a:spcPct val="90000"/>
              </a:lnSpc>
              <a:spcBef>
                <a:spcPts val="400"/>
              </a:spcBef>
              <a:spcAft>
                <a:spcPts val="0"/>
              </a:spcAft>
              <a:buClr>
                <a:schemeClr val="lt1"/>
              </a:buClr>
              <a:buSzPts val="700"/>
              <a:buChar char="•"/>
              <a:defRPr/>
            </a:lvl9pPr>
          </a:lstStyle>
          <a:p/>
        </p:txBody>
      </p:sp>
      <p:sp>
        <p:nvSpPr>
          <p:cNvPr id="178" name="Google Shape;178;p41"/>
          <p:cNvSpPr txBox="1"/>
          <p:nvPr>
            <p:ph idx="2" type="body"/>
          </p:nvPr>
        </p:nvSpPr>
        <p:spPr>
          <a:xfrm>
            <a:off x="3543434"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lt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lt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lt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lt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lt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lt1"/>
              </a:buClr>
              <a:buSzPts val="700"/>
              <a:buChar char="•"/>
              <a:defRPr/>
            </a:lvl6pPr>
            <a:lvl7pPr indent="-273050" lvl="6" marL="3200400" rtl="0" algn="l">
              <a:lnSpc>
                <a:spcPct val="90000"/>
              </a:lnSpc>
              <a:spcBef>
                <a:spcPts val="400"/>
              </a:spcBef>
              <a:spcAft>
                <a:spcPts val="0"/>
              </a:spcAft>
              <a:buClr>
                <a:schemeClr val="lt1"/>
              </a:buClr>
              <a:buSzPts val="700"/>
              <a:buChar char="•"/>
              <a:defRPr/>
            </a:lvl7pPr>
            <a:lvl8pPr indent="-273050" lvl="7" marL="3657600" rtl="0" algn="l">
              <a:lnSpc>
                <a:spcPct val="90000"/>
              </a:lnSpc>
              <a:spcBef>
                <a:spcPts val="400"/>
              </a:spcBef>
              <a:spcAft>
                <a:spcPts val="0"/>
              </a:spcAft>
              <a:buClr>
                <a:schemeClr val="lt1"/>
              </a:buClr>
              <a:buSzPts val="700"/>
              <a:buChar char="•"/>
              <a:defRPr/>
            </a:lvl8pPr>
            <a:lvl9pPr indent="-273050" lvl="8" marL="4114800" rtl="0" algn="l">
              <a:lnSpc>
                <a:spcPct val="90000"/>
              </a:lnSpc>
              <a:spcBef>
                <a:spcPts val="400"/>
              </a:spcBef>
              <a:spcAft>
                <a:spcPts val="0"/>
              </a:spcAft>
              <a:buClr>
                <a:schemeClr val="lt1"/>
              </a:buClr>
              <a:buSzPts val="700"/>
              <a:buChar char="•"/>
              <a:defRPr/>
            </a:lvl9pPr>
          </a:lstStyle>
          <a:p/>
        </p:txBody>
      </p:sp>
      <p:sp>
        <p:nvSpPr>
          <p:cNvPr id="179" name="Google Shape;179;p41"/>
          <p:cNvSpPr txBox="1"/>
          <p:nvPr>
            <p:ph idx="3" type="body"/>
          </p:nvPr>
        </p:nvSpPr>
        <p:spPr>
          <a:xfrm>
            <a:off x="6286277" y="1369219"/>
            <a:ext cx="2057100" cy="3263400"/>
          </a:xfrm>
          <a:prstGeom prst="rect">
            <a:avLst/>
          </a:prstGeom>
          <a:noFill/>
          <a:ln>
            <a:noFill/>
          </a:ln>
        </p:spPr>
        <p:txBody>
          <a:bodyPr anchorCtr="0" anchor="b" bIns="0" lIns="0" spcFirstLastPara="1" rIns="0" wrap="square" tIns="0">
            <a:noAutofit/>
          </a:bodyPr>
          <a:lstStyle>
            <a:lvl1pPr indent="-228600" lvl="0" marL="457200" rtl="0" algn="ctr">
              <a:lnSpc>
                <a:spcPct val="120000"/>
              </a:lnSpc>
              <a:spcBef>
                <a:spcPts val="0"/>
              </a:spcBef>
              <a:spcAft>
                <a:spcPts val="0"/>
              </a:spcAft>
              <a:buClr>
                <a:schemeClr val="lt1"/>
              </a:buClr>
              <a:buSzPts val="1300"/>
              <a:buNone/>
              <a:defRPr b="0" i="0" sz="1300">
                <a:latin typeface="Arial"/>
                <a:ea typeface="Arial"/>
                <a:cs typeface="Arial"/>
                <a:sym typeface="Arial"/>
              </a:defRPr>
            </a:lvl1pPr>
            <a:lvl2pPr indent="-228600" lvl="1" marL="914400" rtl="0" algn="ctr">
              <a:lnSpc>
                <a:spcPct val="120000"/>
              </a:lnSpc>
              <a:spcBef>
                <a:spcPts val="1300"/>
              </a:spcBef>
              <a:spcAft>
                <a:spcPts val="0"/>
              </a:spcAft>
              <a:buClr>
                <a:schemeClr val="lt1"/>
              </a:buClr>
              <a:buSzPts val="1300"/>
              <a:buNone/>
              <a:defRPr b="0" i="0" sz="1300">
                <a:latin typeface="Arial"/>
                <a:ea typeface="Arial"/>
                <a:cs typeface="Arial"/>
                <a:sym typeface="Arial"/>
              </a:defRPr>
            </a:lvl2pPr>
            <a:lvl3pPr indent="-228600" lvl="2" marL="1371600" rtl="0" algn="ctr">
              <a:lnSpc>
                <a:spcPct val="120000"/>
              </a:lnSpc>
              <a:spcBef>
                <a:spcPts val="1300"/>
              </a:spcBef>
              <a:spcAft>
                <a:spcPts val="0"/>
              </a:spcAft>
              <a:buClr>
                <a:schemeClr val="lt1"/>
              </a:buClr>
              <a:buSzPts val="1300"/>
              <a:buNone/>
              <a:defRPr b="0" i="0" sz="1300">
                <a:latin typeface="Arial"/>
                <a:ea typeface="Arial"/>
                <a:cs typeface="Arial"/>
                <a:sym typeface="Arial"/>
              </a:defRPr>
            </a:lvl3pPr>
            <a:lvl4pPr indent="-228600" lvl="3" marL="1828800" rtl="0" algn="ctr">
              <a:lnSpc>
                <a:spcPct val="120000"/>
              </a:lnSpc>
              <a:spcBef>
                <a:spcPts val="1300"/>
              </a:spcBef>
              <a:spcAft>
                <a:spcPts val="0"/>
              </a:spcAft>
              <a:buClr>
                <a:schemeClr val="lt1"/>
              </a:buClr>
              <a:buSzPts val="1300"/>
              <a:buNone/>
              <a:defRPr b="0" i="0" sz="1300">
                <a:latin typeface="Arial"/>
                <a:ea typeface="Arial"/>
                <a:cs typeface="Arial"/>
                <a:sym typeface="Arial"/>
              </a:defRPr>
            </a:lvl4pPr>
            <a:lvl5pPr indent="-228600" lvl="4" marL="2286000" rtl="0" algn="ctr">
              <a:lnSpc>
                <a:spcPct val="120000"/>
              </a:lnSpc>
              <a:spcBef>
                <a:spcPts val="1300"/>
              </a:spcBef>
              <a:spcAft>
                <a:spcPts val="0"/>
              </a:spcAft>
              <a:buClr>
                <a:schemeClr val="lt1"/>
              </a:buClr>
              <a:buSzPts val="1300"/>
              <a:buNone/>
              <a:defRPr b="0" i="0" sz="1300">
                <a:latin typeface="Arial"/>
                <a:ea typeface="Arial"/>
                <a:cs typeface="Arial"/>
                <a:sym typeface="Arial"/>
              </a:defRPr>
            </a:lvl5pPr>
            <a:lvl6pPr indent="-273050" lvl="5" marL="2743200" rtl="0" algn="l">
              <a:lnSpc>
                <a:spcPct val="90000"/>
              </a:lnSpc>
              <a:spcBef>
                <a:spcPts val="1300"/>
              </a:spcBef>
              <a:spcAft>
                <a:spcPts val="0"/>
              </a:spcAft>
              <a:buClr>
                <a:schemeClr val="lt1"/>
              </a:buClr>
              <a:buSzPts val="700"/>
              <a:buChar char="•"/>
              <a:defRPr/>
            </a:lvl6pPr>
            <a:lvl7pPr indent="-273050" lvl="6" marL="3200400" rtl="0" algn="l">
              <a:lnSpc>
                <a:spcPct val="90000"/>
              </a:lnSpc>
              <a:spcBef>
                <a:spcPts val="400"/>
              </a:spcBef>
              <a:spcAft>
                <a:spcPts val="0"/>
              </a:spcAft>
              <a:buClr>
                <a:schemeClr val="lt1"/>
              </a:buClr>
              <a:buSzPts val="700"/>
              <a:buChar char="•"/>
              <a:defRPr/>
            </a:lvl7pPr>
            <a:lvl8pPr indent="-273050" lvl="7" marL="3657600" rtl="0" algn="l">
              <a:lnSpc>
                <a:spcPct val="90000"/>
              </a:lnSpc>
              <a:spcBef>
                <a:spcPts val="400"/>
              </a:spcBef>
              <a:spcAft>
                <a:spcPts val="0"/>
              </a:spcAft>
              <a:buClr>
                <a:schemeClr val="lt1"/>
              </a:buClr>
              <a:buSzPts val="700"/>
              <a:buChar char="•"/>
              <a:defRPr/>
            </a:lvl8pPr>
            <a:lvl9pPr indent="-273050" lvl="8" marL="4114800" rtl="0" algn="l">
              <a:lnSpc>
                <a:spcPct val="90000"/>
              </a:lnSpc>
              <a:spcBef>
                <a:spcPts val="400"/>
              </a:spcBef>
              <a:spcAft>
                <a:spcPts val="0"/>
              </a:spcAft>
              <a:buClr>
                <a:schemeClr val="lt1"/>
              </a:buClr>
              <a:buSzPts val="7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80" name="Shape 180"/>
        <p:cNvGrpSpPr/>
        <p:nvPr/>
      </p:nvGrpSpPr>
      <p:grpSpPr>
        <a:xfrm>
          <a:off x="0" y="0"/>
          <a:ext cx="0" cy="0"/>
          <a:chOff x="0" y="0"/>
          <a:chExt cx="0" cy="0"/>
        </a:xfrm>
      </p:grpSpPr>
      <p:pic>
        <p:nvPicPr>
          <p:cNvPr id="181" name="Google Shape;181;p42"/>
          <p:cNvPicPr preferRelativeResize="0"/>
          <p:nvPr/>
        </p:nvPicPr>
        <p:blipFill rotWithShape="1">
          <a:blip r:embed="rId2">
            <a:alphaModFix/>
          </a:blip>
          <a:srcRect b="0" l="0" r="0" t="0"/>
          <a:stretch/>
        </p:blipFill>
        <p:spPr>
          <a:xfrm>
            <a:off x="595" y="0"/>
            <a:ext cx="9142808" cy="5142829"/>
          </a:xfrm>
          <a:prstGeom prst="rect">
            <a:avLst/>
          </a:prstGeom>
          <a:noFill/>
          <a:ln>
            <a:noFill/>
          </a:ln>
        </p:spPr>
      </p:pic>
      <p:sp>
        <p:nvSpPr>
          <p:cNvPr id="182" name="Google Shape;182;p42"/>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dk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Dark)">
  <p:cSld name="Title Only (Dark)">
    <p:bg>
      <p:bgPr>
        <a:solidFill>
          <a:schemeClr val="dk2"/>
        </a:solidFill>
      </p:bgPr>
    </p:bg>
    <p:spTree>
      <p:nvGrpSpPr>
        <p:cNvPr id="183" name="Shape 183"/>
        <p:cNvGrpSpPr/>
        <p:nvPr/>
      </p:nvGrpSpPr>
      <p:grpSpPr>
        <a:xfrm>
          <a:off x="0" y="0"/>
          <a:ext cx="0" cy="0"/>
          <a:chOff x="0" y="0"/>
          <a:chExt cx="0" cy="0"/>
        </a:xfrm>
      </p:grpSpPr>
      <p:sp>
        <p:nvSpPr>
          <p:cNvPr id="184" name="Google Shape;184;p43"/>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lt1"/>
              </a:buClr>
              <a:buSzPts val="3400"/>
              <a:buFont typeface="Arial"/>
              <a:buNone/>
              <a:defRPr b="0" i="0" sz="3400">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85" name="Shape 185"/>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ZZ Assets">
  <p:cSld name="ZZ Assets">
    <p:spTree>
      <p:nvGrpSpPr>
        <p:cNvPr id="186" name="Shape 186"/>
        <p:cNvGrpSpPr/>
        <p:nvPr/>
      </p:nvGrpSpPr>
      <p:grpSpPr>
        <a:xfrm>
          <a:off x="0" y="0"/>
          <a:ext cx="0" cy="0"/>
          <a:chOff x="0" y="0"/>
          <a:chExt cx="0" cy="0"/>
        </a:xfrm>
      </p:grpSpPr>
      <p:grpSp>
        <p:nvGrpSpPr>
          <p:cNvPr id="187" name="Google Shape;187;p45"/>
          <p:cNvGrpSpPr/>
          <p:nvPr/>
        </p:nvGrpSpPr>
        <p:grpSpPr>
          <a:xfrm>
            <a:off x="1392200" y="1159696"/>
            <a:ext cx="274275" cy="274275"/>
            <a:chOff x="3712533" y="3092523"/>
            <a:chExt cx="731400" cy="731400"/>
          </a:xfrm>
        </p:grpSpPr>
        <p:sp>
          <p:nvSpPr>
            <p:cNvPr id="188" name="Google Shape;188;p45"/>
            <p:cNvSpPr/>
            <p:nvPr/>
          </p:nvSpPr>
          <p:spPr>
            <a:xfrm>
              <a:off x="3895413" y="3321640"/>
              <a:ext cx="365717" cy="272796"/>
            </a:xfrm>
            <a:custGeom>
              <a:rect b="b" l="l" r="r" t="t"/>
              <a:pathLst>
                <a:path extrusionOk="0" h="609600" w="897466">
                  <a:moveTo>
                    <a:pt x="0" y="321734"/>
                  </a:moveTo>
                  <a:lnTo>
                    <a:pt x="287866" y="609600"/>
                  </a:lnTo>
                  <a:lnTo>
                    <a:pt x="897466" y="0"/>
                  </a:lnTo>
                </a:path>
              </a:pathLst>
            </a:custGeom>
            <a:noFill/>
            <a:ln cap="flat" cmpd="sng" w="50800">
              <a:solidFill>
                <a:schemeClr val="accent1"/>
              </a:solidFill>
              <a:prstDash val="solid"/>
              <a:miter lim="800000"/>
              <a:headEnd len="sm" w="sm" type="none"/>
              <a:tailEnd len="sm" w="sm" type="none"/>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sp>
          <p:nvSpPr>
            <p:cNvPr id="189" name="Google Shape;189;p45"/>
            <p:cNvSpPr/>
            <p:nvPr/>
          </p:nvSpPr>
          <p:spPr>
            <a:xfrm>
              <a:off x="3712533" y="3092523"/>
              <a:ext cx="731400" cy="731400"/>
            </a:xfrm>
            <a:prstGeom prst="ellipse">
              <a:avLst/>
            </a:prstGeom>
            <a:noFill/>
            <a:ln cap="flat" cmpd="sng" w="50800">
              <a:solidFill>
                <a:schemeClr val="accent1"/>
              </a:solidFill>
              <a:prstDash val="solid"/>
              <a:miter lim="800000"/>
              <a:headEnd len="sm" w="sm" type="none"/>
              <a:tailEnd len="sm" w="sm" type="none"/>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grpSp>
        <p:nvGrpSpPr>
          <p:cNvPr id="190" name="Google Shape;190;p45"/>
          <p:cNvGrpSpPr/>
          <p:nvPr/>
        </p:nvGrpSpPr>
        <p:grpSpPr>
          <a:xfrm>
            <a:off x="2085974" y="1159696"/>
            <a:ext cx="274275" cy="274275"/>
            <a:chOff x="5562598" y="3092523"/>
            <a:chExt cx="731400" cy="731400"/>
          </a:xfrm>
        </p:grpSpPr>
        <p:sp>
          <p:nvSpPr>
            <p:cNvPr id="191" name="Google Shape;191;p45"/>
            <p:cNvSpPr/>
            <p:nvPr/>
          </p:nvSpPr>
          <p:spPr>
            <a:xfrm>
              <a:off x="5562598" y="3092523"/>
              <a:ext cx="731400" cy="731400"/>
            </a:xfrm>
            <a:prstGeom prst="ellipse">
              <a:avLst/>
            </a:prstGeom>
            <a:noFill/>
            <a:ln cap="flat" cmpd="sng" w="50800">
              <a:solidFill>
                <a:schemeClr val="accent3"/>
              </a:solidFill>
              <a:prstDash val="solid"/>
              <a:miter lim="800000"/>
              <a:headEnd len="sm" w="sm" type="none"/>
              <a:tailEnd len="sm" w="sm" type="none"/>
            </a:ln>
          </p:spPr>
          <p:txBody>
            <a:bodyPr anchorCtr="0" anchor="ctr" bIns="17125" lIns="34275" spcFirstLastPara="1" rIns="34275" wrap="square" tIns="17125">
              <a:noAutofit/>
            </a:bodyPr>
            <a:lstStyle/>
            <a:p>
              <a:pPr indent="0" lvl="0" marL="0" marR="0" rtl="0" algn="ctr">
                <a:spcBef>
                  <a:spcPts val="0"/>
                </a:spcBef>
                <a:spcAft>
                  <a:spcPts val="0"/>
                </a:spcAft>
                <a:buNone/>
              </a:pPr>
              <a:r>
                <a:t/>
              </a:r>
              <a:endParaRPr sz="1300">
                <a:solidFill>
                  <a:schemeClr val="lt1"/>
                </a:solidFill>
                <a:latin typeface="Arial"/>
                <a:ea typeface="Arial"/>
                <a:cs typeface="Arial"/>
                <a:sym typeface="Arial"/>
              </a:endParaRPr>
            </a:p>
          </p:txBody>
        </p:sp>
        <p:grpSp>
          <p:nvGrpSpPr>
            <p:cNvPr id="192" name="Google Shape;192;p45"/>
            <p:cNvGrpSpPr/>
            <p:nvPr/>
          </p:nvGrpSpPr>
          <p:grpSpPr>
            <a:xfrm>
              <a:off x="5791198" y="3321123"/>
              <a:ext cx="274320" cy="274200"/>
              <a:chOff x="5791198" y="3321123"/>
              <a:chExt cx="274320" cy="274200"/>
            </a:xfrm>
          </p:grpSpPr>
          <p:cxnSp>
            <p:nvCxnSpPr>
              <p:cNvPr id="193" name="Google Shape;193;p45"/>
              <p:cNvCxnSpPr/>
              <p:nvPr/>
            </p:nvCxnSpPr>
            <p:spPr>
              <a:xfrm>
                <a:off x="5791198" y="3321123"/>
                <a:ext cx="274200" cy="274200"/>
              </a:xfrm>
              <a:prstGeom prst="straightConnector1">
                <a:avLst/>
              </a:prstGeom>
              <a:noFill/>
              <a:ln cap="flat" cmpd="sng" w="50800">
                <a:solidFill>
                  <a:schemeClr val="accent3"/>
                </a:solidFill>
                <a:prstDash val="solid"/>
                <a:miter lim="800000"/>
                <a:headEnd len="sm" w="sm" type="none"/>
                <a:tailEnd len="sm" w="sm" type="none"/>
              </a:ln>
            </p:spPr>
          </p:cxnSp>
          <p:cxnSp>
            <p:nvCxnSpPr>
              <p:cNvPr id="194" name="Google Shape;194;p45"/>
              <p:cNvCxnSpPr/>
              <p:nvPr/>
            </p:nvCxnSpPr>
            <p:spPr>
              <a:xfrm flipH="1">
                <a:off x="5791318" y="3321123"/>
                <a:ext cx="274200" cy="274200"/>
              </a:xfrm>
              <a:prstGeom prst="straightConnector1">
                <a:avLst/>
              </a:prstGeom>
              <a:noFill/>
              <a:ln cap="flat" cmpd="sng" w="50800">
                <a:solidFill>
                  <a:schemeClr val="accent3"/>
                </a:solidFill>
                <a:prstDash val="solid"/>
                <a:miter lim="800000"/>
                <a:headEnd len="sm" w="sm" type="none"/>
                <a:tailEnd len="sm" w="sm" type="none"/>
              </a:ln>
            </p:spPr>
          </p:cxnSp>
        </p:grpSp>
      </p:grpSp>
      <p:cxnSp>
        <p:nvCxnSpPr>
          <p:cNvPr id="195" name="Google Shape;195;p45"/>
          <p:cNvCxnSpPr/>
          <p:nvPr/>
        </p:nvCxnSpPr>
        <p:spPr>
          <a:xfrm>
            <a:off x="1392019" y="1853803"/>
            <a:ext cx="967800" cy="0"/>
          </a:xfrm>
          <a:prstGeom prst="straightConnector1">
            <a:avLst/>
          </a:prstGeom>
          <a:noFill/>
          <a:ln cap="flat" cmpd="sng" w="50800">
            <a:solidFill>
              <a:schemeClr val="accent1"/>
            </a:solidFill>
            <a:prstDash val="solid"/>
            <a:miter lim="800000"/>
            <a:headEnd len="med" w="med" type="triangle"/>
            <a:tailEnd len="med" w="med" type="triangle"/>
          </a:ln>
        </p:spPr>
      </p:cxnSp>
      <p:cxnSp>
        <p:nvCxnSpPr>
          <p:cNvPr id="196" name="Google Shape;196;p45"/>
          <p:cNvCxnSpPr/>
          <p:nvPr/>
        </p:nvCxnSpPr>
        <p:spPr>
          <a:xfrm>
            <a:off x="1392019" y="2089547"/>
            <a:ext cx="967800" cy="0"/>
          </a:xfrm>
          <a:prstGeom prst="straightConnector1">
            <a:avLst/>
          </a:prstGeom>
          <a:noFill/>
          <a:ln cap="flat" cmpd="sng" w="50800">
            <a:solidFill>
              <a:schemeClr val="accent1"/>
            </a:solidFill>
            <a:prstDash val="solid"/>
            <a:miter lim="800000"/>
            <a:headEnd len="med" w="med" type="triangle"/>
            <a:tailEnd len="med" w="med" type="triangl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ONNX-Title Slide">
  <p:cSld name="1_ONNX-Title Slide">
    <p:bg>
      <p:bgPr>
        <a:blipFill>
          <a:blip r:embed="rId2">
            <a:alphaModFix/>
          </a:blip>
          <a:stretch>
            <a:fillRect/>
          </a:stretch>
        </a:blipFill>
      </p:bgPr>
    </p:bg>
    <p:spTree>
      <p:nvGrpSpPr>
        <p:cNvPr id="197" name="Shape 197"/>
        <p:cNvGrpSpPr/>
        <p:nvPr/>
      </p:nvGrpSpPr>
      <p:grpSpPr>
        <a:xfrm>
          <a:off x="0" y="0"/>
          <a:ext cx="0" cy="0"/>
          <a:chOff x="0" y="0"/>
          <a:chExt cx="0" cy="0"/>
        </a:xfrm>
      </p:grpSpPr>
      <p:sp>
        <p:nvSpPr>
          <p:cNvPr id="198" name="Google Shape;198;p46"/>
          <p:cNvSpPr txBox="1"/>
          <p:nvPr>
            <p:ph type="title"/>
          </p:nvPr>
        </p:nvSpPr>
        <p:spPr>
          <a:xfrm>
            <a:off x="457736" y="2400300"/>
            <a:ext cx="8228400" cy="14574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4500"/>
              <a:buFont typeface="Arial"/>
              <a:buNone/>
              <a:defRPr b="0" i="0" sz="4500">
                <a:solidFill>
                  <a:schemeClr val="dk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pic>
        <p:nvPicPr>
          <p:cNvPr id="199" name="Google Shape;199;p46"/>
          <p:cNvPicPr preferRelativeResize="0"/>
          <p:nvPr/>
        </p:nvPicPr>
        <p:blipFill rotWithShape="1">
          <a:blip r:embed="rId3">
            <a:alphaModFix/>
          </a:blip>
          <a:srcRect b="0" l="0" r="0" t="0"/>
          <a:stretch/>
        </p:blipFill>
        <p:spPr>
          <a:xfrm>
            <a:off x="4132668" y="1028700"/>
            <a:ext cx="878664" cy="857139"/>
          </a:xfrm>
          <a:prstGeom prst="rect">
            <a:avLst/>
          </a:prstGeom>
          <a:noFill/>
          <a:ln>
            <a:noFill/>
          </a:ln>
        </p:spPr>
      </p:pic>
      <p:sp>
        <p:nvSpPr>
          <p:cNvPr id="200" name="Google Shape;200;p46"/>
          <p:cNvSpPr txBox="1"/>
          <p:nvPr>
            <p:ph idx="1" type="body"/>
          </p:nvPr>
        </p:nvSpPr>
        <p:spPr>
          <a:xfrm>
            <a:off x="3543434" y="3960495"/>
            <a:ext cx="2057100" cy="754500"/>
          </a:xfrm>
          <a:prstGeom prst="rect">
            <a:avLst/>
          </a:prstGeom>
          <a:noFill/>
          <a:ln>
            <a:noFill/>
          </a:ln>
        </p:spPr>
        <p:txBody>
          <a:bodyPr anchorCtr="0" anchor="t" bIns="0" lIns="0" spcFirstLastPara="1" rIns="0" wrap="square" tIns="0">
            <a:noAutofit/>
          </a:bodyPr>
          <a:lstStyle>
            <a:lvl1pPr indent="-228600" lvl="0" marL="457200" rtl="0" algn="ctr">
              <a:lnSpc>
                <a:spcPct val="120000"/>
              </a:lnSpc>
              <a:spcBef>
                <a:spcPts val="0"/>
              </a:spcBef>
              <a:spcAft>
                <a:spcPts val="0"/>
              </a:spcAft>
              <a:buClr>
                <a:schemeClr val="dk1"/>
              </a:buClr>
              <a:buSzPts val="1800"/>
              <a:buFont typeface="Arial"/>
              <a:buNone/>
              <a:defRPr b="0" i="0" sz="1800">
                <a:solidFill>
                  <a:schemeClr val="dk1"/>
                </a:solidFill>
                <a:latin typeface="Arial"/>
                <a:ea typeface="Arial"/>
                <a:cs typeface="Arial"/>
                <a:sym typeface="Arial"/>
              </a:defRPr>
            </a:lvl1pPr>
            <a:lvl2pPr indent="-228600" lvl="1" marL="914400" rtl="0" algn="ctr">
              <a:lnSpc>
                <a:spcPct val="120000"/>
              </a:lnSpc>
              <a:spcBef>
                <a:spcPts val="0"/>
              </a:spcBef>
              <a:spcAft>
                <a:spcPts val="0"/>
              </a:spcAft>
              <a:buClr>
                <a:schemeClr val="dk1"/>
              </a:buClr>
              <a:buSzPts val="1300"/>
              <a:buFont typeface="Arial"/>
              <a:buNone/>
              <a:defRPr b="1" i="0" sz="1300">
                <a:solidFill>
                  <a:schemeClr val="dk1"/>
                </a:solidFill>
                <a:latin typeface="Arial"/>
                <a:ea typeface="Arial"/>
                <a:cs typeface="Arial"/>
                <a:sym typeface="Arial"/>
              </a:defRPr>
            </a:lvl2pPr>
            <a:lvl3pPr indent="-228600" lvl="2" marL="1371600" rtl="0" algn="ctr">
              <a:lnSpc>
                <a:spcPct val="120000"/>
              </a:lnSpc>
              <a:spcBef>
                <a:spcPts val="0"/>
              </a:spcBef>
              <a:spcAft>
                <a:spcPts val="0"/>
              </a:spcAft>
              <a:buClr>
                <a:schemeClr val="dk1"/>
              </a:buClr>
              <a:buSzPts val="1300"/>
              <a:buFont typeface="Arial"/>
              <a:buNone/>
              <a:defRPr b="1" i="0" sz="1300">
                <a:solidFill>
                  <a:schemeClr val="dk1"/>
                </a:solidFill>
                <a:latin typeface="Arial"/>
                <a:ea typeface="Arial"/>
                <a:cs typeface="Arial"/>
                <a:sym typeface="Arial"/>
              </a:defRPr>
            </a:lvl3pPr>
            <a:lvl4pPr indent="-228600" lvl="3" marL="1828800" rtl="0" algn="ctr">
              <a:lnSpc>
                <a:spcPct val="120000"/>
              </a:lnSpc>
              <a:spcBef>
                <a:spcPts val="0"/>
              </a:spcBef>
              <a:spcAft>
                <a:spcPts val="0"/>
              </a:spcAft>
              <a:buClr>
                <a:schemeClr val="dk1"/>
              </a:buClr>
              <a:buSzPts val="1300"/>
              <a:buFont typeface="Arial"/>
              <a:buNone/>
              <a:defRPr b="1" i="0" sz="1300">
                <a:solidFill>
                  <a:schemeClr val="dk1"/>
                </a:solidFill>
                <a:latin typeface="Arial"/>
                <a:ea typeface="Arial"/>
                <a:cs typeface="Arial"/>
                <a:sym typeface="Arial"/>
              </a:defRPr>
            </a:lvl4pPr>
            <a:lvl5pPr indent="-228600" lvl="4" marL="2286000" rtl="0" algn="ctr">
              <a:lnSpc>
                <a:spcPct val="120000"/>
              </a:lnSpc>
              <a:spcBef>
                <a:spcPts val="0"/>
              </a:spcBef>
              <a:spcAft>
                <a:spcPts val="0"/>
              </a:spcAft>
              <a:buClr>
                <a:schemeClr val="dk1"/>
              </a:buClr>
              <a:buSzPts val="1300"/>
              <a:buFont typeface="Arial"/>
              <a:buNone/>
              <a:defRPr b="1" i="0" sz="1300">
                <a:solidFill>
                  <a:schemeClr val="dk1"/>
                </a:solidFill>
                <a:latin typeface="Arial"/>
                <a:ea typeface="Arial"/>
                <a:cs typeface="Arial"/>
                <a:sym typeface="Arial"/>
              </a:defRPr>
            </a:lvl5pPr>
            <a:lvl6pPr indent="-273050" lvl="5" marL="2743200" rtl="0" algn="l">
              <a:lnSpc>
                <a:spcPct val="90000"/>
              </a:lnSpc>
              <a:spcBef>
                <a:spcPts val="4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ONNX Partners (Dark)">
  <p:cSld name="1_ONNX Partners (Dark)">
    <p:bg>
      <p:bgPr>
        <a:solidFill>
          <a:schemeClr val="lt1"/>
        </a:solidFill>
      </p:bgPr>
    </p:bg>
    <p:spTree>
      <p:nvGrpSpPr>
        <p:cNvPr id="201" name="Shape 201"/>
        <p:cNvGrpSpPr/>
        <p:nvPr/>
      </p:nvGrpSpPr>
      <p:grpSpPr>
        <a:xfrm>
          <a:off x="0" y="0"/>
          <a:ext cx="0" cy="0"/>
          <a:chOff x="0" y="0"/>
          <a:chExt cx="0" cy="0"/>
        </a:xfrm>
      </p:grpSpPr>
      <p:pic>
        <p:nvPicPr>
          <p:cNvPr id="202" name="Google Shape;202;p47"/>
          <p:cNvPicPr preferRelativeResize="0"/>
          <p:nvPr/>
        </p:nvPicPr>
        <p:blipFill rotWithShape="1">
          <a:blip r:embed="rId2">
            <a:alphaModFix/>
          </a:blip>
          <a:srcRect b="0" l="0" r="0" t="0"/>
          <a:stretch/>
        </p:blipFill>
        <p:spPr>
          <a:xfrm>
            <a:off x="595" y="0"/>
            <a:ext cx="9142808" cy="5142829"/>
          </a:xfrm>
          <a:prstGeom prst="rect">
            <a:avLst/>
          </a:prstGeom>
          <a:noFill/>
          <a:ln>
            <a:noFill/>
          </a:ln>
        </p:spPr>
      </p:pic>
      <p:sp>
        <p:nvSpPr>
          <p:cNvPr id="203" name="Google Shape;203;p47"/>
          <p:cNvSpPr txBox="1"/>
          <p:nvPr/>
        </p:nvSpPr>
        <p:spPr>
          <a:xfrm>
            <a:off x="457736" y="456057"/>
            <a:ext cx="8228400" cy="424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3400"/>
              <a:buFont typeface="Arial"/>
              <a:buNone/>
            </a:pPr>
            <a:r>
              <a:rPr b="0" i="0" lang="en" sz="3400">
                <a:solidFill>
                  <a:schemeClr val="lt1"/>
                </a:solidFill>
                <a:latin typeface="Arial"/>
                <a:ea typeface="Arial"/>
                <a:cs typeface="Arial"/>
                <a:sym typeface="Arial"/>
              </a:rPr>
              <a:t>     ONNX  </a:t>
            </a:r>
            <a:r>
              <a:rPr b="0" i="0" lang="en" sz="3400">
                <a:solidFill>
                  <a:schemeClr val="dk1"/>
                </a:solidFill>
                <a:latin typeface="Arial"/>
                <a:ea typeface="Arial"/>
                <a:cs typeface="Arial"/>
                <a:sym typeface="Arial"/>
              </a:rPr>
              <a:t>Partners</a:t>
            </a:r>
            <a:endParaRPr sz="500"/>
          </a:p>
        </p:txBody>
      </p:sp>
      <p:pic>
        <p:nvPicPr>
          <p:cNvPr id="204" name="Google Shape;204;p47"/>
          <p:cNvPicPr preferRelativeResize="0"/>
          <p:nvPr/>
        </p:nvPicPr>
        <p:blipFill rotWithShape="1">
          <a:blip r:embed="rId3">
            <a:alphaModFix/>
          </a:blip>
          <a:srcRect b="0" l="0" r="0" t="0"/>
          <a:stretch/>
        </p:blipFill>
        <p:spPr>
          <a:xfrm>
            <a:off x="2935796" y="462255"/>
            <a:ext cx="1605317" cy="397613"/>
          </a:xfrm>
          <a:prstGeom prst="rect">
            <a:avLst/>
          </a:prstGeom>
          <a:noFill/>
          <a:ln>
            <a:noFill/>
          </a:ln>
        </p:spPr>
      </p:pic>
      <p:pic>
        <p:nvPicPr>
          <p:cNvPr id="205" name="Google Shape;205;p47"/>
          <p:cNvPicPr preferRelativeResize="0"/>
          <p:nvPr/>
        </p:nvPicPr>
        <p:blipFill rotWithShape="1">
          <a:blip r:embed="rId4">
            <a:alphaModFix/>
          </a:blip>
          <a:srcRect b="0" l="0" r="0" t="0"/>
          <a:stretch/>
        </p:blipFill>
        <p:spPr>
          <a:xfrm>
            <a:off x="2957682" y="1746995"/>
            <a:ext cx="2412426" cy="773429"/>
          </a:xfrm>
          <a:prstGeom prst="rect">
            <a:avLst/>
          </a:prstGeom>
          <a:noFill/>
          <a:ln>
            <a:noFill/>
          </a:ln>
        </p:spPr>
      </p:pic>
      <p:pic>
        <p:nvPicPr>
          <p:cNvPr id="206" name="Google Shape;206;p47"/>
          <p:cNvPicPr preferRelativeResize="0"/>
          <p:nvPr/>
        </p:nvPicPr>
        <p:blipFill rotWithShape="1">
          <a:blip r:embed="rId5">
            <a:alphaModFix/>
          </a:blip>
          <a:srcRect b="0" l="0" r="0" t="0"/>
          <a:stretch/>
        </p:blipFill>
        <p:spPr>
          <a:xfrm>
            <a:off x="5751298" y="1873755"/>
            <a:ext cx="2479248" cy="527988"/>
          </a:xfrm>
          <a:prstGeom prst="rect">
            <a:avLst/>
          </a:prstGeom>
          <a:noFill/>
          <a:ln>
            <a:noFill/>
          </a:ln>
        </p:spPr>
      </p:pic>
      <p:pic>
        <p:nvPicPr>
          <p:cNvPr id="207" name="Google Shape;207;p47"/>
          <p:cNvPicPr preferRelativeResize="0"/>
          <p:nvPr/>
        </p:nvPicPr>
        <p:blipFill rotWithShape="1">
          <a:blip r:embed="rId6">
            <a:alphaModFix/>
          </a:blip>
          <a:srcRect b="0" l="0" r="0" t="0"/>
          <a:stretch/>
        </p:blipFill>
        <p:spPr>
          <a:xfrm>
            <a:off x="941544" y="1798744"/>
            <a:ext cx="1403717" cy="838331"/>
          </a:xfrm>
          <a:prstGeom prst="rect">
            <a:avLst/>
          </a:prstGeom>
          <a:noFill/>
          <a:ln>
            <a:noFill/>
          </a:ln>
        </p:spPr>
      </p:pic>
      <p:cxnSp>
        <p:nvCxnSpPr>
          <p:cNvPr id="208" name="Google Shape;208;p47"/>
          <p:cNvCxnSpPr/>
          <p:nvPr/>
        </p:nvCxnSpPr>
        <p:spPr>
          <a:xfrm>
            <a:off x="3886289" y="1066587"/>
            <a:ext cx="1371300" cy="0"/>
          </a:xfrm>
          <a:prstGeom prst="straightConnector1">
            <a:avLst/>
          </a:prstGeom>
          <a:noFill/>
          <a:ln cap="flat" cmpd="sng" w="50800">
            <a:solidFill>
              <a:srgbClr val="2A7078"/>
            </a:solidFill>
            <a:prstDash val="solid"/>
            <a:miter lim="800000"/>
            <a:headEnd len="sm" w="sm" type="none"/>
            <a:tailEnd len="sm" w="sm" type="none"/>
          </a:ln>
        </p:spPr>
      </p:cxnSp>
      <p:pic>
        <p:nvPicPr>
          <p:cNvPr id="209" name="Google Shape;209;p47"/>
          <p:cNvPicPr preferRelativeResize="0"/>
          <p:nvPr/>
        </p:nvPicPr>
        <p:blipFill rotWithShape="1">
          <a:blip r:embed="rId7">
            <a:alphaModFix/>
          </a:blip>
          <a:srcRect b="0" l="0" r="0" t="0"/>
          <a:stretch/>
        </p:blipFill>
        <p:spPr>
          <a:xfrm>
            <a:off x="1120042" y="3169087"/>
            <a:ext cx="928573" cy="221396"/>
          </a:xfrm>
          <a:prstGeom prst="rect">
            <a:avLst/>
          </a:prstGeom>
          <a:noFill/>
          <a:ln>
            <a:noFill/>
          </a:ln>
        </p:spPr>
      </p:pic>
      <p:pic>
        <p:nvPicPr>
          <p:cNvPr id="210" name="Google Shape;210;p47"/>
          <p:cNvPicPr preferRelativeResize="0"/>
          <p:nvPr/>
        </p:nvPicPr>
        <p:blipFill rotWithShape="1">
          <a:blip r:embed="rId8">
            <a:alphaModFix/>
          </a:blip>
          <a:srcRect b="0" l="0" r="0" t="0"/>
          <a:stretch/>
        </p:blipFill>
        <p:spPr>
          <a:xfrm>
            <a:off x="2726983" y="3168819"/>
            <a:ext cx="728129" cy="221934"/>
          </a:xfrm>
          <a:prstGeom prst="rect">
            <a:avLst/>
          </a:prstGeom>
          <a:noFill/>
          <a:ln>
            <a:noFill/>
          </a:ln>
        </p:spPr>
      </p:pic>
      <p:pic>
        <p:nvPicPr>
          <p:cNvPr id="211" name="Google Shape;211;p47"/>
          <p:cNvPicPr preferRelativeResize="0"/>
          <p:nvPr/>
        </p:nvPicPr>
        <p:blipFill rotWithShape="1">
          <a:blip r:embed="rId9">
            <a:alphaModFix/>
          </a:blip>
          <a:srcRect b="0" l="0" r="0" t="0"/>
          <a:stretch/>
        </p:blipFill>
        <p:spPr>
          <a:xfrm>
            <a:off x="7109020" y="3970300"/>
            <a:ext cx="1352740" cy="295912"/>
          </a:xfrm>
          <a:prstGeom prst="rect">
            <a:avLst/>
          </a:prstGeom>
          <a:noFill/>
          <a:ln>
            <a:noFill/>
          </a:ln>
        </p:spPr>
      </p:pic>
      <p:pic>
        <p:nvPicPr>
          <p:cNvPr id="212" name="Google Shape;212;p47"/>
          <p:cNvPicPr preferRelativeResize="0"/>
          <p:nvPr/>
        </p:nvPicPr>
        <p:blipFill rotWithShape="1">
          <a:blip r:embed="rId10">
            <a:alphaModFix/>
          </a:blip>
          <a:srcRect b="0" l="0" r="0" t="0"/>
          <a:stretch/>
        </p:blipFill>
        <p:spPr>
          <a:xfrm>
            <a:off x="7354035" y="3134058"/>
            <a:ext cx="728613" cy="291448"/>
          </a:xfrm>
          <a:prstGeom prst="rect">
            <a:avLst/>
          </a:prstGeom>
          <a:noFill/>
          <a:ln>
            <a:noFill/>
          </a:ln>
        </p:spPr>
      </p:pic>
      <p:pic>
        <p:nvPicPr>
          <p:cNvPr id="213" name="Google Shape;213;p47"/>
          <p:cNvPicPr preferRelativeResize="0"/>
          <p:nvPr/>
        </p:nvPicPr>
        <p:blipFill rotWithShape="1">
          <a:blip r:embed="rId11">
            <a:alphaModFix/>
          </a:blip>
          <a:srcRect b="0" l="0" r="0" t="0"/>
          <a:stretch/>
        </p:blipFill>
        <p:spPr>
          <a:xfrm>
            <a:off x="1928924" y="3968256"/>
            <a:ext cx="1199993" cy="299998"/>
          </a:xfrm>
          <a:prstGeom prst="rect">
            <a:avLst/>
          </a:prstGeom>
          <a:noFill/>
          <a:ln>
            <a:noFill/>
          </a:ln>
        </p:spPr>
      </p:pic>
      <p:pic>
        <p:nvPicPr>
          <p:cNvPr id="214" name="Google Shape;214;p47"/>
          <p:cNvPicPr preferRelativeResize="0"/>
          <p:nvPr/>
        </p:nvPicPr>
        <p:blipFill rotWithShape="1">
          <a:blip r:embed="rId12">
            <a:alphaModFix/>
          </a:blip>
          <a:srcRect b="0" l="0" r="0" t="0"/>
          <a:stretch/>
        </p:blipFill>
        <p:spPr>
          <a:xfrm>
            <a:off x="6161386" y="3022625"/>
            <a:ext cx="514285" cy="514285"/>
          </a:xfrm>
          <a:prstGeom prst="rect">
            <a:avLst/>
          </a:prstGeom>
          <a:noFill/>
          <a:ln>
            <a:noFill/>
          </a:ln>
        </p:spPr>
      </p:pic>
      <p:pic>
        <p:nvPicPr>
          <p:cNvPr id="215" name="Google Shape;215;p47"/>
          <p:cNvPicPr preferRelativeResize="0"/>
          <p:nvPr/>
        </p:nvPicPr>
        <p:blipFill rotWithShape="1">
          <a:blip r:embed="rId13">
            <a:alphaModFix/>
          </a:blip>
          <a:srcRect b="0" l="0" r="0" t="0"/>
          <a:stretch/>
        </p:blipFill>
        <p:spPr>
          <a:xfrm>
            <a:off x="792988" y="3896312"/>
            <a:ext cx="672611" cy="443866"/>
          </a:xfrm>
          <a:prstGeom prst="rect">
            <a:avLst/>
          </a:prstGeom>
          <a:noFill/>
          <a:ln>
            <a:noFill/>
          </a:ln>
        </p:spPr>
      </p:pic>
      <p:pic>
        <p:nvPicPr>
          <p:cNvPr id="216" name="Google Shape;216;p47"/>
          <p:cNvPicPr preferRelativeResize="0"/>
          <p:nvPr/>
        </p:nvPicPr>
        <p:blipFill rotWithShape="1">
          <a:blip r:embed="rId14">
            <a:alphaModFix/>
          </a:blip>
          <a:srcRect b="0" l="0" r="0" t="0"/>
          <a:stretch/>
        </p:blipFill>
        <p:spPr>
          <a:xfrm>
            <a:off x="3592243" y="4007647"/>
            <a:ext cx="1202144" cy="221227"/>
          </a:xfrm>
          <a:prstGeom prst="rect">
            <a:avLst/>
          </a:prstGeom>
          <a:noFill/>
          <a:ln>
            <a:noFill/>
          </a:ln>
        </p:spPr>
      </p:pic>
      <p:pic>
        <p:nvPicPr>
          <p:cNvPr id="217" name="Google Shape;217;p47"/>
          <p:cNvPicPr preferRelativeResize="0"/>
          <p:nvPr/>
        </p:nvPicPr>
        <p:blipFill rotWithShape="1">
          <a:blip r:embed="rId15">
            <a:alphaModFix/>
          </a:blip>
          <a:srcRect b="0" l="0" r="0" t="0"/>
          <a:stretch/>
        </p:blipFill>
        <p:spPr>
          <a:xfrm>
            <a:off x="5257711" y="3960311"/>
            <a:ext cx="1387983" cy="315886"/>
          </a:xfrm>
          <a:prstGeom prst="rect">
            <a:avLst/>
          </a:prstGeom>
          <a:noFill/>
          <a:ln>
            <a:noFill/>
          </a:ln>
        </p:spPr>
      </p:pic>
      <p:pic>
        <p:nvPicPr>
          <p:cNvPr id="218" name="Google Shape;218;p47"/>
          <p:cNvPicPr preferRelativeResize="0"/>
          <p:nvPr/>
        </p:nvPicPr>
        <p:blipFill rotWithShape="1">
          <a:blip r:embed="rId16">
            <a:alphaModFix/>
          </a:blip>
          <a:srcRect b="0" l="7209" r="6968" t="0"/>
          <a:stretch/>
        </p:blipFill>
        <p:spPr>
          <a:xfrm>
            <a:off x="4133477" y="2976271"/>
            <a:ext cx="1349542" cy="607057"/>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aragraph Subtitle" showMasterSp="0">
  <p:cSld name="Paragraph Subtitle">
    <p:bg>
      <p:bgPr>
        <a:solidFill>
          <a:schemeClr val="lt1"/>
        </a:solidFill>
      </p:bgPr>
    </p:bg>
    <p:spTree>
      <p:nvGrpSpPr>
        <p:cNvPr id="219" name="Shape 219"/>
        <p:cNvGrpSpPr/>
        <p:nvPr/>
      </p:nvGrpSpPr>
      <p:grpSpPr>
        <a:xfrm>
          <a:off x="0" y="0"/>
          <a:ext cx="0" cy="0"/>
          <a:chOff x="0" y="0"/>
          <a:chExt cx="0" cy="0"/>
        </a:xfrm>
      </p:grpSpPr>
      <p:sp>
        <p:nvSpPr>
          <p:cNvPr id="220" name="Google Shape;220;p48"/>
          <p:cNvSpPr txBox="1"/>
          <p:nvPr>
            <p:ph idx="1" type="body"/>
          </p:nvPr>
        </p:nvSpPr>
        <p:spPr>
          <a:xfrm>
            <a:off x="571500" y="1809750"/>
            <a:ext cx="8001000" cy="2286000"/>
          </a:xfrm>
          <a:prstGeom prst="rect">
            <a:avLst/>
          </a:prstGeom>
          <a:noFill/>
          <a:ln>
            <a:noFill/>
          </a:ln>
        </p:spPr>
        <p:txBody>
          <a:bodyPr anchorCtr="0" anchor="t" bIns="0" lIns="0" spcFirstLastPara="1" rIns="0" wrap="square" tIns="0">
            <a:noAutofit/>
          </a:bodyPr>
          <a:lstStyle>
            <a:lvl1pPr indent="-228600" lvl="0" marL="457200" rtl="0" algn="l">
              <a:lnSpc>
                <a:spcPct val="120000"/>
              </a:lnSpc>
              <a:spcBef>
                <a:spcPts val="0"/>
              </a:spcBef>
              <a:spcAft>
                <a:spcPts val="0"/>
              </a:spcAft>
              <a:buClr>
                <a:srgbClr val="385998"/>
              </a:buClr>
              <a:buSzPts val="2600"/>
              <a:buFont typeface="Arial"/>
              <a:buNone/>
              <a:defRPr sz="2600">
                <a:solidFill>
                  <a:schemeClr val="dk1"/>
                </a:solidFill>
                <a:latin typeface="Arial"/>
                <a:ea typeface="Arial"/>
                <a:cs typeface="Arial"/>
                <a:sym typeface="Arial"/>
              </a:defRPr>
            </a:lvl1pPr>
            <a:lvl2pPr indent="-387350" lvl="1" marL="914400" rtl="0" algn="l">
              <a:lnSpc>
                <a:spcPct val="120000"/>
              </a:lnSpc>
              <a:spcBef>
                <a:spcPts val="1800"/>
              </a:spcBef>
              <a:spcAft>
                <a:spcPts val="0"/>
              </a:spcAft>
              <a:buClr>
                <a:srgbClr val="385998"/>
              </a:buClr>
              <a:buSzPts val="2500"/>
              <a:buFont typeface="Arial"/>
              <a:buChar char="•"/>
              <a:defRPr sz="2500">
                <a:solidFill>
                  <a:schemeClr val="lt1"/>
                </a:solidFill>
                <a:latin typeface="Arial"/>
                <a:ea typeface="Arial"/>
                <a:cs typeface="Arial"/>
                <a:sym typeface="Arial"/>
              </a:defRPr>
            </a:lvl2pPr>
            <a:lvl3pPr indent="-368300" lvl="2" marL="1371600" rtl="0" algn="l">
              <a:lnSpc>
                <a:spcPct val="120000"/>
              </a:lnSpc>
              <a:spcBef>
                <a:spcPts val="1800"/>
              </a:spcBef>
              <a:spcAft>
                <a:spcPts val="0"/>
              </a:spcAft>
              <a:buClr>
                <a:srgbClr val="385998"/>
              </a:buClr>
              <a:buSzPts val="2200"/>
              <a:buFont typeface="Arial"/>
              <a:buChar char="•"/>
              <a:defRPr sz="2200">
                <a:solidFill>
                  <a:schemeClr val="lt1"/>
                </a:solidFill>
                <a:latin typeface="Arial"/>
                <a:ea typeface="Arial"/>
                <a:cs typeface="Arial"/>
                <a:sym typeface="Arial"/>
              </a:defRPr>
            </a:lvl3pPr>
            <a:lvl4pPr indent="-355600" lvl="3" marL="1828800" rtl="0" algn="l">
              <a:lnSpc>
                <a:spcPct val="120000"/>
              </a:lnSpc>
              <a:spcBef>
                <a:spcPts val="1800"/>
              </a:spcBef>
              <a:spcAft>
                <a:spcPts val="0"/>
              </a:spcAft>
              <a:buClr>
                <a:srgbClr val="385998"/>
              </a:buClr>
              <a:buSzPts val="2000"/>
              <a:buFont typeface="Arial"/>
              <a:buChar char="•"/>
              <a:defRPr sz="2000">
                <a:solidFill>
                  <a:schemeClr val="lt1"/>
                </a:solidFill>
                <a:latin typeface="Arial"/>
                <a:ea typeface="Arial"/>
                <a:cs typeface="Arial"/>
                <a:sym typeface="Arial"/>
              </a:defRPr>
            </a:lvl4pPr>
            <a:lvl5pPr indent="-342900" lvl="4" marL="2286000" rtl="0" algn="l">
              <a:lnSpc>
                <a:spcPct val="120000"/>
              </a:lnSpc>
              <a:spcBef>
                <a:spcPts val="1800"/>
              </a:spcBef>
              <a:spcAft>
                <a:spcPts val="0"/>
              </a:spcAft>
              <a:buClr>
                <a:srgbClr val="385998"/>
              </a:buClr>
              <a:buSzPts val="1800"/>
              <a:buFont typeface="Arial"/>
              <a:buChar char="•"/>
              <a:defRPr sz="1800">
                <a:solidFill>
                  <a:schemeClr val="lt1"/>
                </a:solidFill>
                <a:latin typeface="Arial"/>
                <a:ea typeface="Arial"/>
                <a:cs typeface="Arial"/>
                <a:sym typeface="Arial"/>
              </a:defRPr>
            </a:lvl5pPr>
            <a:lvl6pPr indent="-273050" lvl="5" marL="2743200" rtl="0" algn="l">
              <a:lnSpc>
                <a:spcPct val="90000"/>
              </a:lnSpc>
              <a:spcBef>
                <a:spcPts val="18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
        <p:nvSpPr>
          <p:cNvPr id="221" name="Google Shape;221;p48"/>
          <p:cNvSpPr txBox="1"/>
          <p:nvPr>
            <p:ph type="title"/>
          </p:nvPr>
        </p:nvSpPr>
        <p:spPr>
          <a:xfrm>
            <a:off x="571500" y="390525"/>
            <a:ext cx="8001000" cy="6894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accent1"/>
              </a:buClr>
              <a:buSzPts val="3700"/>
              <a:buFont typeface="Arial"/>
              <a:buNone/>
              <a:defRPr b="1" i="0" sz="3700">
                <a:solidFill>
                  <a:schemeClr val="accent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222" name="Google Shape;222;p48"/>
          <p:cNvSpPr txBox="1"/>
          <p:nvPr>
            <p:ph idx="2" type="body"/>
          </p:nvPr>
        </p:nvSpPr>
        <p:spPr>
          <a:xfrm>
            <a:off x="571500" y="1095375"/>
            <a:ext cx="8001000" cy="4191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accent6"/>
              </a:buClr>
              <a:buSzPts val="2200"/>
              <a:buNone/>
              <a:defRPr sz="2200">
                <a:solidFill>
                  <a:schemeClr val="accent6"/>
                </a:solidFill>
                <a:latin typeface="Arial"/>
                <a:ea typeface="Arial"/>
                <a:cs typeface="Arial"/>
                <a:sym typeface="Arial"/>
              </a:defRPr>
            </a:lvl1pPr>
            <a:lvl2pPr indent="-228600" lvl="1" marL="914400" rtl="0" algn="l">
              <a:lnSpc>
                <a:spcPct val="130000"/>
              </a:lnSpc>
              <a:spcBef>
                <a:spcPts val="1800"/>
              </a:spcBef>
              <a:spcAft>
                <a:spcPts val="0"/>
              </a:spcAft>
              <a:buClr>
                <a:srgbClr val="5890FF"/>
              </a:buClr>
              <a:buSzPts val="2200"/>
              <a:buNone/>
              <a:defRPr sz="2200">
                <a:solidFill>
                  <a:srgbClr val="5890FF"/>
                </a:solidFill>
                <a:latin typeface="Arial"/>
                <a:ea typeface="Arial"/>
                <a:cs typeface="Arial"/>
                <a:sym typeface="Arial"/>
              </a:defRPr>
            </a:lvl2pPr>
            <a:lvl3pPr indent="-228600" lvl="2" marL="1371600" rtl="0" algn="l">
              <a:lnSpc>
                <a:spcPct val="130000"/>
              </a:lnSpc>
              <a:spcBef>
                <a:spcPts val="1800"/>
              </a:spcBef>
              <a:spcAft>
                <a:spcPts val="0"/>
              </a:spcAft>
              <a:buClr>
                <a:srgbClr val="5890FF"/>
              </a:buClr>
              <a:buSzPts val="2200"/>
              <a:buNone/>
              <a:defRPr sz="2200">
                <a:solidFill>
                  <a:srgbClr val="5890FF"/>
                </a:solidFill>
                <a:latin typeface="Arial"/>
                <a:ea typeface="Arial"/>
                <a:cs typeface="Arial"/>
                <a:sym typeface="Arial"/>
              </a:defRPr>
            </a:lvl3pPr>
            <a:lvl4pPr indent="-228600" lvl="3" marL="1828800" rtl="0" algn="l">
              <a:lnSpc>
                <a:spcPct val="130000"/>
              </a:lnSpc>
              <a:spcBef>
                <a:spcPts val="1800"/>
              </a:spcBef>
              <a:spcAft>
                <a:spcPts val="0"/>
              </a:spcAft>
              <a:buClr>
                <a:srgbClr val="5890FF"/>
              </a:buClr>
              <a:buSzPts val="2200"/>
              <a:buNone/>
              <a:defRPr sz="2200">
                <a:solidFill>
                  <a:srgbClr val="5890FF"/>
                </a:solidFill>
                <a:latin typeface="Arial"/>
                <a:ea typeface="Arial"/>
                <a:cs typeface="Arial"/>
                <a:sym typeface="Arial"/>
              </a:defRPr>
            </a:lvl4pPr>
            <a:lvl5pPr indent="-228600" lvl="4" marL="2286000" rtl="0" algn="l">
              <a:lnSpc>
                <a:spcPct val="130000"/>
              </a:lnSpc>
              <a:spcBef>
                <a:spcPts val="1800"/>
              </a:spcBef>
              <a:spcAft>
                <a:spcPts val="0"/>
              </a:spcAft>
              <a:buClr>
                <a:srgbClr val="5890FF"/>
              </a:buClr>
              <a:buSzPts val="2200"/>
              <a:buNone/>
              <a:defRPr sz="2200">
                <a:solidFill>
                  <a:srgbClr val="5890FF"/>
                </a:solidFill>
                <a:latin typeface="Arial"/>
                <a:ea typeface="Arial"/>
                <a:cs typeface="Arial"/>
                <a:sym typeface="Arial"/>
              </a:defRPr>
            </a:lvl5pPr>
            <a:lvl6pPr indent="-273050" lvl="5" marL="2743200" rtl="0" algn="l">
              <a:lnSpc>
                <a:spcPct val="90000"/>
              </a:lnSpc>
              <a:spcBef>
                <a:spcPts val="18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p:cSld name="Title and Content">
    <p:spTree>
      <p:nvGrpSpPr>
        <p:cNvPr id="223" name="Shape 223"/>
        <p:cNvGrpSpPr/>
        <p:nvPr/>
      </p:nvGrpSpPr>
      <p:grpSpPr>
        <a:xfrm>
          <a:off x="0" y="0"/>
          <a:ext cx="0" cy="0"/>
          <a:chOff x="0" y="0"/>
          <a:chExt cx="0" cy="0"/>
        </a:xfrm>
      </p:grpSpPr>
      <p:sp>
        <p:nvSpPr>
          <p:cNvPr id="224" name="Google Shape;224;p49"/>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dk1"/>
              </a:buClr>
              <a:buSzPts val="7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225" name="Google Shape;225;p49"/>
          <p:cNvSpPr txBox="1"/>
          <p:nvPr>
            <p:ph idx="1" type="body"/>
          </p:nvPr>
        </p:nvSpPr>
        <p:spPr>
          <a:xfrm>
            <a:off x="438150" y="1076623"/>
            <a:ext cx="8263800" cy="1731300"/>
          </a:xfrm>
          <a:prstGeom prst="rect">
            <a:avLst/>
          </a:prstGeom>
          <a:noFill/>
          <a:ln>
            <a:noFill/>
          </a:ln>
        </p:spPr>
        <p:txBody>
          <a:bodyPr anchorCtr="0" anchor="t" bIns="0" lIns="0" spcFirstLastPara="1" rIns="0" wrap="square" tIns="0">
            <a:noAutofit/>
          </a:bodyPr>
          <a:lstStyle>
            <a:lvl1pPr indent="-228600" lvl="0" marL="457200" rtl="0" algn="l">
              <a:lnSpc>
                <a:spcPct val="130000"/>
              </a:lnSpc>
              <a:spcBef>
                <a:spcPts val="0"/>
              </a:spcBef>
              <a:spcAft>
                <a:spcPts val="0"/>
              </a:spcAft>
              <a:buClr>
                <a:schemeClr val="dk1"/>
              </a:buClr>
              <a:buSzPts val="700"/>
              <a:buNone/>
              <a:defRPr/>
            </a:lvl1pPr>
            <a:lvl2pPr indent="-228600" lvl="1" marL="914400" rtl="0" algn="l">
              <a:lnSpc>
                <a:spcPct val="130000"/>
              </a:lnSpc>
              <a:spcBef>
                <a:spcPts val="1800"/>
              </a:spcBef>
              <a:spcAft>
                <a:spcPts val="0"/>
              </a:spcAft>
              <a:buClr>
                <a:schemeClr val="dk1"/>
              </a:buClr>
              <a:buSzPts val="700"/>
              <a:buNone/>
              <a:defRPr/>
            </a:lvl2pPr>
            <a:lvl3pPr indent="-228600" lvl="2" marL="1371600" rtl="0" algn="l">
              <a:lnSpc>
                <a:spcPct val="130000"/>
              </a:lnSpc>
              <a:spcBef>
                <a:spcPts val="1800"/>
              </a:spcBef>
              <a:spcAft>
                <a:spcPts val="0"/>
              </a:spcAft>
              <a:buClr>
                <a:schemeClr val="dk1"/>
              </a:buClr>
              <a:buSzPts val="700"/>
              <a:buNone/>
              <a:defRPr/>
            </a:lvl3pPr>
            <a:lvl4pPr indent="-228600" lvl="3" marL="1828800" rtl="0" algn="l">
              <a:lnSpc>
                <a:spcPct val="130000"/>
              </a:lnSpc>
              <a:spcBef>
                <a:spcPts val="1800"/>
              </a:spcBef>
              <a:spcAft>
                <a:spcPts val="0"/>
              </a:spcAft>
              <a:buClr>
                <a:schemeClr val="dk1"/>
              </a:buClr>
              <a:buSzPts val="700"/>
              <a:buNone/>
              <a:defRPr/>
            </a:lvl4pPr>
            <a:lvl5pPr indent="-228600" lvl="4" marL="2286000" rtl="0" algn="l">
              <a:lnSpc>
                <a:spcPct val="130000"/>
              </a:lnSpc>
              <a:spcBef>
                <a:spcPts val="1800"/>
              </a:spcBef>
              <a:spcAft>
                <a:spcPts val="0"/>
              </a:spcAft>
              <a:buClr>
                <a:schemeClr val="dk1"/>
              </a:buClr>
              <a:buSzPts val="700"/>
              <a:buNone/>
              <a:defRPr/>
            </a:lvl5pPr>
            <a:lvl6pPr indent="-273050" lvl="5" marL="2743200" rtl="0" algn="l">
              <a:lnSpc>
                <a:spcPct val="90000"/>
              </a:lnSpc>
              <a:spcBef>
                <a:spcPts val="1800"/>
              </a:spcBef>
              <a:spcAft>
                <a:spcPts val="0"/>
              </a:spcAft>
              <a:buClr>
                <a:schemeClr val="dk1"/>
              </a:buClr>
              <a:buSzPts val="700"/>
              <a:buChar char="•"/>
              <a:defRPr/>
            </a:lvl6pPr>
            <a:lvl7pPr indent="-273050" lvl="6" marL="3200400" rtl="0" algn="l">
              <a:lnSpc>
                <a:spcPct val="90000"/>
              </a:lnSpc>
              <a:spcBef>
                <a:spcPts val="400"/>
              </a:spcBef>
              <a:spcAft>
                <a:spcPts val="0"/>
              </a:spcAft>
              <a:buClr>
                <a:schemeClr val="dk1"/>
              </a:buClr>
              <a:buSzPts val="700"/>
              <a:buChar char="•"/>
              <a:defRPr/>
            </a:lvl7pPr>
            <a:lvl8pPr indent="-273050" lvl="7" marL="3657600" rtl="0" algn="l">
              <a:lnSpc>
                <a:spcPct val="90000"/>
              </a:lnSpc>
              <a:spcBef>
                <a:spcPts val="400"/>
              </a:spcBef>
              <a:spcAft>
                <a:spcPts val="0"/>
              </a:spcAft>
              <a:buClr>
                <a:schemeClr val="dk1"/>
              </a:buClr>
              <a:buSzPts val="700"/>
              <a:buChar char="•"/>
              <a:defRPr/>
            </a:lvl8pPr>
            <a:lvl9pPr indent="-273050" lvl="8" marL="4114800" rtl="0" algn="l">
              <a:lnSpc>
                <a:spcPct val="90000"/>
              </a:lnSpc>
              <a:spcBef>
                <a:spcPts val="400"/>
              </a:spcBef>
              <a:spcAft>
                <a:spcPts val="0"/>
              </a:spcAft>
              <a:buClr>
                <a:schemeClr val="dk1"/>
              </a:buClr>
              <a:buSzPts val="700"/>
              <a:buChar char="•"/>
              <a:defRPr/>
            </a:lvl9pPr>
          </a:lstStyle>
          <a:p/>
        </p:txBody>
      </p:sp>
    </p:spTree>
  </p:cSld>
  <p:clrMapOvr>
    <a:masterClrMapping/>
  </p:clrMapOvr>
  <p:transition>
    <p:fade/>
  </p:transition>
  <p:extLst>
    <p:ext uri="{DCECCB84-F9BA-43D5-87BE-67443E8EF086}">
      <p15:sldGuideLst>
        <p15:guide id="1" orient="horz" pos="477">
          <p15:clr>
            <a:srgbClr val="5ACBF0"/>
          </p15:clr>
        </p15:guide>
        <p15:guide id="2" orient="horz" pos="108">
          <p15:clr>
            <a:srgbClr val="5ACBF0"/>
          </p15:clr>
        </p15:guide>
        <p15:guide id="3" orient="horz" pos="339">
          <p15:clr>
            <a:srgbClr val="5ACBF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theme" Target="../theme/theme1.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736" y="273844"/>
            <a:ext cx="8228400" cy="6858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rtl="0">
              <a:spcBef>
                <a:spcPts val="0"/>
              </a:spcBef>
              <a:spcAft>
                <a:spcPts val="0"/>
              </a:spcAft>
              <a:buSzPts val="500"/>
              <a:buNone/>
              <a:defRPr sz="700"/>
            </a:lvl2pPr>
            <a:lvl3pPr lvl="2" rtl="0">
              <a:spcBef>
                <a:spcPts val="0"/>
              </a:spcBef>
              <a:spcAft>
                <a:spcPts val="0"/>
              </a:spcAft>
              <a:buSzPts val="500"/>
              <a:buNone/>
              <a:defRPr sz="700"/>
            </a:lvl3pPr>
            <a:lvl4pPr lvl="3" rtl="0">
              <a:spcBef>
                <a:spcPts val="0"/>
              </a:spcBef>
              <a:spcAft>
                <a:spcPts val="0"/>
              </a:spcAft>
              <a:buSzPts val="500"/>
              <a:buNone/>
              <a:defRPr sz="700"/>
            </a:lvl4pPr>
            <a:lvl5pPr lvl="4" rtl="0">
              <a:spcBef>
                <a:spcPts val="0"/>
              </a:spcBef>
              <a:spcAft>
                <a:spcPts val="0"/>
              </a:spcAft>
              <a:buSzPts val="500"/>
              <a:buNone/>
              <a:defRPr sz="700"/>
            </a:lvl5pPr>
            <a:lvl6pPr lvl="5" rtl="0">
              <a:spcBef>
                <a:spcPts val="0"/>
              </a:spcBef>
              <a:spcAft>
                <a:spcPts val="0"/>
              </a:spcAft>
              <a:buSzPts val="500"/>
              <a:buNone/>
              <a:defRPr sz="700"/>
            </a:lvl6pPr>
            <a:lvl7pPr lvl="6" rtl="0">
              <a:spcBef>
                <a:spcPts val="0"/>
              </a:spcBef>
              <a:spcAft>
                <a:spcPts val="0"/>
              </a:spcAft>
              <a:buSzPts val="500"/>
              <a:buNone/>
              <a:defRPr sz="700"/>
            </a:lvl7pPr>
            <a:lvl8pPr lvl="7" rtl="0">
              <a:spcBef>
                <a:spcPts val="0"/>
              </a:spcBef>
              <a:spcAft>
                <a:spcPts val="0"/>
              </a:spcAft>
              <a:buSzPts val="500"/>
              <a:buNone/>
              <a:defRPr sz="700"/>
            </a:lvl8pPr>
            <a:lvl9pPr lvl="8" rtl="0">
              <a:spcBef>
                <a:spcPts val="0"/>
              </a:spcBef>
              <a:spcAft>
                <a:spcPts val="0"/>
              </a:spcAft>
              <a:buSzPts val="500"/>
              <a:buNone/>
              <a:defRPr sz="700"/>
            </a:lvl9pPr>
          </a:lstStyle>
          <a:p/>
        </p:txBody>
      </p:sp>
      <p:sp>
        <p:nvSpPr>
          <p:cNvPr id="52" name="Google Shape;52;p13"/>
          <p:cNvSpPr txBox="1"/>
          <p:nvPr>
            <p:ph idx="1" type="body"/>
          </p:nvPr>
        </p:nvSpPr>
        <p:spPr>
          <a:xfrm>
            <a:off x="457736" y="1369219"/>
            <a:ext cx="8228400" cy="3263400"/>
          </a:xfrm>
          <a:prstGeom prst="rect">
            <a:avLst/>
          </a:prstGeom>
          <a:noFill/>
          <a:ln>
            <a:noFill/>
          </a:ln>
        </p:spPr>
        <p:txBody>
          <a:bodyPr anchorCtr="0" anchor="t" bIns="0" lIns="0" spcFirstLastPara="1" rIns="0" wrap="square" tIns="0">
            <a:noAutofit/>
          </a:bodyPr>
          <a:lstStyle>
            <a:lvl1pPr indent="-228600" lvl="0" marL="457200" marR="0" rtl="0" algn="l">
              <a:lnSpc>
                <a:spcPct val="13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28600" lvl="1" marL="914400" marR="0" rtl="0" algn="l">
              <a:lnSpc>
                <a:spcPct val="130000"/>
              </a:lnSpc>
              <a:spcBef>
                <a:spcPts val="18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130000"/>
              </a:lnSpc>
              <a:spcBef>
                <a:spcPts val="18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130000"/>
              </a:lnSpc>
              <a:spcBef>
                <a:spcPts val="18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130000"/>
              </a:lnSpc>
              <a:spcBef>
                <a:spcPts val="18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11150" lvl="5" marL="2743200" marR="0" rtl="0" algn="l">
              <a:lnSpc>
                <a:spcPct val="90000"/>
              </a:lnSpc>
              <a:spcBef>
                <a:spcPts val="1800"/>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457736" y="4767263"/>
            <a:ext cx="2057400" cy="273900"/>
          </a:xfrm>
          <a:prstGeom prst="rect">
            <a:avLst/>
          </a:prstGeom>
          <a:noFill/>
          <a:ln>
            <a:noFill/>
          </a:ln>
        </p:spPr>
        <p:txBody>
          <a:bodyPr anchorCtr="0" anchor="ctr" bIns="17125" lIns="34275" spcFirstLastPara="1" rIns="34275" wrap="square" tIns="17125">
            <a:noAutofit/>
          </a:bodyPr>
          <a:lstStyle>
            <a:lvl1pPr lvl="0" marR="0" rtl="0" algn="l">
              <a:spcBef>
                <a:spcPts val="0"/>
              </a:spcBef>
              <a:spcAft>
                <a:spcPts val="0"/>
              </a:spcAft>
              <a:buSzPts val="500"/>
              <a:buNone/>
              <a:defRPr b="0" i="0" sz="900" u="none" cap="none" strike="noStrike">
                <a:solidFill>
                  <a:schemeClr val="accent3"/>
                </a:solidFill>
                <a:latin typeface="Arial"/>
                <a:ea typeface="Arial"/>
                <a:cs typeface="Arial"/>
                <a:sym typeface="Arial"/>
              </a:defRPr>
            </a:lvl1pPr>
            <a:lvl2pPr lvl="1" marR="0" rtl="0" algn="l">
              <a:spcBef>
                <a:spcPts val="0"/>
              </a:spcBef>
              <a:spcAft>
                <a:spcPts val="0"/>
              </a:spcAft>
              <a:buSzPts val="500"/>
              <a:buNone/>
              <a:defRPr b="0" i="0" sz="1300" u="none" cap="none" strike="noStrike">
                <a:solidFill>
                  <a:schemeClr val="dk1"/>
                </a:solidFill>
                <a:latin typeface="Arial"/>
                <a:ea typeface="Arial"/>
                <a:cs typeface="Arial"/>
                <a:sym typeface="Arial"/>
              </a:defRPr>
            </a:lvl2pPr>
            <a:lvl3pPr lvl="2" marR="0" rtl="0" algn="l">
              <a:spcBef>
                <a:spcPts val="0"/>
              </a:spcBef>
              <a:spcAft>
                <a:spcPts val="0"/>
              </a:spcAft>
              <a:buSzPts val="500"/>
              <a:buNone/>
              <a:defRPr b="0" i="0" sz="1300" u="none" cap="none" strike="noStrike">
                <a:solidFill>
                  <a:schemeClr val="dk1"/>
                </a:solidFill>
                <a:latin typeface="Arial"/>
                <a:ea typeface="Arial"/>
                <a:cs typeface="Arial"/>
                <a:sym typeface="Arial"/>
              </a:defRPr>
            </a:lvl3pPr>
            <a:lvl4pPr lvl="3" marR="0" rtl="0" algn="l">
              <a:spcBef>
                <a:spcPts val="0"/>
              </a:spcBef>
              <a:spcAft>
                <a:spcPts val="0"/>
              </a:spcAft>
              <a:buSzPts val="500"/>
              <a:buNone/>
              <a:defRPr b="0" i="0" sz="1300" u="none" cap="none" strike="noStrike">
                <a:solidFill>
                  <a:schemeClr val="dk1"/>
                </a:solidFill>
                <a:latin typeface="Arial"/>
                <a:ea typeface="Arial"/>
                <a:cs typeface="Arial"/>
                <a:sym typeface="Arial"/>
              </a:defRPr>
            </a:lvl4pPr>
            <a:lvl5pPr lvl="4" marR="0" rtl="0" algn="l">
              <a:spcBef>
                <a:spcPts val="0"/>
              </a:spcBef>
              <a:spcAft>
                <a:spcPts val="0"/>
              </a:spcAft>
              <a:buSzPts val="500"/>
              <a:buNone/>
              <a:defRPr b="0" i="0" sz="1300" u="none" cap="none" strike="noStrike">
                <a:solidFill>
                  <a:schemeClr val="dk1"/>
                </a:solidFill>
                <a:latin typeface="Arial"/>
                <a:ea typeface="Arial"/>
                <a:cs typeface="Arial"/>
                <a:sym typeface="Arial"/>
              </a:defRPr>
            </a:lvl5pPr>
            <a:lvl6pPr lvl="5" marR="0" rtl="0" algn="l">
              <a:spcBef>
                <a:spcPts val="0"/>
              </a:spcBef>
              <a:spcAft>
                <a:spcPts val="0"/>
              </a:spcAft>
              <a:buSzPts val="500"/>
              <a:buNone/>
              <a:defRPr b="0" i="0" sz="1300" u="none" cap="none" strike="noStrike">
                <a:solidFill>
                  <a:schemeClr val="dk1"/>
                </a:solidFill>
                <a:latin typeface="Arial"/>
                <a:ea typeface="Arial"/>
                <a:cs typeface="Arial"/>
                <a:sym typeface="Arial"/>
              </a:defRPr>
            </a:lvl6pPr>
            <a:lvl7pPr lvl="6" marR="0" rtl="0" algn="l">
              <a:spcBef>
                <a:spcPts val="0"/>
              </a:spcBef>
              <a:spcAft>
                <a:spcPts val="0"/>
              </a:spcAft>
              <a:buSzPts val="500"/>
              <a:buNone/>
              <a:defRPr b="0" i="0" sz="1300" u="none" cap="none" strike="noStrike">
                <a:solidFill>
                  <a:schemeClr val="dk1"/>
                </a:solidFill>
                <a:latin typeface="Arial"/>
                <a:ea typeface="Arial"/>
                <a:cs typeface="Arial"/>
                <a:sym typeface="Arial"/>
              </a:defRPr>
            </a:lvl7pPr>
            <a:lvl8pPr lvl="7" marR="0" rtl="0" algn="l">
              <a:spcBef>
                <a:spcPts val="0"/>
              </a:spcBef>
              <a:spcAft>
                <a:spcPts val="0"/>
              </a:spcAft>
              <a:buSzPts val="500"/>
              <a:buNone/>
              <a:defRPr b="0" i="0" sz="1300" u="none" cap="none" strike="noStrike">
                <a:solidFill>
                  <a:schemeClr val="dk1"/>
                </a:solidFill>
                <a:latin typeface="Arial"/>
                <a:ea typeface="Arial"/>
                <a:cs typeface="Arial"/>
                <a:sym typeface="Arial"/>
              </a:defRPr>
            </a:lvl8pPr>
            <a:lvl9pPr lvl="8" marR="0" rtl="0" algn="l">
              <a:spcBef>
                <a:spcPts val="0"/>
              </a:spcBef>
              <a:spcAft>
                <a:spcPts val="0"/>
              </a:spcAft>
              <a:buSzPts val="500"/>
              <a:buNone/>
              <a:defRPr b="0" i="0" sz="13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17125" lIns="34275" spcFirstLastPara="1" rIns="34275" wrap="square" tIns="17125">
            <a:noAutofit/>
          </a:bodyPr>
          <a:lstStyle>
            <a:lvl1pPr lvl="0" marR="0" rtl="0" algn="ctr">
              <a:spcBef>
                <a:spcPts val="0"/>
              </a:spcBef>
              <a:spcAft>
                <a:spcPts val="0"/>
              </a:spcAft>
              <a:buSzPts val="500"/>
              <a:buNone/>
              <a:defRPr b="0" i="0" sz="900" u="none" cap="none" strike="noStrike">
                <a:solidFill>
                  <a:schemeClr val="accent3"/>
                </a:solidFill>
                <a:latin typeface="Arial"/>
                <a:ea typeface="Arial"/>
                <a:cs typeface="Arial"/>
                <a:sym typeface="Arial"/>
              </a:defRPr>
            </a:lvl1pPr>
            <a:lvl2pPr lvl="1" marR="0" rtl="0" algn="l">
              <a:spcBef>
                <a:spcPts val="0"/>
              </a:spcBef>
              <a:spcAft>
                <a:spcPts val="0"/>
              </a:spcAft>
              <a:buSzPts val="500"/>
              <a:buNone/>
              <a:defRPr b="0" i="0" sz="1300" u="none" cap="none" strike="noStrike">
                <a:solidFill>
                  <a:schemeClr val="dk1"/>
                </a:solidFill>
                <a:latin typeface="Arial"/>
                <a:ea typeface="Arial"/>
                <a:cs typeface="Arial"/>
                <a:sym typeface="Arial"/>
              </a:defRPr>
            </a:lvl2pPr>
            <a:lvl3pPr lvl="2" marR="0" rtl="0" algn="l">
              <a:spcBef>
                <a:spcPts val="0"/>
              </a:spcBef>
              <a:spcAft>
                <a:spcPts val="0"/>
              </a:spcAft>
              <a:buSzPts val="500"/>
              <a:buNone/>
              <a:defRPr b="0" i="0" sz="1300" u="none" cap="none" strike="noStrike">
                <a:solidFill>
                  <a:schemeClr val="dk1"/>
                </a:solidFill>
                <a:latin typeface="Arial"/>
                <a:ea typeface="Arial"/>
                <a:cs typeface="Arial"/>
                <a:sym typeface="Arial"/>
              </a:defRPr>
            </a:lvl3pPr>
            <a:lvl4pPr lvl="3" marR="0" rtl="0" algn="l">
              <a:spcBef>
                <a:spcPts val="0"/>
              </a:spcBef>
              <a:spcAft>
                <a:spcPts val="0"/>
              </a:spcAft>
              <a:buSzPts val="500"/>
              <a:buNone/>
              <a:defRPr b="0" i="0" sz="1300" u="none" cap="none" strike="noStrike">
                <a:solidFill>
                  <a:schemeClr val="dk1"/>
                </a:solidFill>
                <a:latin typeface="Arial"/>
                <a:ea typeface="Arial"/>
                <a:cs typeface="Arial"/>
                <a:sym typeface="Arial"/>
              </a:defRPr>
            </a:lvl4pPr>
            <a:lvl5pPr lvl="4" marR="0" rtl="0" algn="l">
              <a:spcBef>
                <a:spcPts val="0"/>
              </a:spcBef>
              <a:spcAft>
                <a:spcPts val="0"/>
              </a:spcAft>
              <a:buSzPts val="500"/>
              <a:buNone/>
              <a:defRPr b="0" i="0" sz="1300" u="none" cap="none" strike="noStrike">
                <a:solidFill>
                  <a:schemeClr val="dk1"/>
                </a:solidFill>
                <a:latin typeface="Arial"/>
                <a:ea typeface="Arial"/>
                <a:cs typeface="Arial"/>
                <a:sym typeface="Arial"/>
              </a:defRPr>
            </a:lvl5pPr>
            <a:lvl6pPr lvl="5" marR="0" rtl="0" algn="l">
              <a:spcBef>
                <a:spcPts val="0"/>
              </a:spcBef>
              <a:spcAft>
                <a:spcPts val="0"/>
              </a:spcAft>
              <a:buSzPts val="500"/>
              <a:buNone/>
              <a:defRPr b="0" i="0" sz="1300" u="none" cap="none" strike="noStrike">
                <a:solidFill>
                  <a:schemeClr val="dk1"/>
                </a:solidFill>
                <a:latin typeface="Arial"/>
                <a:ea typeface="Arial"/>
                <a:cs typeface="Arial"/>
                <a:sym typeface="Arial"/>
              </a:defRPr>
            </a:lvl6pPr>
            <a:lvl7pPr lvl="6" marR="0" rtl="0" algn="l">
              <a:spcBef>
                <a:spcPts val="0"/>
              </a:spcBef>
              <a:spcAft>
                <a:spcPts val="0"/>
              </a:spcAft>
              <a:buSzPts val="500"/>
              <a:buNone/>
              <a:defRPr b="0" i="0" sz="1300" u="none" cap="none" strike="noStrike">
                <a:solidFill>
                  <a:schemeClr val="dk1"/>
                </a:solidFill>
                <a:latin typeface="Arial"/>
                <a:ea typeface="Arial"/>
                <a:cs typeface="Arial"/>
                <a:sym typeface="Arial"/>
              </a:defRPr>
            </a:lvl7pPr>
            <a:lvl8pPr lvl="7" marR="0" rtl="0" algn="l">
              <a:spcBef>
                <a:spcPts val="0"/>
              </a:spcBef>
              <a:spcAft>
                <a:spcPts val="0"/>
              </a:spcAft>
              <a:buSzPts val="500"/>
              <a:buNone/>
              <a:defRPr b="0" i="0" sz="1300" u="none" cap="none" strike="noStrike">
                <a:solidFill>
                  <a:schemeClr val="dk1"/>
                </a:solidFill>
                <a:latin typeface="Arial"/>
                <a:ea typeface="Arial"/>
                <a:cs typeface="Arial"/>
                <a:sym typeface="Arial"/>
              </a:defRPr>
            </a:lvl8pPr>
            <a:lvl9pPr lvl="8" marR="0" rtl="0" algn="l">
              <a:spcBef>
                <a:spcPts val="0"/>
              </a:spcBef>
              <a:spcAft>
                <a:spcPts val="0"/>
              </a:spcAft>
              <a:buSzPts val="500"/>
              <a:buNone/>
              <a:defRPr b="0" i="0" sz="13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628864" y="4767263"/>
            <a:ext cx="2057400" cy="273900"/>
          </a:xfrm>
          <a:prstGeom prst="rect">
            <a:avLst/>
          </a:prstGeom>
          <a:noFill/>
          <a:ln>
            <a:noFill/>
          </a:ln>
        </p:spPr>
        <p:txBody>
          <a:bodyPr anchorCtr="0" anchor="ctr" bIns="17125" lIns="34275" spcFirstLastPara="1" rIns="34275" wrap="square" tIns="17125">
            <a:noAutofit/>
          </a:bodyPr>
          <a:lstStyle>
            <a:lvl1pPr indent="0" lvl="0" marL="0" marR="0" rtl="0" algn="r">
              <a:spcBef>
                <a:spcPts val="0"/>
              </a:spcBef>
              <a:buNone/>
              <a:defRPr b="0" i="0" sz="900" u="none" cap="none" strike="noStrike">
                <a:solidFill>
                  <a:schemeClr val="accent3"/>
                </a:solidFill>
                <a:latin typeface="Arial"/>
                <a:ea typeface="Arial"/>
                <a:cs typeface="Arial"/>
                <a:sym typeface="Arial"/>
              </a:defRPr>
            </a:lvl1pPr>
            <a:lvl2pPr indent="0" lvl="1" marL="0" marR="0" rtl="0" algn="r">
              <a:spcBef>
                <a:spcPts val="0"/>
              </a:spcBef>
              <a:buNone/>
              <a:defRPr b="0" i="0" sz="900" u="none" cap="none" strike="noStrike">
                <a:solidFill>
                  <a:schemeClr val="accent3"/>
                </a:solidFill>
                <a:latin typeface="Arial"/>
                <a:ea typeface="Arial"/>
                <a:cs typeface="Arial"/>
                <a:sym typeface="Arial"/>
              </a:defRPr>
            </a:lvl2pPr>
            <a:lvl3pPr indent="0" lvl="2" marL="0" marR="0" rtl="0" algn="r">
              <a:spcBef>
                <a:spcPts val="0"/>
              </a:spcBef>
              <a:buNone/>
              <a:defRPr b="0" i="0" sz="900" u="none" cap="none" strike="noStrike">
                <a:solidFill>
                  <a:schemeClr val="accent3"/>
                </a:solidFill>
                <a:latin typeface="Arial"/>
                <a:ea typeface="Arial"/>
                <a:cs typeface="Arial"/>
                <a:sym typeface="Arial"/>
              </a:defRPr>
            </a:lvl3pPr>
            <a:lvl4pPr indent="0" lvl="3" marL="0" marR="0" rtl="0" algn="r">
              <a:spcBef>
                <a:spcPts val="0"/>
              </a:spcBef>
              <a:buNone/>
              <a:defRPr b="0" i="0" sz="900" u="none" cap="none" strike="noStrike">
                <a:solidFill>
                  <a:schemeClr val="accent3"/>
                </a:solidFill>
                <a:latin typeface="Arial"/>
                <a:ea typeface="Arial"/>
                <a:cs typeface="Arial"/>
                <a:sym typeface="Arial"/>
              </a:defRPr>
            </a:lvl4pPr>
            <a:lvl5pPr indent="0" lvl="4" marL="0" marR="0" rtl="0" algn="r">
              <a:spcBef>
                <a:spcPts val="0"/>
              </a:spcBef>
              <a:buNone/>
              <a:defRPr b="0" i="0" sz="900" u="none" cap="none" strike="noStrike">
                <a:solidFill>
                  <a:schemeClr val="accent3"/>
                </a:solidFill>
                <a:latin typeface="Arial"/>
                <a:ea typeface="Arial"/>
                <a:cs typeface="Arial"/>
                <a:sym typeface="Arial"/>
              </a:defRPr>
            </a:lvl5pPr>
            <a:lvl6pPr indent="0" lvl="5" marL="0" marR="0" rtl="0" algn="r">
              <a:spcBef>
                <a:spcPts val="0"/>
              </a:spcBef>
              <a:buNone/>
              <a:defRPr b="0" i="0" sz="900" u="none" cap="none" strike="noStrike">
                <a:solidFill>
                  <a:schemeClr val="accent3"/>
                </a:solidFill>
                <a:latin typeface="Arial"/>
                <a:ea typeface="Arial"/>
                <a:cs typeface="Arial"/>
                <a:sym typeface="Arial"/>
              </a:defRPr>
            </a:lvl6pPr>
            <a:lvl7pPr indent="0" lvl="6" marL="0" marR="0" rtl="0" algn="r">
              <a:spcBef>
                <a:spcPts val="0"/>
              </a:spcBef>
              <a:buNone/>
              <a:defRPr b="0" i="0" sz="900" u="none" cap="none" strike="noStrike">
                <a:solidFill>
                  <a:schemeClr val="accent3"/>
                </a:solidFill>
                <a:latin typeface="Arial"/>
                <a:ea typeface="Arial"/>
                <a:cs typeface="Arial"/>
                <a:sym typeface="Arial"/>
              </a:defRPr>
            </a:lvl7pPr>
            <a:lvl8pPr indent="0" lvl="7" marL="0" marR="0" rtl="0" algn="r">
              <a:spcBef>
                <a:spcPts val="0"/>
              </a:spcBef>
              <a:buNone/>
              <a:defRPr b="0" i="0" sz="900" u="none" cap="none" strike="noStrike">
                <a:solidFill>
                  <a:schemeClr val="accent3"/>
                </a:solidFill>
                <a:latin typeface="Arial"/>
                <a:ea typeface="Arial"/>
                <a:cs typeface="Arial"/>
                <a:sym typeface="Arial"/>
              </a:defRPr>
            </a:lvl8pPr>
            <a:lvl9pPr indent="0" lvl="8" marL="0" marR="0" rtl="0" algn="r">
              <a:spcBef>
                <a:spcPts val="0"/>
              </a:spcBef>
              <a:buNone/>
              <a:defRPr b="0" i="0" sz="9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6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0" Type="http://schemas.openxmlformats.org/officeDocument/2006/relationships/image" Target="../media/image64.png"/><Relationship Id="rId20" Type="http://schemas.openxmlformats.org/officeDocument/2006/relationships/image" Target="../media/image39.png"/><Relationship Id="rId42" Type="http://schemas.openxmlformats.org/officeDocument/2006/relationships/image" Target="../media/image66.png"/><Relationship Id="rId41" Type="http://schemas.openxmlformats.org/officeDocument/2006/relationships/image" Target="../media/image63.png"/><Relationship Id="rId22" Type="http://schemas.openxmlformats.org/officeDocument/2006/relationships/image" Target="../media/image45.png"/><Relationship Id="rId21" Type="http://schemas.openxmlformats.org/officeDocument/2006/relationships/image" Target="../media/image44.png"/><Relationship Id="rId24" Type="http://schemas.openxmlformats.org/officeDocument/2006/relationships/image" Target="../media/image54.png"/><Relationship Id="rId23" Type="http://schemas.openxmlformats.org/officeDocument/2006/relationships/image" Target="../media/image42.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32.png"/><Relationship Id="rId9" Type="http://schemas.openxmlformats.org/officeDocument/2006/relationships/image" Target="../media/image27.png"/><Relationship Id="rId26" Type="http://schemas.openxmlformats.org/officeDocument/2006/relationships/image" Target="../media/image46.png"/><Relationship Id="rId25" Type="http://schemas.openxmlformats.org/officeDocument/2006/relationships/image" Target="../media/image57.png"/><Relationship Id="rId28" Type="http://schemas.openxmlformats.org/officeDocument/2006/relationships/image" Target="../media/image56.png"/><Relationship Id="rId27" Type="http://schemas.openxmlformats.org/officeDocument/2006/relationships/image" Target="../media/image51.png"/><Relationship Id="rId5" Type="http://schemas.openxmlformats.org/officeDocument/2006/relationships/image" Target="../media/image29.png"/><Relationship Id="rId6" Type="http://schemas.openxmlformats.org/officeDocument/2006/relationships/image" Target="../media/image30.png"/><Relationship Id="rId29" Type="http://schemas.openxmlformats.org/officeDocument/2006/relationships/image" Target="../media/image53.png"/><Relationship Id="rId7" Type="http://schemas.openxmlformats.org/officeDocument/2006/relationships/image" Target="../media/image25.png"/><Relationship Id="rId8" Type="http://schemas.openxmlformats.org/officeDocument/2006/relationships/image" Target="../media/image23.png"/><Relationship Id="rId31" Type="http://schemas.openxmlformats.org/officeDocument/2006/relationships/image" Target="../media/image49.png"/><Relationship Id="rId30" Type="http://schemas.openxmlformats.org/officeDocument/2006/relationships/image" Target="../media/image50.png"/><Relationship Id="rId11" Type="http://schemas.openxmlformats.org/officeDocument/2006/relationships/image" Target="../media/image40.png"/><Relationship Id="rId33" Type="http://schemas.openxmlformats.org/officeDocument/2006/relationships/image" Target="../media/image55.png"/><Relationship Id="rId10" Type="http://schemas.openxmlformats.org/officeDocument/2006/relationships/image" Target="../media/image28.png"/><Relationship Id="rId32" Type="http://schemas.openxmlformats.org/officeDocument/2006/relationships/image" Target="../media/image48.png"/><Relationship Id="rId13" Type="http://schemas.openxmlformats.org/officeDocument/2006/relationships/image" Target="../media/image35.png"/><Relationship Id="rId35" Type="http://schemas.openxmlformats.org/officeDocument/2006/relationships/image" Target="../media/image58.png"/><Relationship Id="rId12" Type="http://schemas.openxmlformats.org/officeDocument/2006/relationships/image" Target="../media/image43.png"/><Relationship Id="rId34" Type="http://schemas.openxmlformats.org/officeDocument/2006/relationships/image" Target="../media/image52.jpg"/><Relationship Id="rId15" Type="http://schemas.openxmlformats.org/officeDocument/2006/relationships/image" Target="../media/image34.png"/><Relationship Id="rId37" Type="http://schemas.openxmlformats.org/officeDocument/2006/relationships/image" Target="../media/image60.png"/><Relationship Id="rId14" Type="http://schemas.openxmlformats.org/officeDocument/2006/relationships/image" Target="../media/image18.png"/><Relationship Id="rId36" Type="http://schemas.openxmlformats.org/officeDocument/2006/relationships/image" Target="../media/image59.png"/><Relationship Id="rId17" Type="http://schemas.openxmlformats.org/officeDocument/2006/relationships/image" Target="../media/image37.png"/><Relationship Id="rId39" Type="http://schemas.openxmlformats.org/officeDocument/2006/relationships/image" Target="../media/image61.png"/><Relationship Id="rId16" Type="http://schemas.openxmlformats.org/officeDocument/2006/relationships/image" Target="../media/image36.png"/><Relationship Id="rId38" Type="http://schemas.openxmlformats.org/officeDocument/2006/relationships/image" Target="../media/image62.png"/><Relationship Id="rId19" Type="http://schemas.openxmlformats.org/officeDocument/2006/relationships/image" Target="../media/image38.png"/><Relationship Id="rId18" Type="http://schemas.openxmlformats.org/officeDocument/2006/relationships/image" Target="../media/image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hyperlink" Target="https://github.com/onnx/steering-committee" TargetMode="External"/><Relationship Id="rId4" Type="http://schemas.openxmlformats.org/officeDocument/2006/relationships/hyperlink" Target="https://github.com/onnx/sigs" TargetMode="External"/><Relationship Id="rId5" Type="http://schemas.openxmlformats.org/officeDocument/2006/relationships/hyperlink" Target="https://github.com/onnx/working-group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comments" Target="../comments/comment2.xml"/><Relationship Id="rId4" Type="http://schemas.openxmlformats.org/officeDocument/2006/relationships/hyperlink" Target="https://onnx.ai/" TargetMode="External"/><Relationship Id="rId5" Type="http://schemas.openxmlformats.org/officeDocument/2006/relationships/hyperlink" Target="https://github.com/onnx" TargetMode="External"/><Relationship Id="rId6" Type="http://schemas.openxmlformats.org/officeDocument/2006/relationships/hyperlink" Target="https://gitter.com/onnx" TargetMode="External"/><Relationship Id="rId7" Type="http://schemas.openxmlformats.org/officeDocument/2006/relationships/hyperlink" Target="https://onnx.ai/calendar" TargetMode="External"/><Relationship Id="rId8" Type="http://schemas.openxmlformats.org/officeDocument/2006/relationships/hyperlink" Target="https://lists.lfai.foundation/g/onnx-announ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222448"/>
        </a:solidFill>
      </p:bgPr>
    </p:bg>
    <p:spTree>
      <p:nvGrpSpPr>
        <p:cNvPr id="229" name="Shape 229"/>
        <p:cNvGrpSpPr/>
        <p:nvPr/>
      </p:nvGrpSpPr>
      <p:grpSpPr>
        <a:xfrm>
          <a:off x="0" y="0"/>
          <a:ext cx="0" cy="0"/>
          <a:chOff x="0" y="0"/>
          <a:chExt cx="0" cy="0"/>
        </a:xfrm>
      </p:grpSpPr>
      <p:cxnSp>
        <p:nvCxnSpPr>
          <p:cNvPr id="230" name="Google Shape;230;p50"/>
          <p:cNvCxnSpPr/>
          <p:nvPr/>
        </p:nvCxnSpPr>
        <p:spPr>
          <a:xfrm>
            <a:off x="5718181" y="2104275"/>
            <a:ext cx="0" cy="927900"/>
          </a:xfrm>
          <a:prstGeom prst="straightConnector1">
            <a:avLst/>
          </a:prstGeom>
          <a:noFill/>
          <a:ln cap="flat" cmpd="sng" w="38100">
            <a:solidFill>
              <a:srgbClr val="FFFFFF"/>
            </a:solidFill>
            <a:prstDash val="solid"/>
            <a:round/>
            <a:headEnd len="med" w="med" type="none"/>
            <a:tailEnd len="med" w="med" type="none"/>
          </a:ln>
        </p:spPr>
      </p:cxnSp>
      <p:sp>
        <p:nvSpPr>
          <p:cNvPr id="231" name="Google Shape;231;p50"/>
          <p:cNvSpPr txBox="1"/>
          <p:nvPr/>
        </p:nvSpPr>
        <p:spPr>
          <a:xfrm>
            <a:off x="6063156" y="1923175"/>
            <a:ext cx="2353800" cy="140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Workshop</a:t>
            </a:r>
            <a:endParaRPr sz="3600">
              <a:solidFill>
                <a:srgbClr val="FFFFFF"/>
              </a:solidFill>
            </a:endParaRPr>
          </a:p>
          <a:p>
            <a:pPr indent="0" lvl="0" marL="0" rtl="0" algn="l">
              <a:spcBef>
                <a:spcPts val="0"/>
              </a:spcBef>
              <a:spcAft>
                <a:spcPts val="0"/>
              </a:spcAft>
              <a:buNone/>
            </a:pPr>
            <a:r>
              <a:rPr lang="en" sz="3600">
                <a:solidFill>
                  <a:srgbClr val="FFFFFF"/>
                </a:solidFill>
              </a:rPr>
              <a:t>2020</a:t>
            </a:r>
            <a:endParaRPr sz="3600">
              <a:solidFill>
                <a:srgbClr val="FFFFFF"/>
              </a:solidFill>
            </a:endParaRPr>
          </a:p>
        </p:txBody>
      </p:sp>
      <p:pic>
        <p:nvPicPr>
          <p:cNvPr id="232" name="Google Shape;232;p50"/>
          <p:cNvPicPr preferRelativeResize="0"/>
          <p:nvPr/>
        </p:nvPicPr>
        <p:blipFill rotWithShape="1">
          <a:blip r:embed="rId3">
            <a:alphaModFix/>
          </a:blip>
          <a:srcRect b="0" l="0" r="0" t="0"/>
          <a:stretch/>
        </p:blipFill>
        <p:spPr>
          <a:xfrm>
            <a:off x="743375" y="2005394"/>
            <a:ext cx="4629824" cy="11430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7" name="Shape 237"/>
        <p:cNvGrpSpPr/>
        <p:nvPr/>
      </p:nvGrpSpPr>
      <p:grpSpPr>
        <a:xfrm>
          <a:off x="0" y="0"/>
          <a:ext cx="0" cy="0"/>
          <a:chOff x="0" y="0"/>
          <a:chExt cx="0" cy="0"/>
        </a:xfrm>
      </p:grpSpPr>
      <p:sp>
        <p:nvSpPr>
          <p:cNvPr id="238" name="Google Shape;238;p51"/>
          <p:cNvSpPr txBox="1"/>
          <p:nvPr>
            <p:ph idx="1" type="body"/>
          </p:nvPr>
        </p:nvSpPr>
        <p:spPr>
          <a:xfrm>
            <a:off x="5199178" y="1096210"/>
            <a:ext cx="3436200" cy="3155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 sz="3600"/>
              <a:t>Welcome!</a:t>
            </a:r>
            <a:endParaRPr sz="3400"/>
          </a:p>
        </p:txBody>
      </p:sp>
      <p:cxnSp>
        <p:nvCxnSpPr>
          <p:cNvPr id="239" name="Google Shape;239;p51"/>
          <p:cNvCxnSpPr/>
          <p:nvPr/>
        </p:nvCxnSpPr>
        <p:spPr>
          <a:xfrm>
            <a:off x="4607119" y="1603289"/>
            <a:ext cx="0" cy="2020200"/>
          </a:xfrm>
          <a:prstGeom prst="straightConnector1">
            <a:avLst/>
          </a:prstGeom>
          <a:noFill/>
          <a:ln cap="flat" cmpd="sng" w="60325">
            <a:solidFill>
              <a:srgbClr val="2A7078"/>
            </a:solidFill>
            <a:prstDash val="solid"/>
            <a:miter lim="800000"/>
            <a:headEnd len="sm" w="sm" type="none"/>
            <a:tailEnd len="sm" w="sm" type="none"/>
          </a:ln>
        </p:spPr>
      </p:cxnSp>
      <p:sp>
        <p:nvSpPr>
          <p:cNvPr id="240" name="Google Shape;240;p51"/>
          <p:cNvSpPr txBox="1"/>
          <p:nvPr/>
        </p:nvSpPr>
        <p:spPr>
          <a:xfrm>
            <a:off x="514878" y="330994"/>
            <a:ext cx="3428700" cy="4570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3600"/>
              <a:buFont typeface="Arial"/>
              <a:buNone/>
            </a:pPr>
            <a:r>
              <a:t/>
            </a:r>
            <a:endParaRPr b="0" i="0" sz="3600">
              <a:solidFill>
                <a:schemeClr val="lt1"/>
              </a:solidFill>
              <a:latin typeface="Arial"/>
              <a:ea typeface="Arial"/>
              <a:cs typeface="Arial"/>
              <a:sym typeface="Arial"/>
            </a:endParaRPr>
          </a:p>
        </p:txBody>
      </p:sp>
      <p:pic>
        <p:nvPicPr>
          <p:cNvPr id="241" name="Google Shape;241;p51"/>
          <p:cNvPicPr preferRelativeResize="0"/>
          <p:nvPr/>
        </p:nvPicPr>
        <p:blipFill rotWithShape="1">
          <a:blip r:embed="rId3">
            <a:alphaModFix/>
          </a:blip>
          <a:srcRect b="0" l="0" r="0" t="0"/>
          <a:stretch/>
        </p:blipFill>
        <p:spPr>
          <a:xfrm>
            <a:off x="809857" y="2233625"/>
            <a:ext cx="3076435" cy="7595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222448"/>
        </a:solidFill>
      </p:bgPr>
    </p:bg>
    <p:spTree>
      <p:nvGrpSpPr>
        <p:cNvPr id="245" name="Shape 245"/>
        <p:cNvGrpSpPr/>
        <p:nvPr/>
      </p:nvGrpSpPr>
      <p:grpSpPr>
        <a:xfrm>
          <a:off x="0" y="0"/>
          <a:ext cx="0" cy="0"/>
          <a:chOff x="0" y="0"/>
          <a:chExt cx="0" cy="0"/>
        </a:xfrm>
      </p:grpSpPr>
      <p:sp>
        <p:nvSpPr>
          <p:cNvPr id="246" name="Google Shape;246;p52"/>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Disclaimer</a:t>
            </a:r>
            <a:endParaRPr>
              <a:solidFill>
                <a:srgbClr val="FFFFFF"/>
              </a:solidFill>
            </a:endParaRPr>
          </a:p>
        </p:txBody>
      </p:sp>
      <p:sp>
        <p:nvSpPr>
          <p:cNvPr id="247" name="Google Shape;247;p52"/>
          <p:cNvSpPr/>
          <p:nvPr/>
        </p:nvSpPr>
        <p:spPr>
          <a:xfrm>
            <a:off x="551050" y="1027350"/>
            <a:ext cx="7911900" cy="3550200"/>
          </a:xfrm>
          <a:prstGeom prst="roundRect">
            <a:avLst>
              <a:gd fmla="val 33403"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FF0000"/>
                </a:solidFill>
              </a:rPr>
              <a:t>All workshop presentations, SIG/WG sessions will be recorded and made available publicly afterwards. </a:t>
            </a:r>
            <a:endParaRPr b="1" sz="24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222448"/>
        </a:solidFill>
      </p:bgPr>
    </p:bg>
    <p:spTree>
      <p:nvGrpSpPr>
        <p:cNvPr id="251" name="Shape 251"/>
        <p:cNvGrpSpPr/>
        <p:nvPr/>
      </p:nvGrpSpPr>
      <p:grpSpPr>
        <a:xfrm>
          <a:off x="0" y="0"/>
          <a:ext cx="0" cy="0"/>
          <a:chOff x="0" y="0"/>
          <a:chExt cx="0" cy="0"/>
        </a:xfrm>
      </p:grpSpPr>
      <p:sp>
        <p:nvSpPr>
          <p:cNvPr id="252" name="Google Shape;252;p53"/>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Here today … 200+ registrants, 100+ organizations</a:t>
            </a:r>
            <a:endParaRPr>
              <a:solidFill>
                <a:srgbClr val="FFFFFF"/>
              </a:solidFill>
            </a:endParaRPr>
          </a:p>
        </p:txBody>
      </p:sp>
      <p:pic>
        <p:nvPicPr>
          <p:cNvPr id="253" name="Google Shape;253;p53"/>
          <p:cNvPicPr preferRelativeResize="0"/>
          <p:nvPr/>
        </p:nvPicPr>
        <p:blipFill>
          <a:blip r:embed="rId3">
            <a:alphaModFix/>
          </a:blip>
          <a:stretch>
            <a:fillRect/>
          </a:stretch>
        </p:blipFill>
        <p:spPr>
          <a:xfrm>
            <a:off x="885650" y="942225"/>
            <a:ext cx="7352576" cy="3879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7" name="Shape 257"/>
        <p:cNvGrpSpPr/>
        <p:nvPr/>
      </p:nvGrpSpPr>
      <p:grpSpPr>
        <a:xfrm>
          <a:off x="0" y="0"/>
          <a:ext cx="0" cy="0"/>
          <a:chOff x="0" y="0"/>
          <a:chExt cx="0" cy="0"/>
        </a:xfrm>
      </p:grpSpPr>
      <p:sp>
        <p:nvSpPr>
          <p:cNvPr id="258" name="Google Shape;258;p54"/>
          <p:cNvSpPr txBox="1"/>
          <p:nvPr>
            <p:ph type="title"/>
          </p:nvPr>
        </p:nvSpPr>
        <p:spPr>
          <a:xfrm>
            <a:off x="457736" y="273844"/>
            <a:ext cx="8228400" cy="68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Logistics</a:t>
            </a:r>
            <a:endParaRPr/>
          </a:p>
        </p:txBody>
      </p:sp>
      <p:sp>
        <p:nvSpPr>
          <p:cNvPr id="259" name="Google Shape;259;p54"/>
          <p:cNvSpPr txBox="1"/>
          <p:nvPr>
            <p:ph idx="1" type="body"/>
          </p:nvPr>
        </p:nvSpPr>
        <p:spPr>
          <a:xfrm>
            <a:off x="457736" y="1369219"/>
            <a:ext cx="8228400" cy="32634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Char char="●"/>
            </a:pPr>
            <a:r>
              <a:rPr lang="en" sz="2000"/>
              <a:t>Host of Zoom Meeting will share the slides on screen and record all presentations.</a:t>
            </a:r>
            <a:endParaRPr sz="2000"/>
          </a:p>
          <a:p>
            <a:pPr indent="-355600" lvl="0" marL="457200" rtl="0" algn="l">
              <a:spcBef>
                <a:spcPts val="0"/>
              </a:spcBef>
              <a:spcAft>
                <a:spcPts val="0"/>
              </a:spcAft>
              <a:buSzPts val="2000"/>
              <a:buChar char="●"/>
            </a:pPr>
            <a:r>
              <a:rPr lang="en" sz="2000"/>
              <a:t>All participants will be muted except when presenting.</a:t>
            </a:r>
            <a:endParaRPr sz="2000"/>
          </a:p>
          <a:p>
            <a:pPr indent="-355600" lvl="0" marL="457200" rtl="0" algn="l">
              <a:spcBef>
                <a:spcPts val="0"/>
              </a:spcBef>
              <a:spcAft>
                <a:spcPts val="0"/>
              </a:spcAft>
              <a:buSzPts val="2000"/>
              <a:buChar char="●"/>
            </a:pPr>
            <a:r>
              <a:rPr lang="en" sz="2000"/>
              <a:t>Questions should be posted in the “chat” box and will be answered during the Q&amp;A section after each block of presentations.</a:t>
            </a:r>
            <a:endParaRPr sz="2000"/>
          </a:p>
          <a:p>
            <a:pPr indent="-355600" lvl="0" marL="457200" rtl="0" algn="l">
              <a:spcBef>
                <a:spcPts val="0"/>
              </a:spcBef>
              <a:spcAft>
                <a:spcPts val="0"/>
              </a:spcAft>
              <a:buSzPts val="2000"/>
              <a:buChar char="●"/>
            </a:pPr>
            <a:r>
              <a:rPr lang="en" sz="2000"/>
              <a:t>Please “raise hand” (Zoom feature) if you would like to speak and engage in the discussion.</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3" name="Shape 263"/>
        <p:cNvGrpSpPr/>
        <p:nvPr/>
      </p:nvGrpSpPr>
      <p:grpSpPr>
        <a:xfrm>
          <a:off x="0" y="0"/>
          <a:ext cx="0" cy="0"/>
          <a:chOff x="0" y="0"/>
          <a:chExt cx="0" cy="0"/>
        </a:xfrm>
      </p:grpSpPr>
      <p:sp>
        <p:nvSpPr>
          <p:cNvPr id="264" name="Google Shape;264;p55"/>
          <p:cNvSpPr txBox="1"/>
          <p:nvPr>
            <p:ph type="title"/>
          </p:nvPr>
        </p:nvSpPr>
        <p:spPr>
          <a:xfrm>
            <a:off x="457736" y="273844"/>
            <a:ext cx="8228400" cy="68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Goals</a:t>
            </a:r>
            <a:r>
              <a:rPr lang="en"/>
              <a:t> for the Workshop</a:t>
            </a:r>
            <a:endParaRPr/>
          </a:p>
        </p:txBody>
      </p:sp>
      <p:sp>
        <p:nvSpPr>
          <p:cNvPr id="265" name="Google Shape;265;p55"/>
          <p:cNvSpPr txBox="1"/>
          <p:nvPr>
            <p:ph idx="1" type="body"/>
          </p:nvPr>
        </p:nvSpPr>
        <p:spPr>
          <a:xfrm>
            <a:off x="457725" y="1369225"/>
            <a:ext cx="8518800" cy="3263400"/>
          </a:xfrm>
          <a:prstGeom prst="rect">
            <a:avLst/>
          </a:prstGeom>
        </p:spPr>
        <p:txBody>
          <a:bodyPr anchorCtr="0" anchor="t" bIns="0" lIns="0" spcFirstLastPara="1" rIns="0" wrap="square" tIns="0">
            <a:noAutofit/>
          </a:bodyPr>
          <a:lstStyle/>
          <a:p>
            <a:pPr indent="-381000" lvl="0" marL="457200" marR="0" rtl="0" algn="l">
              <a:lnSpc>
                <a:spcPct val="130000"/>
              </a:lnSpc>
              <a:spcBef>
                <a:spcPts val="0"/>
              </a:spcBef>
              <a:spcAft>
                <a:spcPts val="0"/>
              </a:spcAft>
              <a:buSzPts val="2400"/>
              <a:buChar char="●"/>
            </a:pPr>
            <a:r>
              <a:rPr lang="en" sz="2400"/>
              <a:t>Get the latest updates on ONNX - Releases, Governance and SIGs/WGs</a:t>
            </a:r>
            <a:endParaRPr sz="2400"/>
          </a:p>
          <a:p>
            <a:pPr indent="-381000" lvl="0" marL="457200" marR="0" rtl="0" algn="l">
              <a:lnSpc>
                <a:spcPct val="130000"/>
              </a:lnSpc>
              <a:spcBef>
                <a:spcPts val="0"/>
              </a:spcBef>
              <a:spcAft>
                <a:spcPts val="0"/>
              </a:spcAft>
              <a:buSzPts val="2400"/>
              <a:buChar char="●"/>
            </a:pPr>
            <a:r>
              <a:rPr lang="en" sz="2400"/>
              <a:t>Learn from the community and how ONNX is being used</a:t>
            </a:r>
            <a:endParaRPr sz="2400"/>
          </a:p>
          <a:p>
            <a:pPr indent="-381000" lvl="0" marL="457200" marR="0" rtl="0" algn="l">
              <a:lnSpc>
                <a:spcPct val="130000"/>
              </a:lnSpc>
              <a:spcBef>
                <a:spcPts val="0"/>
              </a:spcBef>
              <a:spcAft>
                <a:spcPts val="0"/>
              </a:spcAft>
              <a:buSzPts val="2400"/>
              <a:buChar char="●"/>
            </a:pPr>
            <a:r>
              <a:rPr lang="en" sz="2400"/>
              <a:t>Share feedback on what is working (and what isn’t)</a:t>
            </a:r>
            <a:endParaRPr sz="2400"/>
          </a:p>
          <a:p>
            <a:pPr indent="-381000" lvl="0" marL="457200" marR="0" rtl="0" algn="l">
              <a:lnSpc>
                <a:spcPct val="130000"/>
              </a:lnSpc>
              <a:spcBef>
                <a:spcPts val="0"/>
              </a:spcBef>
              <a:spcAft>
                <a:spcPts val="0"/>
              </a:spcAft>
              <a:buSzPts val="2400"/>
              <a:buChar char="●"/>
            </a:pPr>
            <a:r>
              <a:rPr lang="en" sz="2400"/>
              <a:t>Learn how to get more involved with ONNX Steering Committee, SIGs and Working Groups</a:t>
            </a:r>
            <a:endParaRPr sz="2400"/>
          </a:p>
          <a:p>
            <a:pPr indent="0" lvl="0" marL="457200" marR="0" rtl="0" algn="l">
              <a:lnSpc>
                <a:spcPct val="130000"/>
              </a:lnSpc>
              <a:spcBef>
                <a:spcPts val="1800"/>
              </a:spcBef>
              <a:spcAft>
                <a:spcPts val="1800"/>
              </a:spcAft>
              <a:buNone/>
            </a:pPr>
            <a:r>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9" name="Shape 269"/>
        <p:cNvGrpSpPr/>
        <p:nvPr/>
      </p:nvGrpSpPr>
      <p:grpSpPr>
        <a:xfrm>
          <a:off x="0" y="0"/>
          <a:ext cx="0" cy="0"/>
          <a:chOff x="0" y="0"/>
          <a:chExt cx="0" cy="0"/>
        </a:xfrm>
      </p:grpSpPr>
      <p:pic>
        <p:nvPicPr>
          <p:cNvPr id="270" name="Google Shape;270;p56"/>
          <p:cNvPicPr preferRelativeResize="0"/>
          <p:nvPr/>
        </p:nvPicPr>
        <p:blipFill>
          <a:blip r:embed="rId3">
            <a:alphaModFix/>
          </a:blip>
          <a:stretch>
            <a:fillRect/>
          </a:stretch>
        </p:blipFill>
        <p:spPr>
          <a:xfrm>
            <a:off x="909800" y="1333572"/>
            <a:ext cx="7323401" cy="3088900"/>
          </a:xfrm>
          <a:prstGeom prst="rect">
            <a:avLst/>
          </a:prstGeom>
          <a:noFill/>
          <a:ln>
            <a:noFill/>
          </a:ln>
        </p:spPr>
      </p:pic>
      <p:sp>
        <p:nvSpPr>
          <p:cNvPr id="271" name="Google Shape;271;p56"/>
          <p:cNvSpPr txBox="1"/>
          <p:nvPr>
            <p:ph type="title"/>
          </p:nvPr>
        </p:nvSpPr>
        <p:spPr>
          <a:xfrm>
            <a:off x="457736" y="273844"/>
            <a:ext cx="8228400" cy="68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Agenda - Part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5" name="Shape 275"/>
        <p:cNvGrpSpPr/>
        <p:nvPr/>
      </p:nvGrpSpPr>
      <p:grpSpPr>
        <a:xfrm>
          <a:off x="0" y="0"/>
          <a:ext cx="0" cy="0"/>
          <a:chOff x="0" y="0"/>
          <a:chExt cx="0" cy="0"/>
        </a:xfrm>
      </p:grpSpPr>
      <p:sp>
        <p:nvSpPr>
          <p:cNvPr id="276" name="Google Shape;276;p57"/>
          <p:cNvSpPr txBox="1"/>
          <p:nvPr>
            <p:ph type="title"/>
          </p:nvPr>
        </p:nvSpPr>
        <p:spPr>
          <a:xfrm>
            <a:off x="457736" y="273844"/>
            <a:ext cx="8228400" cy="68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Agenda - Part 2</a:t>
            </a:r>
            <a:endParaRPr/>
          </a:p>
        </p:txBody>
      </p:sp>
      <p:pic>
        <p:nvPicPr>
          <p:cNvPr id="277" name="Google Shape;277;p57"/>
          <p:cNvPicPr preferRelativeResize="0"/>
          <p:nvPr/>
        </p:nvPicPr>
        <p:blipFill>
          <a:blip r:embed="rId3">
            <a:alphaModFix/>
          </a:blip>
          <a:stretch>
            <a:fillRect/>
          </a:stretch>
        </p:blipFill>
        <p:spPr>
          <a:xfrm>
            <a:off x="909800" y="1339625"/>
            <a:ext cx="7300750" cy="2168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2" name="Shape 282"/>
        <p:cNvGrpSpPr/>
        <p:nvPr/>
      </p:nvGrpSpPr>
      <p:grpSpPr>
        <a:xfrm>
          <a:off x="0" y="0"/>
          <a:ext cx="0" cy="0"/>
          <a:chOff x="0" y="0"/>
          <a:chExt cx="0" cy="0"/>
        </a:xfrm>
      </p:grpSpPr>
      <p:sp>
        <p:nvSpPr>
          <p:cNvPr id="283" name="Google Shape;283;p58"/>
          <p:cNvSpPr txBox="1"/>
          <p:nvPr>
            <p:ph idx="1" type="body"/>
          </p:nvPr>
        </p:nvSpPr>
        <p:spPr>
          <a:xfrm>
            <a:off x="5199175" y="1096200"/>
            <a:ext cx="3798600" cy="3155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 sz="3600"/>
              <a:t>State of the state</a:t>
            </a:r>
            <a:endParaRPr sz="3400"/>
          </a:p>
        </p:txBody>
      </p:sp>
      <p:cxnSp>
        <p:nvCxnSpPr>
          <p:cNvPr id="284" name="Google Shape;284;p58"/>
          <p:cNvCxnSpPr/>
          <p:nvPr/>
        </p:nvCxnSpPr>
        <p:spPr>
          <a:xfrm>
            <a:off x="4607119" y="1603289"/>
            <a:ext cx="0" cy="2020200"/>
          </a:xfrm>
          <a:prstGeom prst="straightConnector1">
            <a:avLst/>
          </a:prstGeom>
          <a:noFill/>
          <a:ln cap="flat" cmpd="sng" w="60325">
            <a:solidFill>
              <a:srgbClr val="2A7078"/>
            </a:solidFill>
            <a:prstDash val="solid"/>
            <a:miter lim="800000"/>
            <a:headEnd len="sm" w="sm" type="none"/>
            <a:tailEnd len="sm" w="sm" type="none"/>
          </a:ln>
        </p:spPr>
      </p:cxnSp>
      <p:sp>
        <p:nvSpPr>
          <p:cNvPr id="285" name="Google Shape;285;p58"/>
          <p:cNvSpPr txBox="1"/>
          <p:nvPr/>
        </p:nvSpPr>
        <p:spPr>
          <a:xfrm>
            <a:off x="514878" y="330994"/>
            <a:ext cx="3428700" cy="4570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3600"/>
              <a:buFont typeface="Arial"/>
              <a:buNone/>
            </a:pPr>
            <a:r>
              <a:t/>
            </a:r>
            <a:endParaRPr b="0" i="0" sz="3600">
              <a:solidFill>
                <a:schemeClr val="lt1"/>
              </a:solidFill>
              <a:latin typeface="Arial"/>
              <a:ea typeface="Arial"/>
              <a:cs typeface="Arial"/>
              <a:sym typeface="Arial"/>
            </a:endParaRPr>
          </a:p>
        </p:txBody>
      </p:sp>
      <p:pic>
        <p:nvPicPr>
          <p:cNvPr id="286" name="Google Shape;286;p58"/>
          <p:cNvPicPr preferRelativeResize="0"/>
          <p:nvPr/>
        </p:nvPicPr>
        <p:blipFill rotWithShape="1">
          <a:blip r:embed="rId3">
            <a:alphaModFix/>
          </a:blip>
          <a:srcRect b="0" l="0" r="0" t="0"/>
          <a:stretch/>
        </p:blipFill>
        <p:spPr>
          <a:xfrm>
            <a:off x="809857" y="2233625"/>
            <a:ext cx="3076435" cy="7595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0" name="Shape 290"/>
        <p:cNvGrpSpPr/>
        <p:nvPr/>
      </p:nvGrpSpPr>
      <p:grpSpPr>
        <a:xfrm>
          <a:off x="0" y="0"/>
          <a:ext cx="0" cy="0"/>
          <a:chOff x="0" y="0"/>
          <a:chExt cx="0" cy="0"/>
        </a:xfrm>
      </p:grpSpPr>
      <p:sp>
        <p:nvSpPr>
          <p:cNvPr id="291" name="Google Shape;291;p59"/>
          <p:cNvSpPr/>
          <p:nvPr/>
        </p:nvSpPr>
        <p:spPr>
          <a:xfrm>
            <a:off x="408325" y="1205900"/>
            <a:ext cx="2308500" cy="163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9"/>
          <p:cNvSpPr/>
          <p:nvPr/>
        </p:nvSpPr>
        <p:spPr>
          <a:xfrm>
            <a:off x="3265125" y="1205900"/>
            <a:ext cx="2308500" cy="163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9"/>
          <p:cNvSpPr/>
          <p:nvPr/>
        </p:nvSpPr>
        <p:spPr>
          <a:xfrm>
            <a:off x="474325" y="3344475"/>
            <a:ext cx="2308500" cy="163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9"/>
          <p:cNvSpPr/>
          <p:nvPr/>
        </p:nvSpPr>
        <p:spPr>
          <a:xfrm>
            <a:off x="6160725" y="1205900"/>
            <a:ext cx="2308500" cy="163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9"/>
          <p:cNvSpPr/>
          <p:nvPr/>
        </p:nvSpPr>
        <p:spPr>
          <a:xfrm>
            <a:off x="3331125" y="3377350"/>
            <a:ext cx="2308500" cy="163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9"/>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Engagement</a:t>
            </a:r>
            <a:r>
              <a:rPr lang="en"/>
              <a:t> &amp; usage</a:t>
            </a:r>
            <a:r>
              <a:rPr lang="en"/>
              <a:t> (compared to 3/22/19)</a:t>
            </a:r>
            <a:endParaRPr/>
          </a:p>
        </p:txBody>
      </p:sp>
      <p:sp>
        <p:nvSpPr>
          <p:cNvPr id="297" name="Google Shape;297;p59"/>
          <p:cNvSpPr txBox="1"/>
          <p:nvPr/>
        </p:nvSpPr>
        <p:spPr>
          <a:xfrm>
            <a:off x="408325" y="1293100"/>
            <a:ext cx="2440500" cy="1547400"/>
          </a:xfrm>
          <a:prstGeom prst="rect">
            <a:avLst/>
          </a:prstGeom>
          <a:noFill/>
          <a:ln>
            <a:noFill/>
          </a:ln>
        </p:spPr>
        <p:txBody>
          <a:bodyPr anchorCtr="0" anchor="b" bIns="0" lIns="0" spcFirstLastPara="1" rIns="0" wrap="square" tIns="0">
            <a:noAutofit/>
          </a:bodyPr>
          <a:lstStyle/>
          <a:p>
            <a:pPr indent="0" lvl="0" marL="0" marR="0" rtl="0" algn="l">
              <a:lnSpc>
                <a:spcPct val="130000"/>
              </a:lnSpc>
              <a:spcBef>
                <a:spcPts val="0"/>
              </a:spcBef>
              <a:spcAft>
                <a:spcPts val="0"/>
              </a:spcAft>
              <a:buClr>
                <a:schemeClr val="accent1"/>
              </a:buClr>
              <a:buSzPts val="9000"/>
              <a:buFont typeface="Arial"/>
              <a:buNone/>
            </a:pPr>
            <a:r>
              <a:rPr lang="en" sz="4800">
                <a:solidFill>
                  <a:schemeClr val="accent1"/>
                </a:solidFill>
              </a:rPr>
              <a:t>   </a:t>
            </a:r>
            <a:r>
              <a:rPr lang="en" sz="4800">
                <a:solidFill>
                  <a:srgbClr val="4A86E8"/>
                </a:solidFill>
              </a:rPr>
              <a:t>1505</a:t>
            </a:r>
            <a:endParaRPr b="0" i="0" sz="4800">
              <a:solidFill>
                <a:srgbClr val="4A86E8"/>
              </a:solidFill>
              <a:latin typeface="Arial"/>
              <a:ea typeface="Arial"/>
              <a:cs typeface="Arial"/>
              <a:sym typeface="Arial"/>
            </a:endParaRPr>
          </a:p>
          <a:p>
            <a:pPr indent="0" lvl="0" marL="0" marR="0" rtl="0" algn="ctr">
              <a:lnSpc>
                <a:spcPct val="130000"/>
              </a:lnSpc>
              <a:spcBef>
                <a:spcPts val="1300"/>
              </a:spcBef>
              <a:spcAft>
                <a:spcPts val="0"/>
              </a:spcAft>
              <a:buClr>
                <a:schemeClr val="dk1"/>
              </a:buClr>
              <a:buSzPts val="2200"/>
              <a:buFont typeface="Arial"/>
              <a:buNone/>
            </a:pPr>
            <a:r>
              <a:rPr lang="en" sz="2200">
                <a:solidFill>
                  <a:schemeClr val="dk1"/>
                </a:solidFill>
              </a:rPr>
              <a:t>P</a:t>
            </a:r>
            <a:r>
              <a:rPr b="0" i="0" lang="en" sz="2200">
                <a:solidFill>
                  <a:schemeClr val="dk1"/>
                </a:solidFill>
                <a:latin typeface="Arial"/>
                <a:ea typeface="Arial"/>
                <a:cs typeface="Arial"/>
                <a:sym typeface="Arial"/>
              </a:rPr>
              <a:t>ull requests </a:t>
            </a:r>
            <a:endParaRPr b="0" i="0" sz="2200">
              <a:solidFill>
                <a:schemeClr val="dk1"/>
              </a:solidFill>
              <a:latin typeface="Arial"/>
              <a:ea typeface="Arial"/>
              <a:cs typeface="Arial"/>
              <a:sym typeface="Arial"/>
            </a:endParaRPr>
          </a:p>
        </p:txBody>
      </p:sp>
      <p:sp>
        <p:nvSpPr>
          <p:cNvPr id="298" name="Google Shape;298;p59"/>
          <p:cNvSpPr txBox="1"/>
          <p:nvPr/>
        </p:nvSpPr>
        <p:spPr>
          <a:xfrm>
            <a:off x="3241363" y="1293100"/>
            <a:ext cx="2440500" cy="1547400"/>
          </a:xfrm>
          <a:prstGeom prst="rect">
            <a:avLst/>
          </a:prstGeom>
          <a:noFill/>
          <a:ln>
            <a:noFill/>
          </a:ln>
        </p:spPr>
        <p:txBody>
          <a:bodyPr anchorCtr="0" anchor="b" bIns="0" lIns="0" spcFirstLastPara="1" rIns="0" wrap="square" tIns="0">
            <a:noAutofit/>
          </a:bodyPr>
          <a:lstStyle/>
          <a:p>
            <a:pPr indent="0" lvl="0" marL="0" marR="0" rtl="0" algn="l">
              <a:lnSpc>
                <a:spcPct val="130000"/>
              </a:lnSpc>
              <a:spcBef>
                <a:spcPts val="0"/>
              </a:spcBef>
              <a:spcAft>
                <a:spcPts val="0"/>
              </a:spcAft>
              <a:buClr>
                <a:schemeClr val="accent1"/>
              </a:buClr>
              <a:buSzPts val="9000"/>
              <a:buFont typeface="Arial"/>
              <a:buNone/>
            </a:pPr>
            <a:r>
              <a:rPr lang="en" sz="4800">
                <a:solidFill>
                  <a:schemeClr val="accent1"/>
                </a:solidFill>
              </a:rPr>
              <a:t>    </a:t>
            </a:r>
            <a:r>
              <a:rPr b="0" i="0" lang="en" sz="4800">
                <a:solidFill>
                  <a:srgbClr val="4A86E8"/>
                </a:solidFill>
                <a:latin typeface="Arial"/>
                <a:ea typeface="Arial"/>
                <a:cs typeface="Arial"/>
                <a:sym typeface="Arial"/>
              </a:rPr>
              <a:t>1</a:t>
            </a:r>
            <a:r>
              <a:rPr lang="en" sz="4800">
                <a:solidFill>
                  <a:srgbClr val="4A86E8"/>
                </a:solidFill>
              </a:rPr>
              <a:t>55</a:t>
            </a:r>
            <a:endParaRPr b="0" i="0" sz="4800">
              <a:solidFill>
                <a:srgbClr val="4A86E8"/>
              </a:solidFill>
              <a:latin typeface="Arial"/>
              <a:ea typeface="Arial"/>
              <a:cs typeface="Arial"/>
              <a:sym typeface="Arial"/>
            </a:endParaRPr>
          </a:p>
          <a:p>
            <a:pPr indent="0" lvl="0" marL="0" marR="0" rtl="0" algn="l">
              <a:lnSpc>
                <a:spcPct val="130000"/>
              </a:lnSpc>
              <a:spcBef>
                <a:spcPts val="1300"/>
              </a:spcBef>
              <a:spcAft>
                <a:spcPts val="0"/>
              </a:spcAft>
              <a:buClr>
                <a:schemeClr val="dk1"/>
              </a:buClr>
              <a:buSzPts val="2200"/>
              <a:buFont typeface="Arial"/>
              <a:buNone/>
            </a:pPr>
            <a:r>
              <a:rPr lang="en" sz="2200">
                <a:solidFill>
                  <a:schemeClr val="dk1"/>
                </a:solidFill>
              </a:rPr>
              <a:t>     Contributors</a:t>
            </a:r>
            <a:endParaRPr b="0" i="0" sz="2200">
              <a:solidFill>
                <a:schemeClr val="dk1"/>
              </a:solidFill>
              <a:latin typeface="Arial"/>
              <a:ea typeface="Arial"/>
              <a:cs typeface="Arial"/>
              <a:sym typeface="Arial"/>
            </a:endParaRPr>
          </a:p>
        </p:txBody>
      </p:sp>
      <p:sp>
        <p:nvSpPr>
          <p:cNvPr id="299" name="Google Shape;299;p59"/>
          <p:cNvSpPr txBox="1"/>
          <p:nvPr/>
        </p:nvSpPr>
        <p:spPr>
          <a:xfrm>
            <a:off x="6121888" y="1293100"/>
            <a:ext cx="2440500" cy="1547400"/>
          </a:xfrm>
          <a:prstGeom prst="rect">
            <a:avLst/>
          </a:prstGeom>
          <a:noFill/>
          <a:ln>
            <a:noFill/>
          </a:ln>
        </p:spPr>
        <p:txBody>
          <a:bodyPr anchorCtr="0" anchor="b" bIns="0" lIns="0" spcFirstLastPara="1" rIns="0" wrap="square" tIns="0">
            <a:noAutofit/>
          </a:bodyPr>
          <a:lstStyle/>
          <a:p>
            <a:pPr indent="0" lvl="0" marL="0" marR="0" rtl="0" algn="l">
              <a:lnSpc>
                <a:spcPct val="130000"/>
              </a:lnSpc>
              <a:spcBef>
                <a:spcPts val="0"/>
              </a:spcBef>
              <a:spcAft>
                <a:spcPts val="0"/>
              </a:spcAft>
              <a:buClr>
                <a:schemeClr val="accent1"/>
              </a:buClr>
              <a:buSzPts val="9000"/>
              <a:buFont typeface="Arial"/>
              <a:buNone/>
            </a:pPr>
            <a:r>
              <a:rPr lang="en" sz="4800">
                <a:solidFill>
                  <a:srgbClr val="4A86E8"/>
                </a:solidFill>
              </a:rPr>
              <a:t>   8.1k</a:t>
            </a:r>
            <a:endParaRPr b="0" i="0" sz="4800">
              <a:solidFill>
                <a:srgbClr val="4A86E8"/>
              </a:solidFill>
              <a:latin typeface="Arial"/>
              <a:ea typeface="Arial"/>
              <a:cs typeface="Arial"/>
              <a:sym typeface="Arial"/>
            </a:endParaRPr>
          </a:p>
          <a:p>
            <a:pPr indent="0" lvl="0" marL="0" marR="0" rtl="0" algn="l">
              <a:lnSpc>
                <a:spcPct val="130000"/>
              </a:lnSpc>
              <a:spcBef>
                <a:spcPts val="1300"/>
              </a:spcBef>
              <a:spcAft>
                <a:spcPts val="0"/>
              </a:spcAft>
              <a:buClr>
                <a:schemeClr val="dk1"/>
              </a:buClr>
              <a:buSzPts val="2200"/>
              <a:buFont typeface="Arial"/>
              <a:buNone/>
            </a:pPr>
            <a:r>
              <a:rPr lang="en" sz="2200">
                <a:solidFill>
                  <a:schemeClr val="dk1"/>
                </a:solidFill>
              </a:rPr>
              <a:t>     Github stars</a:t>
            </a:r>
            <a:endParaRPr b="0" i="0" sz="2200">
              <a:solidFill>
                <a:schemeClr val="dk1"/>
              </a:solidFill>
              <a:latin typeface="Arial"/>
              <a:ea typeface="Arial"/>
              <a:cs typeface="Arial"/>
              <a:sym typeface="Arial"/>
            </a:endParaRPr>
          </a:p>
        </p:txBody>
      </p:sp>
      <p:sp>
        <p:nvSpPr>
          <p:cNvPr id="300" name="Google Shape;300;p59"/>
          <p:cNvSpPr txBox="1"/>
          <p:nvPr/>
        </p:nvSpPr>
        <p:spPr>
          <a:xfrm>
            <a:off x="408325" y="3421000"/>
            <a:ext cx="2440500" cy="1547400"/>
          </a:xfrm>
          <a:prstGeom prst="rect">
            <a:avLst/>
          </a:prstGeom>
          <a:noFill/>
          <a:ln>
            <a:noFill/>
          </a:ln>
        </p:spPr>
        <p:txBody>
          <a:bodyPr anchorCtr="0" anchor="b" bIns="0" lIns="0" spcFirstLastPara="1" rIns="0" wrap="square" tIns="0">
            <a:noAutofit/>
          </a:bodyPr>
          <a:lstStyle/>
          <a:p>
            <a:pPr indent="0" lvl="0" marL="0" marR="0" rtl="0" algn="l">
              <a:lnSpc>
                <a:spcPct val="130000"/>
              </a:lnSpc>
              <a:spcBef>
                <a:spcPts val="0"/>
              </a:spcBef>
              <a:spcAft>
                <a:spcPts val="0"/>
              </a:spcAft>
              <a:buClr>
                <a:schemeClr val="accent1"/>
              </a:buClr>
              <a:buSzPts val="9000"/>
              <a:buFont typeface="Arial"/>
              <a:buNone/>
            </a:pPr>
            <a:r>
              <a:rPr lang="en" sz="4800">
                <a:solidFill>
                  <a:schemeClr val="accent1"/>
                </a:solidFill>
              </a:rPr>
              <a:t>   </a:t>
            </a:r>
            <a:r>
              <a:rPr lang="en" sz="4800">
                <a:solidFill>
                  <a:srgbClr val="4A86E8"/>
                </a:solidFill>
              </a:rPr>
              <a:t>1.4k</a:t>
            </a:r>
            <a:endParaRPr b="0" i="0" sz="4800">
              <a:solidFill>
                <a:srgbClr val="4A86E8"/>
              </a:solidFill>
              <a:latin typeface="Arial"/>
              <a:ea typeface="Arial"/>
              <a:cs typeface="Arial"/>
              <a:sym typeface="Arial"/>
            </a:endParaRPr>
          </a:p>
          <a:p>
            <a:pPr indent="0" lvl="0" marL="0" marR="0" rtl="0" algn="l">
              <a:lnSpc>
                <a:spcPct val="130000"/>
              </a:lnSpc>
              <a:spcBef>
                <a:spcPts val="1300"/>
              </a:spcBef>
              <a:spcAft>
                <a:spcPts val="0"/>
              </a:spcAft>
              <a:buClr>
                <a:schemeClr val="dk1"/>
              </a:buClr>
              <a:buSzPts val="2200"/>
              <a:buFont typeface="Arial"/>
              <a:buNone/>
            </a:pPr>
            <a:r>
              <a:rPr lang="en" sz="2200">
                <a:solidFill>
                  <a:schemeClr val="dk1"/>
                </a:solidFill>
              </a:rPr>
              <a:t>     Github forks</a:t>
            </a:r>
            <a:endParaRPr b="0" i="0" sz="2200">
              <a:solidFill>
                <a:schemeClr val="dk1"/>
              </a:solidFill>
              <a:latin typeface="Arial"/>
              <a:ea typeface="Arial"/>
              <a:cs typeface="Arial"/>
              <a:sym typeface="Arial"/>
            </a:endParaRPr>
          </a:p>
        </p:txBody>
      </p:sp>
      <p:sp>
        <p:nvSpPr>
          <p:cNvPr id="301" name="Google Shape;301;p59"/>
          <p:cNvSpPr txBox="1"/>
          <p:nvPr/>
        </p:nvSpPr>
        <p:spPr>
          <a:xfrm>
            <a:off x="3265125" y="3421000"/>
            <a:ext cx="2440500" cy="1547400"/>
          </a:xfrm>
          <a:prstGeom prst="rect">
            <a:avLst/>
          </a:prstGeom>
          <a:noFill/>
          <a:ln>
            <a:noFill/>
          </a:ln>
        </p:spPr>
        <p:txBody>
          <a:bodyPr anchorCtr="0" anchor="b" bIns="0" lIns="0" spcFirstLastPara="1" rIns="0" wrap="square" tIns="0">
            <a:noAutofit/>
          </a:bodyPr>
          <a:lstStyle/>
          <a:p>
            <a:pPr indent="0" lvl="0" marL="0" marR="0" rtl="0" algn="l">
              <a:lnSpc>
                <a:spcPct val="130000"/>
              </a:lnSpc>
              <a:spcBef>
                <a:spcPts val="0"/>
              </a:spcBef>
              <a:spcAft>
                <a:spcPts val="0"/>
              </a:spcAft>
              <a:buClr>
                <a:schemeClr val="accent1"/>
              </a:buClr>
              <a:buSzPts val="9000"/>
              <a:buFont typeface="Arial"/>
              <a:buNone/>
            </a:pPr>
            <a:r>
              <a:rPr lang="en" sz="4800">
                <a:solidFill>
                  <a:schemeClr val="accent1"/>
                </a:solidFill>
              </a:rPr>
              <a:t>    </a:t>
            </a:r>
            <a:r>
              <a:rPr lang="en" sz="4800">
                <a:solidFill>
                  <a:srgbClr val="4A86E8"/>
                </a:solidFill>
              </a:rPr>
              <a:t>127</a:t>
            </a:r>
            <a:endParaRPr b="0" i="0" sz="4800">
              <a:solidFill>
                <a:srgbClr val="4A86E8"/>
              </a:solidFill>
              <a:latin typeface="Arial"/>
              <a:ea typeface="Arial"/>
              <a:cs typeface="Arial"/>
              <a:sym typeface="Arial"/>
            </a:endParaRPr>
          </a:p>
          <a:p>
            <a:pPr indent="0" lvl="0" marL="0" marR="0" rtl="0" algn="ctr">
              <a:lnSpc>
                <a:spcPct val="130000"/>
              </a:lnSpc>
              <a:spcBef>
                <a:spcPts val="1300"/>
              </a:spcBef>
              <a:spcAft>
                <a:spcPts val="0"/>
              </a:spcAft>
              <a:buClr>
                <a:schemeClr val="dk1"/>
              </a:buClr>
              <a:buSzPts val="2200"/>
              <a:buFont typeface="Arial"/>
              <a:buNone/>
            </a:pPr>
            <a:r>
              <a:rPr lang="en" sz="2200">
                <a:solidFill>
                  <a:schemeClr val="dk1"/>
                </a:solidFill>
              </a:rPr>
              <a:t>Published Papers</a:t>
            </a:r>
            <a:endParaRPr b="0" i="0" sz="2200">
              <a:solidFill>
                <a:schemeClr val="dk1"/>
              </a:solidFill>
              <a:latin typeface="Arial"/>
              <a:ea typeface="Arial"/>
              <a:cs typeface="Arial"/>
              <a:sym typeface="Arial"/>
            </a:endParaRPr>
          </a:p>
        </p:txBody>
      </p:sp>
      <p:cxnSp>
        <p:nvCxnSpPr>
          <p:cNvPr id="302" name="Google Shape;302;p59"/>
          <p:cNvCxnSpPr/>
          <p:nvPr/>
        </p:nvCxnSpPr>
        <p:spPr>
          <a:xfrm rot="10800000">
            <a:off x="3095475" y="1101550"/>
            <a:ext cx="0" cy="208800"/>
          </a:xfrm>
          <a:prstGeom prst="straightConnector1">
            <a:avLst/>
          </a:prstGeom>
          <a:noFill/>
          <a:ln cap="flat" cmpd="sng" w="9525">
            <a:solidFill>
              <a:srgbClr val="000000"/>
            </a:solidFill>
            <a:prstDash val="solid"/>
            <a:round/>
            <a:headEnd len="med" w="med" type="none"/>
            <a:tailEnd len="med" w="med" type="triangle"/>
          </a:ln>
        </p:spPr>
      </p:cxnSp>
      <p:cxnSp>
        <p:nvCxnSpPr>
          <p:cNvPr id="303" name="Google Shape;303;p59"/>
          <p:cNvCxnSpPr/>
          <p:nvPr/>
        </p:nvCxnSpPr>
        <p:spPr>
          <a:xfrm rot="10800000">
            <a:off x="5890175" y="1096750"/>
            <a:ext cx="0" cy="208800"/>
          </a:xfrm>
          <a:prstGeom prst="straightConnector1">
            <a:avLst/>
          </a:prstGeom>
          <a:noFill/>
          <a:ln cap="flat" cmpd="sng" w="9525">
            <a:solidFill>
              <a:srgbClr val="000000"/>
            </a:solidFill>
            <a:prstDash val="solid"/>
            <a:round/>
            <a:headEnd len="med" w="med" type="none"/>
            <a:tailEnd len="med" w="med" type="triangle"/>
          </a:ln>
        </p:spPr>
      </p:cxnSp>
      <p:sp>
        <p:nvSpPr>
          <p:cNvPr id="304" name="Google Shape;304;p59"/>
          <p:cNvSpPr/>
          <p:nvPr/>
        </p:nvSpPr>
        <p:spPr>
          <a:xfrm>
            <a:off x="2383100" y="864100"/>
            <a:ext cx="782100" cy="693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11%</a:t>
            </a:r>
            <a:endParaRPr sz="1800"/>
          </a:p>
        </p:txBody>
      </p:sp>
      <p:sp>
        <p:nvSpPr>
          <p:cNvPr id="305" name="Google Shape;305;p59"/>
          <p:cNvSpPr/>
          <p:nvPr/>
        </p:nvSpPr>
        <p:spPr>
          <a:xfrm>
            <a:off x="5254000" y="859300"/>
            <a:ext cx="782100" cy="693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21</a:t>
            </a:r>
            <a:r>
              <a:rPr lang="en" sz="1800"/>
              <a:t>%</a:t>
            </a:r>
            <a:endParaRPr sz="1800"/>
          </a:p>
        </p:txBody>
      </p:sp>
      <p:sp>
        <p:nvSpPr>
          <p:cNvPr id="306" name="Google Shape;306;p59"/>
          <p:cNvSpPr/>
          <p:nvPr/>
        </p:nvSpPr>
        <p:spPr>
          <a:xfrm>
            <a:off x="8055625" y="864100"/>
            <a:ext cx="782100" cy="693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22</a:t>
            </a:r>
            <a:r>
              <a:rPr lang="en" sz="1800"/>
              <a:t>%</a:t>
            </a:r>
            <a:endParaRPr sz="1800"/>
          </a:p>
        </p:txBody>
      </p:sp>
      <p:cxnSp>
        <p:nvCxnSpPr>
          <p:cNvPr id="307" name="Google Shape;307;p59"/>
          <p:cNvCxnSpPr/>
          <p:nvPr/>
        </p:nvCxnSpPr>
        <p:spPr>
          <a:xfrm rot="10800000">
            <a:off x="8691800" y="1101550"/>
            <a:ext cx="0" cy="208800"/>
          </a:xfrm>
          <a:prstGeom prst="straightConnector1">
            <a:avLst/>
          </a:prstGeom>
          <a:noFill/>
          <a:ln cap="flat" cmpd="sng" w="9525">
            <a:solidFill>
              <a:srgbClr val="000000"/>
            </a:solidFill>
            <a:prstDash val="solid"/>
            <a:round/>
            <a:headEnd len="med" w="med" type="none"/>
            <a:tailEnd len="med" w="med" type="triangle"/>
          </a:ln>
        </p:spPr>
      </p:cxnSp>
      <p:cxnSp>
        <p:nvCxnSpPr>
          <p:cNvPr id="308" name="Google Shape;308;p59"/>
          <p:cNvCxnSpPr/>
          <p:nvPr/>
        </p:nvCxnSpPr>
        <p:spPr>
          <a:xfrm rot="10800000">
            <a:off x="5881895" y="1101550"/>
            <a:ext cx="0" cy="208800"/>
          </a:xfrm>
          <a:prstGeom prst="straightConnector1">
            <a:avLst/>
          </a:prstGeom>
          <a:noFill/>
          <a:ln cap="flat" cmpd="sng" w="9525">
            <a:solidFill>
              <a:srgbClr val="000000"/>
            </a:solidFill>
            <a:prstDash val="solid"/>
            <a:round/>
            <a:headEnd len="med" w="med" type="none"/>
            <a:tailEnd len="med" w="med" type="triangle"/>
          </a:ln>
        </p:spPr>
      </p:cxnSp>
      <p:cxnSp>
        <p:nvCxnSpPr>
          <p:cNvPr id="309" name="Google Shape;309;p59"/>
          <p:cNvCxnSpPr/>
          <p:nvPr/>
        </p:nvCxnSpPr>
        <p:spPr>
          <a:xfrm rot="10800000">
            <a:off x="3024514" y="1101550"/>
            <a:ext cx="0" cy="208800"/>
          </a:xfrm>
          <a:prstGeom prst="straightConnector1">
            <a:avLst/>
          </a:prstGeom>
          <a:noFill/>
          <a:ln cap="flat" cmpd="sng" w="9525">
            <a:solidFill>
              <a:srgbClr val="000000"/>
            </a:solidFill>
            <a:prstDash val="solid"/>
            <a:round/>
            <a:headEnd len="med" w="med" type="none"/>
            <a:tailEnd len="med" w="med" type="triangle"/>
          </a:ln>
        </p:spPr>
      </p:cxnSp>
      <p:sp>
        <p:nvSpPr>
          <p:cNvPr id="310" name="Google Shape;310;p59"/>
          <p:cNvSpPr/>
          <p:nvPr/>
        </p:nvSpPr>
        <p:spPr>
          <a:xfrm>
            <a:off x="2383100" y="3012000"/>
            <a:ext cx="782100" cy="693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31</a:t>
            </a:r>
            <a:r>
              <a:rPr lang="en" sz="1800"/>
              <a:t>%</a:t>
            </a:r>
            <a:endParaRPr sz="1800"/>
          </a:p>
        </p:txBody>
      </p:sp>
      <p:cxnSp>
        <p:nvCxnSpPr>
          <p:cNvPr id="311" name="Google Shape;311;p59"/>
          <p:cNvCxnSpPr/>
          <p:nvPr/>
        </p:nvCxnSpPr>
        <p:spPr>
          <a:xfrm rot="10800000">
            <a:off x="3043877" y="3238384"/>
            <a:ext cx="0" cy="208800"/>
          </a:xfrm>
          <a:prstGeom prst="straightConnector1">
            <a:avLst/>
          </a:prstGeom>
          <a:noFill/>
          <a:ln cap="flat" cmpd="sng" w="9525">
            <a:solidFill>
              <a:srgbClr val="000000"/>
            </a:solidFill>
            <a:prstDash val="solid"/>
            <a:round/>
            <a:headEnd len="med" w="med" type="none"/>
            <a:tailEnd len="med" w="med" type="triangle"/>
          </a:ln>
        </p:spPr>
      </p:cxnSp>
      <p:sp>
        <p:nvSpPr>
          <p:cNvPr id="312" name="Google Shape;312;p59"/>
          <p:cNvSpPr/>
          <p:nvPr/>
        </p:nvSpPr>
        <p:spPr>
          <a:xfrm>
            <a:off x="5160000" y="3012000"/>
            <a:ext cx="876000" cy="693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111</a:t>
            </a:r>
            <a:r>
              <a:rPr lang="en" sz="1800"/>
              <a:t>%</a:t>
            </a:r>
            <a:endParaRPr sz="1800"/>
          </a:p>
        </p:txBody>
      </p:sp>
      <p:cxnSp>
        <p:nvCxnSpPr>
          <p:cNvPr id="313" name="Google Shape;313;p59"/>
          <p:cNvCxnSpPr/>
          <p:nvPr/>
        </p:nvCxnSpPr>
        <p:spPr>
          <a:xfrm rot="10800000">
            <a:off x="5919254" y="3238394"/>
            <a:ext cx="0" cy="208800"/>
          </a:xfrm>
          <a:prstGeom prst="straightConnector1">
            <a:avLst/>
          </a:prstGeom>
          <a:noFill/>
          <a:ln cap="flat" cmpd="sng" w="9525">
            <a:solidFill>
              <a:srgbClr val="000000"/>
            </a:solidFill>
            <a:prstDash val="solid"/>
            <a:round/>
            <a:headEnd len="med" w="med" type="none"/>
            <a:tailEnd len="med" w="med" type="triangle"/>
          </a:ln>
        </p:spPr>
      </p:cxnSp>
      <p:sp>
        <p:nvSpPr>
          <p:cNvPr id="314" name="Google Shape;314;p59"/>
          <p:cNvSpPr/>
          <p:nvPr/>
        </p:nvSpPr>
        <p:spPr>
          <a:xfrm>
            <a:off x="6193525" y="3377350"/>
            <a:ext cx="2308500" cy="163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9"/>
          <p:cNvSpPr txBox="1"/>
          <p:nvPr/>
        </p:nvSpPr>
        <p:spPr>
          <a:xfrm>
            <a:off x="6127525" y="3421000"/>
            <a:ext cx="2440500" cy="1547400"/>
          </a:xfrm>
          <a:prstGeom prst="rect">
            <a:avLst/>
          </a:prstGeom>
          <a:noFill/>
          <a:ln>
            <a:noFill/>
          </a:ln>
        </p:spPr>
        <p:txBody>
          <a:bodyPr anchorCtr="0" anchor="b" bIns="0" lIns="0" spcFirstLastPara="1" rIns="0" wrap="square" tIns="0">
            <a:noAutofit/>
          </a:bodyPr>
          <a:lstStyle/>
          <a:p>
            <a:pPr indent="0" lvl="0" marL="0" marR="0" rtl="0" algn="l">
              <a:lnSpc>
                <a:spcPct val="130000"/>
              </a:lnSpc>
              <a:spcBef>
                <a:spcPts val="0"/>
              </a:spcBef>
              <a:spcAft>
                <a:spcPts val="0"/>
              </a:spcAft>
              <a:buClr>
                <a:schemeClr val="accent1"/>
              </a:buClr>
              <a:buSzPts val="9000"/>
              <a:buFont typeface="Arial"/>
              <a:buNone/>
            </a:pPr>
            <a:r>
              <a:rPr lang="en" sz="4800">
                <a:solidFill>
                  <a:schemeClr val="accent1"/>
                </a:solidFill>
              </a:rPr>
              <a:t>     </a:t>
            </a:r>
            <a:r>
              <a:rPr lang="en" sz="4800">
                <a:solidFill>
                  <a:srgbClr val="4A86E8"/>
                </a:solidFill>
              </a:rPr>
              <a:t>31</a:t>
            </a:r>
            <a:endParaRPr b="0" i="0" sz="4800">
              <a:solidFill>
                <a:srgbClr val="4A86E8"/>
              </a:solidFill>
              <a:latin typeface="Arial"/>
              <a:ea typeface="Arial"/>
              <a:cs typeface="Arial"/>
              <a:sym typeface="Arial"/>
            </a:endParaRPr>
          </a:p>
          <a:p>
            <a:pPr indent="0" lvl="0" marL="0" marR="0" rtl="0" algn="ctr">
              <a:lnSpc>
                <a:spcPct val="130000"/>
              </a:lnSpc>
              <a:spcBef>
                <a:spcPts val="1300"/>
              </a:spcBef>
              <a:spcAft>
                <a:spcPts val="0"/>
              </a:spcAft>
              <a:buClr>
                <a:schemeClr val="dk1"/>
              </a:buClr>
              <a:buSzPts val="2200"/>
              <a:buFont typeface="Arial"/>
              <a:buNone/>
            </a:pPr>
            <a:r>
              <a:rPr lang="en" sz="2200">
                <a:solidFill>
                  <a:schemeClr val="dk1"/>
                </a:solidFill>
              </a:rPr>
              <a:t>Models in Zoo</a:t>
            </a:r>
            <a:endParaRPr b="0" i="0" sz="2200">
              <a:solidFill>
                <a:schemeClr val="dk1"/>
              </a:solidFill>
              <a:latin typeface="Arial"/>
              <a:ea typeface="Arial"/>
              <a:cs typeface="Arial"/>
              <a:sym typeface="Arial"/>
            </a:endParaRPr>
          </a:p>
        </p:txBody>
      </p:sp>
      <p:sp>
        <p:nvSpPr>
          <p:cNvPr id="316" name="Google Shape;316;p59"/>
          <p:cNvSpPr/>
          <p:nvPr/>
        </p:nvSpPr>
        <p:spPr>
          <a:xfrm>
            <a:off x="8077136" y="3012000"/>
            <a:ext cx="782100" cy="693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24</a:t>
            </a:r>
            <a:r>
              <a:rPr lang="en" sz="1800"/>
              <a:t>%</a:t>
            </a:r>
            <a:endParaRPr sz="1800"/>
          </a:p>
        </p:txBody>
      </p:sp>
      <p:cxnSp>
        <p:nvCxnSpPr>
          <p:cNvPr id="317" name="Google Shape;317;p59"/>
          <p:cNvCxnSpPr/>
          <p:nvPr/>
        </p:nvCxnSpPr>
        <p:spPr>
          <a:xfrm rot="10800000">
            <a:off x="8745970" y="3238394"/>
            <a:ext cx="0" cy="208800"/>
          </a:xfrm>
          <a:prstGeom prst="straightConnector1">
            <a:avLst/>
          </a:prstGeom>
          <a:noFill/>
          <a:ln cap="flat" cmpd="sng" w="9525">
            <a:solidFill>
              <a:srgbClr val="000000"/>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1" name="Shape 321"/>
        <p:cNvGrpSpPr/>
        <p:nvPr/>
      </p:nvGrpSpPr>
      <p:grpSpPr>
        <a:xfrm>
          <a:off x="0" y="0"/>
          <a:ext cx="0" cy="0"/>
          <a:chOff x="0" y="0"/>
          <a:chExt cx="0" cy="0"/>
        </a:xfrm>
      </p:grpSpPr>
      <p:sp>
        <p:nvSpPr>
          <p:cNvPr id="322" name="Google Shape;322;p60"/>
          <p:cNvSpPr/>
          <p:nvPr/>
        </p:nvSpPr>
        <p:spPr>
          <a:xfrm>
            <a:off x="319850" y="4151775"/>
            <a:ext cx="8520600" cy="615300"/>
          </a:xfrm>
          <a:prstGeom prst="roundRect">
            <a:avLst>
              <a:gd fmla="val 26698"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60"/>
          <p:cNvSpPr/>
          <p:nvPr/>
        </p:nvSpPr>
        <p:spPr>
          <a:xfrm>
            <a:off x="319850" y="2623850"/>
            <a:ext cx="8520600" cy="1425300"/>
          </a:xfrm>
          <a:prstGeom prst="roundRect">
            <a:avLst>
              <a:gd fmla="val 9489"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60"/>
          <p:cNvSpPr/>
          <p:nvPr/>
        </p:nvSpPr>
        <p:spPr>
          <a:xfrm>
            <a:off x="319850" y="1047175"/>
            <a:ext cx="8520600" cy="1425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60"/>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Support</a:t>
            </a:r>
            <a:endParaRPr/>
          </a:p>
        </p:txBody>
      </p:sp>
      <p:pic>
        <p:nvPicPr>
          <p:cNvPr id="326" name="Google Shape;326;p60"/>
          <p:cNvPicPr preferRelativeResize="0"/>
          <p:nvPr/>
        </p:nvPicPr>
        <p:blipFill rotWithShape="1">
          <a:blip r:embed="rId4">
            <a:alphaModFix/>
          </a:blip>
          <a:srcRect b="0" l="0" r="0" t="0"/>
          <a:stretch/>
        </p:blipFill>
        <p:spPr>
          <a:xfrm>
            <a:off x="2078588" y="1069608"/>
            <a:ext cx="809226" cy="424845"/>
          </a:xfrm>
          <a:prstGeom prst="rect">
            <a:avLst/>
          </a:prstGeom>
          <a:noFill/>
          <a:ln>
            <a:noFill/>
          </a:ln>
        </p:spPr>
      </p:pic>
      <p:pic>
        <p:nvPicPr>
          <p:cNvPr id="327" name="Google Shape;327;p60"/>
          <p:cNvPicPr preferRelativeResize="0"/>
          <p:nvPr/>
        </p:nvPicPr>
        <p:blipFill rotWithShape="1">
          <a:blip r:embed="rId5">
            <a:alphaModFix/>
          </a:blip>
          <a:srcRect b="0" l="0" r="0" t="0"/>
          <a:stretch/>
        </p:blipFill>
        <p:spPr>
          <a:xfrm>
            <a:off x="6645486" y="1159599"/>
            <a:ext cx="859501" cy="293899"/>
          </a:xfrm>
          <a:prstGeom prst="rect">
            <a:avLst/>
          </a:prstGeom>
          <a:noFill/>
          <a:ln>
            <a:noFill/>
          </a:ln>
        </p:spPr>
      </p:pic>
      <p:pic>
        <p:nvPicPr>
          <p:cNvPr id="328" name="Google Shape;328;p60"/>
          <p:cNvPicPr preferRelativeResize="0"/>
          <p:nvPr/>
        </p:nvPicPr>
        <p:blipFill rotWithShape="1">
          <a:blip r:embed="rId6">
            <a:alphaModFix/>
          </a:blip>
          <a:srcRect b="0" l="0" r="0" t="0"/>
          <a:stretch/>
        </p:blipFill>
        <p:spPr>
          <a:xfrm>
            <a:off x="3054777" y="1150627"/>
            <a:ext cx="1254076" cy="262800"/>
          </a:xfrm>
          <a:prstGeom prst="rect">
            <a:avLst/>
          </a:prstGeom>
          <a:noFill/>
          <a:ln>
            <a:noFill/>
          </a:ln>
        </p:spPr>
      </p:pic>
      <p:pic>
        <p:nvPicPr>
          <p:cNvPr id="329" name="Google Shape;329;p60"/>
          <p:cNvPicPr preferRelativeResize="0"/>
          <p:nvPr/>
        </p:nvPicPr>
        <p:blipFill rotWithShape="1">
          <a:blip r:embed="rId7">
            <a:alphaModFix/>
          </a:blip>
          <a:srcRect b="0" l="0" r="0" t="0"/>
          <a:stretch/>
        </p:blipFill>
        <p:spPr>
          <a:xfrm>
            <a:off x="4518500" y="1156310"/>
            <a:ext cx="859575" cy="272721"/>
          </a:xfrm>
          <a:prstGeom prst="rect">
            <a:avLst/>
          </a:prstGeom>
          <a:noFill/>
          <a:ln>
            <a:noFill/>
          </a:ln>
        </p:spPr>
      </p:pic>
      <p:pic>
        <p:nvPicPr>
          <p:cNvPr descr="A close up of a sign&#10;&#10;Description generated with very high confidence" id="330" name="Google Shape;330;p60"/>
          <p:cNvPicPr preferRelativeResize="0"/>
          <p:nvPr/>
        </p:nvPicPr>
        <p:blipFill rotWithShape="1">
          <a:blip r:embed="rId8">
            <a:alphaModFix/>
          </a:blip>
          <a:srcRect b="0" l="0" r="0" t="0"/>
          <a:stretch/>
        </p:blipFill>
        <p:spPr>
          <a:xfrm>
            <a:off x="2454100" y="1588325"/>
            <a:ext cx="1376743" cy="294925"/>
          </a:xfrm>
          <a:prstGeom prst="rect">
            <a:avLst/>
          </a:prstGeom>
          <a:noFill/>
          <a:ln>
            <a:noFill/>
          </a:ln>
        </p:spPr>
      </p:pic>
      <p:pic>
        <p:nvPicPr>
          <p:cNvPr id="331" name="Google Shape;331;p60"/>
          <p:cNvPicPr preferRelativeResize="0"/>
          <p:nvPr/>
        </p:nvPicPr>
        <p:blipFill rotWithShape="1">
          <a:blip r:embed="rId9">
            <a:alphaModFix/>
          </a:blip>
          <a:srcRect b="0" l="0" r="0" t="0"/>
          <a:stretch/>
        </p:blipFill>
        <p:spPr>
          <a:xfrm>
            <a:off x="4148209" y="1553163"/>
            <a:ext cx="1484235" cy="366596"/>
          </a:xfrm>
          <a:prstGeom prst="rect">
            <a:avLst/>
          </a:prstGeom>
          <a:noFill/>
          <a:ln>
            <a:noFill/>
          </a:ln>
        </p:spPr>
      </p:pic>
      <p:pic>
        <p:nvPicPr>
          <p:cNvPr descr="A close up of a sign&#10;&#10;Description automatically generated" id="332" name="Google Shape;332;p60"/>
          <p:cNvPicPr preferRelativeResize="0"/>
          <p:nvPr/>
        </p:nvPicPr>
        <p:blipFill rotWithShape="1">
          <a:blip r:embed="rId10">
            <a:alphaModFix/>
          </a:blip>
          <a:srcRect b="0" l="0" r="0" t="0"/>
          <a:stretch/>
        </p:blipFill>
        <p:spPr>
          <a:xfrm>
            <a:off x="5525174" y="1098739"/>
            <a:ext cx="916489" cy="366600"/>
          </a:xfrm>
          <a:prstGeom prst="rect">
            <a:avLst/>
          </a:prstGeom>
          <a:noFill/>
          <a:ln>
            <a:noFill/>
          </a:ln>
        </p:spPr>
      </p:pic>
      <p:pic>
        <p:nvPicPr>
          <p:cNvPr id="333" name="Google Shape;333;p60"/>
          <p:cNvPicPr preferRelativeResize="0"/>
          <p:nvPr/>
        </p:nvPicPr>
        <p:blipFill rotWithShape="1">
          <a:blip r:embed="rId11">
            <a:alphaModFix/>
          </a:blip>
          <a:srcRect b="0" l="0" r="0" t="0"/>
          <a:stretch/>
        </p:blipFill>
        <p:spPr>
          <a:xfrm>
            <a:off x="3746024" y="3202301"/>
            <a:ext cx="1137557" cy="253225"/>
          </a:xfrm>
          <a:prstGeom prst="rect">
            <a:avLst/>
          </a:prstGeom>
          <a:noFill/>
          <a:ln>
            <a:noFill/>
          </a:ln>
        </p:spPr>
      </p:pic>
      <p:pic>
        <p:nvPicPr>
          <p:cNvPr id="334" name="Google Shape;334;p60"/>
          <p:cNvPicPr preferRelativeResize="0"/>
          <p:nvPr/>
        </p:nvPicPr>
        <p:blipFill rotWithShape="1">
          <a:blip r:embed="rId12">
            <a:alphaModFix/>
          </a:blip>
          <a:srcRect b="0" l="0" r="0" t="0"/>
          <a:stretch/>
        </p:blipFill>
        <p:spPr>
          <a:xfrm>
            <a:off x="1834903" y="3186689"/>
            <a:ext cx="1002800" cy="351557"/>
          </a:xfrm>
          <a:prstGeom prst="rect">
            <a:avLst/>
          </a:prstGeom>
          <a:noFill/>
          <a:ln>
            <a:noFill/>
          </a:ln>
        </p:spPr>
      </p:pic>
      <p:pic>
        <p:nvPicPr>
          <p:cNvPr descr="A close up of a logo&#10;&#10;Description generated with very high confidence" id="335" name="Google Shape;335;p60"/>
          <p:cNvPicPr preferRelativeResize="0"/>
          <p:nvPr/>
        </p:nvPicPr>
        <p:blipFill rotWithShape="1">
          <a:blip r:embed="rId13">
            <a:alphaModFix/>
          </a:blip>
          <a:srcRect b="0" l="0" r="0" t="0"/>
          <a:stretch/>
        </p:blipFill>
        <p:spPr>
          <a:xfrm>
            <a:off x="5009276" y="3177587"/>
            <a:ext cx="916500" cy="314830"/>
          </a:xfrm>
          <a:prstGeom prst="rect">
            <a:avLst/>
          </a:prstGeom>
          <a:noFill/>
          <a:ln>
            <a:noFill/>
          </a:ln>
        </p:spPr>
      </p:pic>
      <p:pic>
        <p:nvPicPr>
          <p:cNvPr id="336" name="Google Shape;336;p60"/>
          <p:cNvPicPr preferRelativeResize="0"/>
          <p:nvPr/>
        </p:nvPicPr>
        <p:blipFill rotWithShape="1">
          <a:blip r:embed="rId14">
            <a:alphaModFix/>
          </a:blip>
          <a:srcRect b="0" l="0" r="0" t="0"/>
          <a:stretch/>
        </p:blipFill>
        <p:spPr>
          <a:xfrm>
            <a:off x="5138184" y="2794806"/>
            <a:ext cx="1190475" cy="227218"/>
          </a:xfrm>
          <a:prstGeom prst="rect">
            <a:avLst/>
          </a:prstGeom>
          <a:noFill/>
          <a:ln>
            <a:noFill/>
          </a:ln>
        </p:spPr>
      </p:pic>
      <p:pic>
        <p:nvPicPr>
          <p:cNvPr id="337" name="Google Shape;337;p60"/>
          <p:cNvPicPr preferRelativeResize="0"/>
          <p:nvPr/>
        </p:nvPicPr>
        <p:blipFill rotWithShape="1">
          <a:blip r:embed="rId15">
            <a:alphaModFix/>
          </a:blip>
          <a:srcRect b="0" l="0" r="0" t="0"/>
          <a:stretch/>
        </p:blipFill>
        <p:spPr>
          <a:xfrm>
            <a:off x="3859727" y="2781099"/>
            <a:ext cx="1071550" cy="261499"/>
          </a:xfrm>
          <a:prstGeom prst="rect">
            <a:avLst/>
          </a:prstGeom>
          <a:noFill/>
          <a:ln>
            <a:noFill/>
          </a:ln>
        </p:spPr>
      </p:pic>
      <p:pic>
        <p:nvPicPr>
          <p:cNvPr id="338" name="Google Shape;338;p60"/>
          <p:cNvPicPr preferRelativeResize="0"/>
          <p:nvPr/>
        </p:nvPicPr>
        <p:blipFill rotWithShape="1">
          <a:blip r:embed="rId16">
            <a:alphaModFix/>
          </a:blip>
          <a:srcRect b="0" l="0" r="0" t="0"/>
          <a:stretch/>
        </p:blipFill>
        <p:spPr>
          <a:xfrm>
            <a:off x="6443013" y="2785917"/>
            <a:ext cx="1137550" cy="277623"/>
          </a:xfrm>
          <a:prstGeom prst="rect">
            <a:avLst/>
          </a:prstGeom>
          <a:noFill/>
          <a:ln>
            <a:noFill/>
          </a:ln>
        </p:spPr>
      </p:pic>
      <p:pic>
        <p:nvPicPr>
          <p:cNvPr descr="A picture containing object&#10;&#10;Description automatically generated" id="339" name="Google Shape;339;p60"/>
          <p:cNvPicPr preferRelativeResize="0"/>
          <p:nvPr/>
        </p:nvPicPr>
        <p:blipFill rotWithShape="1">
          <a:blip r:embed="rId17">
            <a:alphaModFix/>
          </a:blip>
          <a:srcRect b="0" l="0" r="0" t="0"/>
          <a:stretch/>
        </p:blipFill>
        <p:spPr>
          <a:xfrm>
            <a:off x="2836001" y="3156187"/>
            <a:ext cx="859563" cy="366599"/>
          </a:xfrm>
          <a:prstGeom prst="rect">
            <a:avLst/>
          </a:prstGeom>
          <a:noFill/>
          <a:ln>
            <a:noFill/>
          </a:ln>
        </p:spPr>
      </p:pic>
      <p:pic>
        <p:nvPicPr>
          <p:cNvPr id="340" name="Google Shape;340;p60"/>
          <p:cNvPicPr preferRelativeResize="0"/>
          <p:nvPr/>
        </p:nvPicPr>
        <p:blipFill rotWithShape="1">
          <a:blip r:embed="rId18">
            <a:alphaModFix/>
          </a:blip>
          <a:srcRect b="0" l="0" r="0" t="0"/>
          <a:stretch/>
        </p:blipFill>
        <p:spPr>
          <a:xfrm>
            <a:off x="1793514" y="2747123"/>
            <a:ext cx="765132" cy="374925"/>
          </a:xfrm>
          <a:prstGeom prst="rect">
            <a:avLst/>
          </a:prstGeom>
          <a:noFill/>
          <a:ln>
            <a:noFill/>
          </a:ln>
        </p:spPr>
      </p:pic>
      <p:pic>
        <p:nvPicPr>
          <p:cNvPr descr="A close up of a sign&#10;&#10;Description generated with very high confidence" id="341" name="Google Shape;341;p60"/>
          <p:cNvPicPr preferRelativeResize="0"/>
          <p:nvPr/>
        </p:nvPicPr>
        <p:blipFill rotWithShape="1">
          <a:blip r:embed="rId19">
            <a:alphaModFix/>
          </a:blip>
          <a:srcRect b="0" l="0" r="0" t="0"/>
          <a:stretch/>
        </p:blipFill>
        <p:spPr>
          <a:xfrm>
            <a:off x="7106400" y="3198251"/>
            <a:ext cx="809226" cy="294934"/>
          </a:xfrm>
          <a:prstGeom prst="rect">
            <a:avLst/>
          </a:prstGeom>
          <a:noFill/>
          <a:ln>
            <a:noFill/>
          </a:ln>
        </p:spPr>
      </p:pic>
      <p:pic>
        <p:nvPicPr>
          <p:cNvPr descr="A picture containing vector graphics&#10;&#10;Description generated with high confidence" id="342" name="Google Shape;342;p60"/>
          <p:cNvPicPr preferRelativeResize="0"/>
          <p:nvPr/>
        </p:nvPicPr>
        <p:blipFill rotWithShape="1">
          <a:blip r:embed="rId20">
            <a:alphaModFix/>
          </a:blip>
          <a:srcRect b="0" l="0" r="0" t="0"/>
          <a:stretch/>
        </p:blipFill>
        <p:spPr>
          <a:xfrm>
            <a:off x="5957346" y="3190248"/>
            <a:ext cx="1028703" cy="298483"/>
          </a:xfrm>
          <a:prstGeom prst="rect">
            <a:avLst/>
          </a:prstGeom>
          <a:noFill/>
          <a:ln>
            <a:noFill/>
          </a:ln>
        </p:spPr>
      </p:pic>
      <p:pic>
        <p:nvPicPr>
          <p:cNvPr id="343" name="Google Shape;343;p60"/>
          <p:cNvPicPr preferRelativeResize="0"/>
          <p:nvPr/>
        </p:nvPicPr>
        <p:blipFill rotWithShape="1">
          <a:blip r:embed="rId21">
            <a:alphaModFix/>
          </a:blip>
          <a:srcRect b="22691" l="9002" r="7175" t="18217"/>
          <a:stretch/>
        </p:blipFill>
        <p:spPr>
          <a:xfrm>
            <a:off x="2674229" y="2688660"/>
            <a:ext cx="1002801" cy="397614"/>
          </a:xfrm>
          <a:prstGeom prst="rect">
            <a:avLst/>
          </a:prstGeom>
          <a:noFill/>
          <a:ln>
            <a:noFill/>
          </a:ln>
        </p:spPr>
      </p:pic>
      <p:pic>
        <p:nvPicPr>
          <p:cNvPr id="344" name="Google Shape;344;p60"/>
          <p:cNvPicPr preferRelativeResize="0"/>
          <p:nvPr/>
        </p:nvPicPr>
        <p:blipFill rotWithShape="1">
          <a:blip r:embed="rId22">
            <a:alphaModFix/>
          </a:blip>
          <a:srcRect b="0" l="0" r="0" t="0"/>
          <a:stretch/>
        </p:blipFill>
        <p:spPr>
          <a:xfrm>
            <a:off x="3871599" y="1976836"/>
            <a:ext cx="433425" cy="472765"/>
          </a:xfrm>
          <a:prstGeom prst="rect">
            <a:avLst/>
          </a:prstGeom>
          <a:noFill/>
          <a:ln>
            <a:noFill/>
          </a:ln>
        </p:spPr>
      </p:pic>
      <p:pic>
        <p:nvPicPr>
          <p:cNvPr id="345" name="Google Shape;345;p60"/>
          <p:cNvPicPr preferRelativeResize="0"/>
          <p:nvPr/>
        </p:nvPicPr>
        <p:blipFill rotWithShape="1">
          <a:blip r:embed="rId23">
            <a:alphaModFix/>
          </a:blip>
          <a:srcRect b="0" l="0" r="0" t="0"/>
          <a:stretch/>
        </p:blipFill>
        <p:spPr>
          <a:xfrm>
            <a:off x="7067338" y="1528100"/>
            <a:ext cx="320596" cy="339975"/>
          </a:xfrm>
          <a:prstGeom prst="rect">
            <a:avLst/>
          </a:prstGeom>
          <a:noFill/>
          <a:ln>
            <a:noFill/>
          </a:ln>
        </p:spPr>
      </p:pic>
      <p:pic>
        <p:nvPicPr>
          <p:cNvPr descr="A close up of a sign&#10;&#10;Description generated with very high confidence" id="346" name="Google Shape;346;p60"/>
          <p:cNvPicPr preferRelativeResize="0"/>
          <p:nvPr/>
        </p:nvPicPr>
        <p:blipFill rotWithShape="1">
          <a:blip r:embed="rId24">
            <a:alphaModFix/>
          </a:blip>
          <a:srcRect b="0" l="0" r="0" t="0"/>
          <a:stretch/>
        </p:blipFill>
        <p:spPr>
          <a:xfrm>
            <a:off x="5886679" y="1554829"/>
            <a:ext cx="1028835" cy="298323"/>
          </a:xfrm>
          <a:prstGeom prst="rect">
            <a:avLst/>
          </a:prstGeom>
          <a:noFill/>
          <a:ln>
            <a:noFill/>
          </a:ln>
        </p:spPr>
      </p:pic>
      <p:pic>
        <p:nvPicPr>
          <p:cNvPr descr="A close up of a logo&#10;&#10;Description generated with very high confidence" id="347" name="Google Shape;347;p60"/>
          <p:cNvPicPr preferRelativeResize="0"/>
          <p:nvPr/>
        </p:nvPicPr>
        <p:blipFill rotWithShape="1">
          <a:blip r:embed="rId25">
            <a:alphaModFix/>
          </a:blip>
          <a:srcRect b="0" l="0" r="0" t="0"/>
          <a:stretch/>
        </p:blipFill>
        <p:spPr>
          <a:xfrm>
            <a:off x="1931159" y="2060382"/>
            <a:ext cx="581271" cy="305697"/>
          </a:xfrm>
          <a:prstGeom prst="rect">
            <a:avLst/>
          </a:prstGeom>
          <a:noFill/>
          <a:ln>
            <a:noFill/>
          </a:ln>
        </p:spPr>
      </p:pic>
      <p:pic>
        <p:nvPicPr>
          <p:cNvPr id="348" name="Google Shape;348;p60"/>
          <p:cNvPicPr preferRelativeResize="0"/>
          <p:nvPr/>
        </p:nvPicPr>
        <p:blipFill rotWithShape="1">
          <a:blip r:embed="rId26">
            <a:alphaModFix/>
          </a:blip>
          <a:srcRect b="0" l="0" r="0" t="0"/>
          <a:stretch/>
        </p:blipFill>
        <p:spPr>
          <a:xfrm>
            <a:off x="2809459" y="2058149"/>
            <a:ext cx="765125" cy="284125"/>
          </a:xfrm>
          <a:prstGeom prst="rect">
            <a:avLst/>
          </a:prstGeom>
          <a:noFill/>
          <a:ln>
            <a:noFill/>
          </a:ln>
        </p:spPr>
      </p:pic>
      <p:sp>
        <p:nvSpPr>
          <p:cNvPr id="349" name="Google Shape;349;p60"/>
          <p:cNvSpPr/>
          <p:nvPr/>
        </p:nvSpPr>
        <p:spPr>
          <a:xfrm>
            <a:off x="4580572" y="2069970"/>
            <a:ext cx="859500" cy="288600"/>
          </a:xfrm>
          <a:prstGeom prst="rect">
            <a:avLst/>
          </a:prstGeom>
          <a:noFill/>
          <a:ln>
            <a:noFill/>
          </a:ln>
        </p:spPr>
        <p:txBody>
          <a:bodyPr anchorCtr="0" anchor="t" bIns="17125" lIns="34275" spcFirstLastPara="1" rIns="34275" wrap="square" tIns="17125">
            <a:noAutofit/>
          </a:bodyPr>
          <a:lstStyle/>
          <a:p>
            <a:pPr indent="0" lvl="0" marL="0" marR="0" rtl="0" algn="l">
              <a:spcBef>
                <a:spcPts val="0"/>
              </a:spcBef>
              <a:spcAft>
                <a:spcPts val="0"/>
              </a:spcAft>
              <a:buNone/>
            </a:pPr>
            <a:r>
              <a:rPr b="1" lang="en" sz="1600">
                <a:solidFill>
                  <a:srgbClr val="0071C5"/>
                </a:solidFill>
                <a:latin typeface="Arial"/>
                <a:ea typeface="Arial"/>
                <a:cs typeface="Arial"/>
                <a:sym typeface="Arial"/>
              </a:rPr>
              <a:t>LibSVM</a:t>
            </a:r>
            <a:endParaRPr sz="1600">
              <a:solidFill>
                <a:schemeClr val="dk1"/>
              </a:solidFill>
              <a:latin typeface="Arial"/>
              <a:ea typeface="Arial"/>
              <a:cs typeface="Arial"/>
              <a:sym typeface="Arial"/>
            </a:endParaRPr>
          </a:p>
        </p:txBody>
      </p:sp>
      <p:pic>
        <p:nvPicPr>
          <p:cNvPr id="350" name="Google Shape;350;p60"/>
          <p:cNvPicPr preferRelativeResize="0"/>
          <p:nvPr/>
        </p:nvPicPr>
        <p:blipFill>
          <a:blip r:embed="rId27">
            <a:alphaModFix/>
          </a:blip>
          <a:stretch>
            <a:fillRect/>
          </a:stretch>
        </p:blipFill>
        <p:spPr>
          <a:xfrm>
            <a:off x="1948120" y="1545047"/>
            <a:ext cx="351549" cy="351549"/>
          </a:xfrm>
          <a:prstGeom prst="rect">
            <a:avLst/>
          </a:prstGeom>
          <a:noFill/>
          <a:ln>
            <a:noFill/>
          </a:ln>
        </p:spPr>
      </p:pic>
      <p:pic>
        <p:nvPicPr>
          <p:cNvPr descr="A close up of a sign&#10;&#10;Description generated with very high confidence" id="351" name="Google Shape;351;p60"/>
          <p:cNvPicPr preferRelativeResize="0"/>
          <p:nvPr/>
        </p:nvPicPr>
        <p:blipFill rotWithShape="1">
          <a:blip r:embed="rId28">
            <a:alphaModFix/>
          </a:blip>
          <a:srcRect b="0" l="0" r="0" t="0"/>
          <a:stretch/>
        </p:blipFill>
        <p:spPr>
          <a:xfrm>
            <a:off x="3935921" y="3645944"/>
            <a:ext cx="1028833" cy="242047"/>
          </a:xfrm>
          <a:prstGeom prst="rect">
            <a:avLst/>
          </a:prstGeom>
          <a:noFill/>
          <a:ln>
            <a:noFill/>
          </a:ln>
        </p:spPr>
      </p:pic>
      <p:pic>
        <p:nvPicPr>
          <p:cNvPr id="352" name="Google Shape;352;p60"/>
          <p:cNvPicPr preferRelativeResize="0"/>
          <p:nvPr/>
        </p:nvPicPr>
        <p:blipFill rotWithShape="1">
          <a:blip r:embed="rId29">
            <a:alphaModFix/>
          </a:blip>
          <a:srcRect b="0" l="0" r="0" t="0"/>
          <a:stretch/>
        </p:blipFill>
        <p:spPr>
          <a:xfrm>
            <a:off x="5096972" y="3658115"/>
            <a:ext cx="780650" cy="219200"/>
          </a:xfrm>
          <a:prstGeom prst="rect">
            <a:avLst/>
          </a:prstGeom>
          <a:noFill/>
          <a:ln>
            <a:noFill/>
          </a:ln>
        </p:spPr>
      </p:pic>
      <p:pic>
        <p:nvPicPr>
          <p:cNvPr descr="A picture containing clipart&#10;&#10;Description automatically generated" id="353" name="Google Shape;353;p60"/>
          <p:cNvPicPr preferRelativeResize="0"/>
          <p:nvPr/>
        </p:nvPicPr>
        <p:blipFill rotWithShape="1">
          <a:blip r:embed="rId30">
            <a:alphaModFix/>
          </a:blip>
          <a:srcRect b="0" l="23529" r="22193" t="7706"/>
          <a:stretch/>
        </p:blipFill>
        <p:spPr>
          <a:xfrm>
            <a:off x="1948122" y="3637324"/>
            <a:ext cx="632883" cy="253200"/>
          </a:xfrm>
          <a:prstGeom prst="rect">
            <a:avLst/>
          </a:prstGeom>
          <a:noFill/>
          <a:ln>
            <a:noFill/>
          </a:ln>
        </p:spPr>
      </p:pic>
      <p:pic>
        <p:nvPicPr>
          <p:cNvPr id="354" name="Google Shape;354;p60"/>
          <p:cNvPicPr preferRelativeResize="0"/>
          <p:nvPr/>
        </p:nvPicPr>
        <p:blipFill rotWithShape="1">
          <a:blip r:embed="rId31">
            <a:alphaModFix/>
          </a:blip>
          <a:srcRect b="0" l="0" r="0" t="0"/>
          <a:stretch/>
        </p:blipFill>
        <p:spPr>
          <a:xfrm>
            <a:off x="1968790" y="4306914"/>
            <a:ext cx="1028835" cy="310957"/>
          </a:xfrm>
          <a:prstGeom prst="rect">
            <a:avLst/>
          </a:prstGeom>
          <a:noFill/>
          <a:ln>
            <a:noFill/>
          </a:ln>
        </p:spPr>
      </p:pic>
      <p:pic>
        <p:nvPicPr>
          <p:cNvPr descr="A close up of a sign&#10;&#10;Description generated with very high confidence" id="355" name="Google Shape;355;p60"/>
          <p:cNvPicPr preferRelativeResize="0"/>
          <p:nvPr/>
        </p:nvPicPr>
        <p:blipFill rotWithShape="1">
          <a:blip r:embed="rId32">
            <a:alphaModFix/>
          </a:blip>
          <a:srcRect b="0" l="0" r="0" t="0"/>
          <a:stretch/>
        </p:blipFill>
        <p:spPr>
          <a:xfrm>
            <a:off x="3228625" y="4330751"/>
            <a:ext cx="1257901" cy="257983"/>
          </a:xfrm>
          <a:prstGeom prst="rect">
            <a:avLst/>
          </a:prstGeom>
          <a:noFill/>
          <a:ln>
            <a:noFill/>
          </a:ln>
        </p:spPr>
      </p:pic>
      <p:pic>
        <p:nvPicPr>
          <p:cNvPr id="356" name="Google Shape;356;p60"/>
          <p:cNvPicPr preferRelativeResize="0"/>
          <p:nvPr/>
        </p:nvPicPr>
        <p:blipFill>
          <a:blip r:embed="rId33">
            <a:alphaModFix/>
          </a:blip>
          <a:stretch>
            <a:fillRect/>
          </a:stretch>
        </p:blipFill>
        <p:spPr>
          <a:xfrm>
            <a:off x="2775002" y="3606477"/>
            <a:ext cx="1028700" cy="322476"/>
          </a:xfrm>
          <a:prstGeom prst="rect">
            <a:avLst/>
          </a:prstGeom>
          <a:noFill/>
          <a:ln>
            <a:noFill/>
          </a:ln>
        </p:spPr>
      </p:pic>
      <p:sp>
        <p:nvSpPr>
          <p:cNvPr id="357" name="Google Shape;357;p60"/>
          <p:cNvSpPr/>
          <p:nvPr/>
        </p:nvSpPr>
        <p:spPr>
          <a:xfrm>
            <a:off x="309600" y="1047175"/>
            <a:ext cx="1484100" cy="1425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Creation/</a:t>
            </a:r>
            <a:endParaRPr b="1"/>
          </a:p>
          <a:p>
            <a:pPr indent="0" lvl="0" marL="0" rtl="0" algn="l">
              <a:spcBef>
                <a:spcPts val="0"/>
              </a:spcBef>
              <a:spcAft>
                <a:spcPts val="0"/>
              </a:spcAft>
              <a:buNone/>
            </a:pPr>
            <a:r>
              <a:rPr b="1" lang="en"/>
              <a:t>Manipulation</a:t>
            </a:r>
            <a:endParaRPr b="1"/>
          </a:p>
        </p:txBody>
      </p:sp>
      <p:sp>
        <p:nvSpPr>
          <p:cNvPr id="358" name="Google Shape;358;p60"/>
          <p:cNvSpPr/>
          <p:nvPr/>
        </p:nvSpPr>
        <p:spPr>
          <a:xfrm>
            <a:off x="319850" y="2622000"/>
            <a:ext cx="1484100" cy="1425300"/>
          </a:xfrm>
          <a:prstGeom prst="roundRect">
            <a:avLst>
              <a:gd fmla="val 7924"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Run/</a:t>
            </a:r>
            <a:endParaRPr b="1"/>
          </a:p>
          <a:p>
            <a:pPr indent="0" lvl="0" marL="0" rtl="0" algn="l">
              <a:spcBef>
                <a:spcPts val="0"/>
              </a:spcBef>
              <a:spcAft>
                <a:spcPts val="0"/>
              </a:spcAft>
              <a:buNone/>
            </a:pPr>
            <a:r>
              <a:rPr b="1" lang="en"/>
              <a:t>Compile</a:t>
            </a:r>
            <a:endParaRPr b="1"/>
          </a:p>
        </p:txBody>
      </p:sp>
      <p:sp>
        <p:nvSpPr>
          <p:cNvPr id="359" name="Google Shape;359;p60"/>
          <p:cNvSpPr/>
          <p:nvPr/>
        </p:nvSpPr>
        <p:spPr>
          <a:xfrm>
            <a:off x="319850" y="4151776"/>
            <a:ext cx="1484100" cy="615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Visualization/ Test Tools</a:t>
            </a:r>
            <a:endParaRPr b="1"/>
          </a:p>
        </p:txBody>
      </p:sp>
      <p:pic>
        <p:nvPicPr>
          <p:cNvPr id="360" name="Google Shape;360;p60"/>
          <p:cNvPicPr preferRelativeResize="0"/>
          <p:nvPr/>
        </p:nvPicPr>
        <p:blipFill rotWithShape="1">
          <a:blip r:embed="rId34">
            <a:alphaModFix/>
          </a:blip>
          <a:srcRect b="33141" l="5989" r="5927" t="31511"/>
          <a:stretch/>
        </p:blipFill>
        <p:spPr>
          <a:xfrm>
            <a:off x="6055975" y="3684325"/>
            <a:ext cx="1376750" cy="202846"/>
          </a:xfrm>
          <a:prstGeom prst="rect">
            <a:avLst/>
          </a:prstGeom>
          <a:noFill/>
          <a:ln>
            <a:noFill/>
          </a:ln>
        </p:spPr>
      </p:pic>
      <p:pic>
        <p:nvPicPr>
          <p:cNvPr id="361" name="Google Shape;361;p60"/>
          <p:cNvPicPr preferRelativeResize="0"/>
          <p:nvPr/>
        </p:nvPicPr>
        <p:blipFill>
          <a:blip r:embed="rId35">
            <a:alphaModFix/>
          </a:blip>
          <a:stretch>
            <a:fillRect/>
          </a:stretch>
        </p:blipFill>
        <p:spPr>
          <a:xfrm>
            <a:off x="5611950" y="2015517"/>
            <a:ext cx="859500" cy="345933"/>
          </a:xfrm>
          <a:prstGeom prst="rect">
            <a:avLst/>
          </a:prstGeom>
          <a:noFill/>
          <a:ln>
            <a:noFill/>
          </a:ln>
        </p:spPr>
      </p:pic>
      <p:pic>
        <p:nvPicPr>
          <p:cNvPr id="362" name="Google Shape;362;p60"/>
          <p:cNvPicPr preferRelativeResize="0"/>
          <p:nvPr/>
        </p:nvPicPr>
        <p:blipFill>
          <a:blip r:embed="rId36">
            <a:alphaModFix/>
          </a:blip>
          <a:stretch>
            <a:fillRect/>
          </a:stretch>
        </p:blipFill>
        <p:spPr>
          <a:xfrm>
            <a:off x="6644250" y="1942675"/>
            <a:ext cx="859500" cy="495865"/>
          </a:xfrm>
          <a:prstGeom prst="rect">
            <a:avLst/>
          </a:prstGeom>
          <a:noFill/>
          <a:ln>
            <a:noFill/>
          </a:ln>
        </p:spPr>
      </p:pic>
      <p:sp>
        <p:nvSpPr>
          <p:cNvPr id="363" name="Google Shape;363;p60"/>
          <p:cNvSpPr/>
          <p:nvPr/>
        </p:nvSpPr>
        <p:spPr>
          <a:xfrm>
            <a:off x="8334448" y="2383958"/>
            <a:ext cx="667200" cy="354600"/>
          </a:xfrm>
          <a:prstGeom prst="roundRect">
            <a:avLst>
              <a:gd fmla="val 16667" name="adj"/>
            </a:avLst>
          </a:prstGeom>
          <a:solidFill>
            <a:srgbClr val="4A86E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NEW</a:t>
            </a:r>
            <a:endParaRPr b="1">
              <a:solidFill>
                <a:srgbClr val="FFFFFF"/>
              </a:solidFill>
            </a:endParaRPr>
          </a:p>
        </p:txBody>
      </p:sp>
      <p:pic>
        <p:nvPicPr>
          <p:cNvPr descr="sionnx" id="364" name="Google Shape;364;p60" title="Sionnx"/>
          <p:cNvPicPr preferRelativeResize="0"/>
          <p:nvPr/>
        </p:nvPicPr>
        <p:blipFill>
          <a:blip r:embed="rId37">
            <a:alphaModFix/>
          </a:blip>
          <a:stretch>
            <a:fillRect/>
          </a:stretch>
        </p:blipFill>
        <p:spPr>
          <a:xfrm>
            <a:off x="4766887" y="4252438"/>
            <a:ext cx="1190462" cy="424850"/>
          </a:xfrm>
          <a:prstGeom prst="rect">
            <a:avLst/>
          </a:prstGeom>
          <a:noFill/>
          <a:ln>
            <a:noFill/>
          </a:ln>
        </p:spPr>
      </p:pic>
      <p:pic>
        <p:nvPicPr>
          <p:cNvPr id="365" name="Google Shape;365;p60"/>
          <p:cNvPicPr preferRelativeResize="0"/>
          <p:nvPr/>
        </p:nvPicPr>
        <p:blipFill rotWithShape="1">
          <a:blip r:embed="rId38">
            <a:alphaModFix/>
          </a:blip>
          <a:srcRect b="32074" l="0" r="0" t="11978"/>
          <a:stretch/>
        </p:blipFill>
        <p:spPr>
          <a:xfrm>
            <a:off x="7835376" y="1173814"/>
            <a:ext cx="809225" cy="452747"/>
          </a:xfrm>
          <a:prstGeom prst="rect">
            <a:avLst/>
          </a:prstGeom>
          <a:noFill/>
          <a:ln>
            <a:noFill/>
          </a:ln>
        </p:spPr>
      </p:pic>
      <p:pic>
        <p:nvPicPr>
          <p:cNvPr id="366" name="Google Shape;366;p60"/>
          <p:cNvPicPr preferRelativeResize="0"/>
          <p:nvPr/>
        </p:nvPicPr>
        <p:blipFill rotWithShape="1">
          <a:blip r:embed="rId39">
            <a:alphaModFix/>
          </a:blip>
          <a:srcRect b="0" l="0" r="75589" t="0"/>
          <a:stretch/>
        </p:blipFill>
        <p:spPr>
          <a:xfrm>
            <a:off x="8117613" y="3084745"/>
            <a:ext cx="351550" cy="483893"/>
          </a:xfrm>
          <a:prstGeom prst="rect">
            <a:avLst/>
          </a:prstGeom>
          <a:noFill/>
          <a:ln>
            <a:noFill/>
          </a:ln>
        </p:spPr>
      </p:pic>
      <p:sp>
        <p:nvSpPr>
          <p:cNvPr id="367" name="Google Shape;367;p60"/>
          <p:cNvSpPr/>
          <p:nvPr/>
        </p:nvSpPr>
        <p:spPr>
          <a:xfrm>
            <a:off x="7737600" y="2676625"/>
            <a:ext cx="1104600" cy="1304100"/>
          </a:xfrm>
          <a:prstGeom prst="roundRect">
            <a:avLst>
              <a:gd fmla="val 16667" name="adj"/>
            </a:avLst>
          </a:prstGeom>
          <a:no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60"/>
          <p:cNvSpPr txBox="1"/>
          <p:nvPr/>
        </p:nvSpPr>
        <p:spPr>
          <a:xfrm>
            <a:off x="7880867" y="2676633"/>
            <a:ext cx="765000" cy="2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NNOIR</a:t>
            </a:r>
            <a:endParaRPr/>
          </a:p>
        </p:txBody>
      </p:sp>
      <p:pic>
        <p:nvPicPr>
          <p:cNvPr id="369" name="Google Shape;369;p60"/>
          <p:cNvPicPr preferRelativeResize="0"/>
          <p:nvPr/>
        </p:nvPicPr>
        <p:blipFill>
          <a:blip r:embed="rId40">
            <a:alphaModFix/>
          </a:blip>
          <a:stretch>
            <a:fillRect/>
          </a:stretch>
        </p:blipFill>
        <p:spPr>
          <a:xfrm>
            <a:off x="7641175" y="1731788"/>
            <a:ext cx="1028700" cy="237392"/>
          </a:xfrm>
          <a:prstGeom prst="rect">
            <a:avLst/>
          </a:prstGeom>
          <a:noFill/>
          <a:ln>
            <a:noFill/>
          </a:ln>
        </p:spPr>
      </p:pic>
      <p:sp>
        <p:nvSpPr>
          <p:cNvPr id="370" name="Google Shape;370;p60"/>
          <p:cNvSpPr/>
          <p:nvPr/>
        </p:nvSpPr>
        <p:spPr>
          <a:xfrm>
            <a:off x="8331365" y="752801"/>
            <a:ext cx="667200" cy="354600"/>
          </a:xfrm>
          <a:prstGeom prst="roundRect">
            <a:avLst>
              <a:gd fmla="val 16667" name="adj"/>
            </a:avLst>
          </a:prstGeom>
          <a:solidFill>
            <a:srgbClr val="4A86E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NEW</a:t>
            </a:r>
            <a:endParaRPr b="1">
              <a:solidFill>
                <a:srgbClr val="FFFFFF"/>
              </a:solidFill>
            </a:endParaRPr>
          </a:p>
        </p:txBody>
      </p:sp>
      <p:sp>
        <p:nvSpPr>
          <p:cNvPr id="371" name="Google Shape;371;p60"/>
          <p:cNvSpPr/>
          <p:nvPr/>
        </p:nvSpPr>
        <p:spPr>
          <a:xfrm>
            <a:off x="7587075" y="1045079"/>
            <a:ext cx="1218300" cy="1304100"/>
          </a:xfrm>
          <a:prstGeom prst="roundRect">
            <a:avLst>
              <a:gd fmla="val 16667" name="adj"/>
            </a:avLst>
          </a:prstGeom>
          <a:no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2" name="Google Shape;372;p60"/>
          <p:cNvPicPr preferRelativeResize="0"/>
          <p:nvPr/>
        </p:nvPicPr>
        <p:blipFill>
          <a:blip r:embed="rId41">
            <a:alphaModFix/>
          </a:blip>
          <a:stretch>
            <a:fillRect/>
          </a:stretch>
        </p:blipFill>
        <p:spPr>
          <a:xfrm>
            <a:off x="7682975" y="2115657"/>
            <a:ext cx="950073" cy="149900"/>
          </a:xfrm>
          <a:prstGeom prst="rect">
            <a:avLst/>
          </a:prstGeom>
          <a:noFill/>
          <a:ln>
            <a:noFill/>
          </a:ln>
        </p:spPr>
      </p:pic>
      <p:pic>
        <p:nvPicPr>
          <p:cNvPr id="373" name="Google Shape;373;p60"/>
          <p:cNvPicPr preferRelativeResize="0"/>
          <p:nvPr/>
        </p:nvPicPr>
        <p:blipFill>
          <a:blip r:embed="rId42">
            <a:alphaModFix/>
          </a:blip>
          <a:stretch>
            <a:fillRect/>
          </a:stretch>
        </p:blipFill>
        <p:spPr>
          <a:xfrm>
            <a:off x="7771625" y="3631198"/>
            <a:ext cx="1002804" cy="3090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7" name="Shape 377"/>
        <p:cNvGrpSpPr/>
        <p:nvPr/>
      </p:nvGrpSpPr>
      <p:grpSpPr>
        <a:xfrm>
          <a:off x="0" y="0"/>
          <a:ext cx="0" cy="0"/>
          <a:chOff x="0" y="0"/>
          <a:chExt cx="0" cy="0"/>
        </a:xfrm>
      </p:grpSpPr>
      <p:sp>
        <p:nvSpPr>
          <p:cNvPr id="378" name="Google Shape;378;p61"/>
          <p:cNvSpPr txBox="1"/>
          <p:nvPr>
            <p:ph type="title"/>
          </p:nvPr>
        </p:nvSpPr>
        <p:spPr>
          <a:xfrm>
            <a:off x="457736" y="273844"/>
            <a:ext cx="8228400" cy="68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Coming soon: </a:t>
            </a:r>
            <a:r>
              <a:rPr lang="en"/>
              <a:t>ONNX 1.7</a:t>
            </a:r>
            <a:endParaRPr/>
          </a:p>
        </p:txBody>
      </p:sp>
      <p:sp>
        <p:nvSpPr>
          <p:cNvPr id="379" name="Google Shape;379;p61"/>
          <p:cNvSpPr/>
          <p:nvPr/>
        </p:nvSpPr>
        <p:spPr>
          <a:xfrm>
            <a:off x="457725" y="834875"/>
            <a:ext cx="7898100" cy="3270000"/>
          </a:xfrm>
          <a:prstGeom prst="roundRect">
            <a:avLst>
              <a:gd fmla="val 6462"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200">
              <a:solidFill>
                <a:srgbClr val="323232"/>
              </a:solidFill>
            </a:endParaRPr>
          </a:p>
          <a:p>
            <a:pPr indent="0" lvl="0" marL="0" rtl="0" algn="l">
              <a:lnSpc>
                <a:spcPct val="115000"/>
              </a:lnSpc>
              <a:spcBef>
                <a:spcPts val="0"/>
              </a:spcBef>
              <a:spcAft>
                <a:spcPts val="0"/>
              </a:spcAft>
              <a:buNone/>
            </a:pPr>
            <a:r>
              <a:t/>
            </a:r>
            <a:endParaRPr sz="1200">
              <a:solidFill>
                <a:srgbClr val="323232"/>
              </a:solidFill>
            </a:endParaRPr>
          </a:p>
          <a:p>
            <a:pPr indent="0" lvl="0" marL="0" rtl="0" algn="l">
              <a:lnSpc>
                <a:spcPct val="115000"/>
              </a:lnSpc>
              <a:spcBef>
                <a:spcPts val="0"/>
              </a:spcBef>
              <a:spcAft>
                <a:spcPts val="0"/>
              </a:spcAft>
              <a:buNone/>
            </a:pPr>
            <a:r>
              <a:rPr lang="en" sz="1800">
                <a:solidFill>
                  <a:srgbClr val="323232"/>
                </a:solidFill>
              </a:rPr>
              <a:t>ONNX v1.7 comes with exciting new and enhanced features!</a:t>
            </a:r>
            <a:endParaRPr sz="1800">
              <a:solidFill>
                <a:srgbClr val="323232"/>
              </a:solidFill>
            </a:endParaRPr>
          </a:p>
          <a:p>
            <a:pPr indent="-311150" lvl="0" marL="457200" rtl="0" algn="l">
              <a:lnSpc>
                <a:spcPct val="115000"/>
              </a:lnSpc>
              <a:spcBef>
                <a:spcPts val="0"/>
              </a:spcBef>
              <a:spcAft>
                <a:spcPts val="0"/>
              </a:spcAft>
              <a:buClr>
                <a:srgbClr val="323232"/>
              </a:buClr>
              <a:buSzPts val="1300"/>
              <a:buChar char="●"/>
            </a:pPr>
            <a:r>
              <a:rPr lang="en" sz="1300">
                <a:solidFill>
                  <a:srgbClr val="323232"/>
                </a:solidFill>
              </a:rPr>
              <a:t>Model training, introduced as a tech preview, expands ONNX beyond original inference capabilities.</a:t>
            </a:r>
            <a:endParaRPr sz="1300">
              <a:solidFill>
                <a:srgbClr val="323232"/>
              </a:solidFill>
            </a:endParaRPr>
          </a:p>
          <a:p>
            <a:pPr indent="-311150" lvl="0" marL="457200" rtl="0" algn="l">
              <a:lnSpc>
                <a:spcPct val="115000"/>
              </a:lnSpc>
              <a:spcBef>
                <a:spcPts val="0"/>
              </a:spcBef>
              <a:spcAft>
                <a:spcPts val="0"/>
              </a:spcAft>
              <a:buClr>
                <a:srgbClr val="323232"/>
              </a:buClr>
              <a:buSzPts val="1300"/>
              <a:buChar char="●"/>
            </a:pPr>
            <a:r>
              <a:rPr lang="en" sz="1300">
                <a:solidFill>
                  <a:srgbClr val="323232"/>
                </a:solidFill>
              </a:rPr>
              <a:t>A new protobuf message is added to describe training information, including the training algorithm, initializers, and new operators such as gradients, loss functions and optimizers.</a:t>
            </a:r>
            <a:endParaRPr sz="1300">
              <a:solidFill>
                <a:srgbClr val="323232"/>
              </a:solidFill>
            </a:endParaRPr>
          </a:p>
          <a:p>
            <a:pPr indent="-311150" lvl="0" marL="457200" rtl="0" algn="l">
              <a:lnSpc>
                <a:spcPct val="115000"/>
              </a:lnSpc>
              <a:spcBef>
                <a:spcPts val="0"/>
              </a:spcBef>
              <a:spcAft>
                <a:spcPts val="0"/>
              </a:spcAft>
              <a:buClr>
                <a:srgbClr val="323232"/>
              </a:buClr>
              <a:buSzPts val="1300"/>
              <a:buChar char="●"/>
            </a:pPr>
            <a:r>
              <a:rPr lang="en" sz="1300">
                <a:solidFill>
                  <a:srgbClr val="323232"/>
                </a:solidFill>
              </a:rPr>
              <a:t>The new spec allows one to create a training model in one framework, export it in ONNX, and load into a runtime or another framework where the training can proceed.</a:t>
            </a:r>
            <a:endParaRPr sz="1300">
              <a:solidFill>
                <a:srgbClr val="323232"/>
              </a:solidFill>
            </a:endParaRPr>
          </a:p>
          <a:p>
            <a:pPr indent="-311150" lvl="0" marL="457200" rtl="0" algn="l">
              <a:lnSpc>
                <a:spcPct val="115000"/>
              </a:lnSpc>
              <a:spcBef>
                <a:spcPts val="0"/>
              </a:spcBef>
              <a:spcAft>
                <a:spcPts val="0"/>
              </a:spcAft>
              <a:buClr>
                <a:srgbClr val="323232"/>
              </a:buClr>
              <a:buSzPts val="1300"/>
              <a:buChar char="●"/>
            </a:pPr>
            <a:r>
              <a:rPr lang="en" sz="1300">
                <a:solidFill>
                  <a:srgbClr val="323232"/>
                </a:solidFill>
              </a:rPr>
              <a:t>Operator registration APIs are updated to support dynamic function body (sub-graph) registration.</a:t>
            </a:r>
            <a:endParaRPr sz="1300">
              <a:solidFill>
                <a:srgbClr val="323232"/>
              </a:solidFill>
            </a:endParaRPr>
          </a:p>
          <a:p>
            <a:pPr indent="-311150" lvl="0" marL="457200" rtl="0" algn="l">
              <a:lnSpc>
                <a:spcPct val="115000"/>
              </a:lnSpc>
              <a:spcBef>
                <a:spcPts val="0"/>
              </a:spcBef>
              <a:spcAft>
                <a:spcPts val="0"/>
              </a:spcAft>
              <a:buClr>
                <a:srgbClr val="323232"/>
              </a:buClr>
              <a:buSzPts val="1300"/>
              <a:buChar char="●"/>
            </a:pPr>
            <a:r>
              <a:rPr lang="en" sz="1300">
                <a:solidFill>
                  <a:srgbClr val="323232"/>
                </a:solidFill>
              </a:rPr>
              <a:t>Functions’ body graph are extended to be able to rely on multiple external operator sets.</a:t>
            </a:r>
            <a:endParaRPr sz="1300">
              <a:solidFill>
                <a:srgbClr val="323232"/>
              </a:solidFill>
            </a:endParaRPr>
          </a:p>
          <a:p>
            <a:pPr indent="-311150" lvl="0" marL="457200" rtl="0" algn="l">
              <a:lnSpc>
                <a:spcPct val="115000"/>
              </a:lnSpc>
              <a:spcBef>
                <a:spcPts val="0"/>
              </a:spcBef>
              <a:spcAft>
                <a:spcPts val="0"/>
              </a:spcAft>
              <a:buClr>
                <a:srgbClr val="323232"/>
              </a:buClr>
              <a:buSzPts val="1300"/>
              <a:buChar char="●"/>
            </a:pPr>
            <a:r>
              <a:rPr lang="en" sz="1300">
                <a:solidFill>
                  <a:srgbClr val="323232"/>
                </a:solidFill>
              </a:rPr>
              <a:t>The model checker is enhanced in shape inference and type constraints specified in the operator schema.</a:t>
            </a:r>
            <a:endParaRPr sz="1300">
              <a:solidFill>
                <a:srgbClr val="323232"/>
              </a:solidFill>
            </a:endParaRPr>
          </a:p>
          <a:p>
            <a:pPr indent="-311150" lvl="0" marL="457200" rtl="0" algn="l">
              <a:lnSpc>
                <a:spcPct val="115000"/>
              </a:lnSpc>
              <a:spcBef>
                <a:spcPts val="0"/>
              </a:spcBef>
              <a:spcAft>
                <a:spcPts val="0"/>
              </a:spcAft>
              <a:buClr>
                <a:srgbClr val="323232"/>
              </a:buClr>
              <a:buSzPts val="1300"/>
              <a:buChar char="●"/>
            </a:pPr>
            <a:r>
              <a:rPr lang="en" sz="1300">
                <a:solidFill>
                  <a:srgbClr val="323232"/>
                </a:solidFill>
              </a:rPr>
              <a:t>Version numbers: IR = 7, opset = 12, opset-ml = 2, opset-training = 1</a:t>
            </a:r>
            <a:endParaRPr sz="1300">
              <a:solidFill>
                <a:srgbClr val="323232"/>
              </a:solidFill>
            </a:endParaRPr>
          </a:p>
          <a:p>
            <a:pPr indent="0" lvl="0" marL="0" rtl="0" algn="l">
              <a:lnSpc>
                <a:spcPct val="130000"/>
              </a:lnSpc>
              <a:spcBef>
                <a:spcPts val="0"/>
              </a:spcBef>
              <a:spcAft>
                <a:spcPts val="1800"/>
              </a:spcAft>
              <a:buNone/>
            </a:pPr>
            <a:r>
              <a:t/>
            </a:r>
            <a:endParaRPr sz="1200">
              <a:solidFill>
                <a:schemeClr val="dk1"/>
              </a:solidFill>
            </a:endParaRPr>
          </a:p>
        </p:txBody>
      </p:sp>
      <p:sp>
        <p:nvSpPr>
          <p:cNvPr id="380" name="Google Shape;380;p61"/>
          <p:cNvSpPr/>
          <p:nvPr/>
        </p:nvSpPr>
        <p:spPr>
          <a:xfrm>
            <a:off x="457725" y="4198225"/>
            <a:ext cx="7898100" cy="744900"/>
          </a:xfrm>
          <a:prstGeom prst="roundRect">
            <a:avLst>
              <a:gd fmla="val 24630"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400">
                <a:solidFill>
                  <a:srgbClr val="323232"/>
                </a:solidFill>
              </a:rPr>
              <a:t>Thank you everyone for your countless hours of work!</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5" name="Shape 385"/>
        <p:cNvGrpSpPr/>
        <p:nvPr/>
      </p:nvGrpSpPr>
      <p:grpSpPr>
        <a:xfrm>
          <a:off x="0" y="0"/>
          <a:ext cx="0" cy="0"/>
          <a:chOff x="0" y="0"/>
          <a:chExt cx="0" cy="0"/>
        </a:xfrm>
      </p:grpSpPr>
      <p:sp>
        <p:nvSpPr>
          <p:cNvPr id="386" name="Google Shape;386;p62"/>
          <p:cNvSpPr txBox="1"/>
          <p:nvPr>
            <p:ph idx="1" type="body"/>
          </p:nvPr>
        </p:nvSpPr>
        <p:spPr>
          <a:xfrm>
            <a:off x="5199175" y="1096200"/>
            <a:ext cx="3798600" cy="3155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 sz="3600"/>
              <a:t>Governance</a:t>
            </a:r>
            <a:endParaRPr sz="3400"/>
          </a:p>
        </p:txBody>
      </p:sp>
      <p:cxnSp>
        <p:nvCxnSpPr>
          <p:cNvPr id="387" name="Google Shape;387;p62"/>
          <p:cNvCxnSpPr/>
          <p:nvPr/>
        </p:nvCxnSpPr>
        <p:spPr>
          <a:xfrm>
            <a:off x="4607119" y="1603289"/>
            <a:ext cx="0" cy="2020200"/>
          </a:xfrm>
          <a:prstGeom prst="straightConnector1">
            <a:avLst/>
          </a:prstGeom>
          <a:noFill/>
          <a:ln cap="flat" cmpd="sng" w="60325">
            <a:solidFill>
              <a:srgbClr val="2A7078"/>
            </a:solidFill>
            <a:prstDash val="solid"/>
            <a:miter lim="800000"/>
            <a:headEnd len="sm" w="sm" type="none"/>
            <a:tailEnd len="sm" w="sm" type="none"/>
          </a:ln>
        </p:spPr>
      </p:cxnSp>
      <p:sp>
        <p:nvSpPr>
          <p:cNvPr id="388" name="Google Shape;388;p62"/>
          <p:cNvSpPr txBox="1"/>
          <p:nvPr/>
        </p:nvSpPr>
        <p:spPr>
          <a:xfrm>
            <a:off x="514878" y="330994"/>
            <a:ext cx="3428700" cy="4570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3600"/>
              <a:buFont typeface="Arial"/>
              <a:buNone/>
            </a:pPr>
            <a:r>
              <a:t/>
            </a:r>
            <a:endParaRPr b="0" i="0" sz="3600">
              <a:solidFill>
                <a:schemeClr val="lt1"/>
              </a:solidFill>
              <a:latin typeface="Arial"/>
              <a:ea typeface="Arial"/>
              <a:cs typeface="Arial"/>
              <a:sym typeface="Arial"/>
            </a:endParaRPr>
          </a:p>
        </p:txBody>
      </p:sp>
      <p:pic>
        <p:nvPicPr>
          <p:cNvPr id="389" name="Google Shape;389;p62"/>
          <p:cNvPicPr preferRelativeResize="0"/>
          <p:nvPr/>
        </p:nvPicPr>
        <p:blipFill rotWithShape="1">
          <a:blip r:embed="rId3">
            <a:alphaModFix/>
          </a:blip>
          <a:srcRect b="0" l="0" r="0" t="0"/>
          <a:stretch/>
        </p:blipFill>
        <p:spPr>
          <a:xfrm>
            <a:off x="809857" y="2233625"/>
            <a:ext cx="3076435" cy="7595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4" name="Shape 394"/>
        <p:cNvGrpSpPr/>
        <p:nvPr/>
      </p:nvGrpSpPr>
      <p:grpSpPr>
        <a:xfrm>
          <a:off x="0" y="0"/>
          <a:ext cx="0" cy="0"/>
          <a:chOff x="0" y="0"/>
          <a:chExt cx="0" cy="0"/>
        </a:xfrm>
      </p:grpSpPr>
      <p:sp>
        <p:nvSpPr>
          <p:cNvPr id="395" name="Google Shape;395;p63"/>
          <p:cNvSpPr txBox="1"/>
          <p:nvPr>
            <p:ph type="title"/>
          </p:nvPr>
        </p:nvSpPr>
        <p:spPr>
          <a:xfrm>
            <a:off x="457736" y="350044"/>
            <a:ext cx="8228400" cy="6858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400"/>
              <a:buFont typeface="Arial"/>
              <a:buNone/>
            </a:pPr>
            <a:r>
              <a:rPr lang="en"/>
              <a:t>ONNX open governance recap</a:t>
            </a:r>
            <a:endParaRPr/>
          </a:p>
        </p:txBody>
      </p:sp>
      <p:sp>
        <p:nvSpPr>
          <p:cNvPr id="396" name="Google Shape;396;p63"/>
          <p:cNvSpPr/>
          <p:nvPr/>
        </p:nvSpPr>
        <p:spPr>
          <a:xfrm>
            <a:off x="457725" y="1078450"/>
            <a:ext cx="7898100" cy="7428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Steering Committee</a:t>
            </a:r>
            <a:r>
              <a:rPr lang="en" sz="1500">
                <a:solidFill>
                  <a:schemeClr val="dk1"/>
                </a:solidFill>
              </a:rPr>
              <a:t> defines the vision, goals, and governance process of the ONNX community. Steering Committee is elected.</a:t>
            </a:r>
            <a:endParaRPr/>
          </a:p>
        </p:txBody>
      </p:sp>
      <p:sp>
        <p:nvSpPr>
          <p:cNvPr id="397" name="Google Shape;397;p63"/>
          <p:cNvSpPr/>
          <p:nvPr/>
        </p:nvSpPr>
        <p:spPr>
          <a:xfrm>
            <a:off x="457725" y="2016925"/>
            <a:ext cx="5600400" cy="12171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Special Interest Groups (SIGs)</a:t>
            </a:r>
            <a:r>
              <a:rPr lang="en" sz="1500">
                <a:solidFill>
                  <a:schemeClr val="dk1"/>
                </a:solidFill>
              </a:rPr>
              <a:t> are </a:t>
            </a:r>
            <a:r>
              <a:rPr b="1" lang="en" sz="1500">
                <a:solidFill>
                  <a:schemeClr val="dk1"/>
                </a:solidFill>
              </a:rPr>
              <a:t>persistent groups</a:t>
            </a:r>
            <a:r>
              <a:rPr lang="en" sz="1500">
                <a:solidFill>
                  <a:schemeClr val="dk1"/>
                </a:solidFill>
              </a:rPr>
              <a:t> that are responsible for specific parts of the project, including ongoing maintenance of the code in their areas. SIGs are chartered by the Steering Committee.</a:t>
            </a:r>
            <a:endParaRPr b="1" sz="1500">
              <a:solidFill>
                <a:schemeClr val="dk1"/>
              </a:solidFill>
            </a:endParaRPr>
          </a:p>
        </p:txBody>
      </p:sp>
      <p:sp>
        <p:nvSpPr>
          <p:cNvPr id="398" name="Google Shape;398;p63"/>
          <p:cNvSpPr/>
          <p:nvPr/>
        </p:nvSpPr>
        <p:spPr>
          <a:xfrm>
            <a:off x="457725" y="3404825"/>
            <a:ext cx="5600400" cy="1272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Working Groups (WGs)</a:t>
            </a:r>
            <a:r>
              <a:rPr lang="en" sz="1500">
                <a:solidFill>
                  <a:schemeClr val="dk1"/>
                </a:solidFill>
              </a:rPr>
              <a:t> are </a:t>
            </a:r>
            <a:r>
              <a:rPr b="1" lang="en" sz="1500">
                <a:solidFill>
                  <a:schemeClr val="dk1"/>
                </a:solidFill>
              </a:rPr>
              <a:t>temporary groups</a:t>
            </a:r>
            <a:r>
              <a:rPr lang="en" sz="1500">
                <a:solidFill>
                  <a:schemeClr val="dk1"/>
                </a:solidFill>
              </a:rPr>
              <a:t> formed to address issues that cross SIG boundaries. Working groups do not own any code ownership or other long term artifacts. Working groups are chartered by the Steering Committee.</a:t>
            </a:r>
            <a:endParaRPr b="1" sz="1500">
              <a:solidFill>
                <a:schemeClr val="dk1"/>
              </a:solidFill>
            </a:endParaRPr>
          </a:p>
        </p:txBody>
      </p:sp>
      <p:sp>
        <p:nvSpPr>
          <p:cNvPr id="399" name="Google Shape;399;p63"/>
          <p:cNvSpPr/>
          <p:nvPr/>
        </p:nvSpPr>
        <p:spPr>
          <a:xfrm>
            <a:off x="6219450" y="2016925"/>
            <a:ext cx="2136300" cy="2660100"/>
          </a:xfrm>
          <a:prstGeom prst="roundRect">
            <a:avLst>
              <a:gd fmla="val 107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rPr>
              <a:t>SIGs and WGs have open and transparent proceedings.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Anyone is welcome to participate and contribute provided they follow the Code of Conduct.</a:t>
            </a:r>
            <a:endParaRPr b="1"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4" name="Shape 404"/>
        <p:cNvGrpSpPr/>
        <p:nvPr/>
      </p:nvGrpSpPr>
      <p:grpSpPr>
        <a:xfrm>
          <a:off x="0" y="0"/>
          <a:ext cx="0" cy="0"/>
          <a:chOff x="0" y="0"/>
          <a:chExt cx="0" cy="0"/>
        </a:xfrm>
      </p:grpSpPr>
      <p:sp>
        <p:nvSpPr>
          <p:cNvPr id="405" name="Google Shape;405;p64"/>
          <p:cNvSpPr txBox="1"/>
          <p:nvPr>
            <p:ph type="title"/>
          </p:nvPr>
        </p:nvSpPr>
        <p:spPr>
          <a:xfrm>
            <a:off x="457736" y="350044"/>
            <a:ext cx="8228400" cy="6858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400"/>
              <a:buFont typeface="Arial"/>
              <a:buNone/>
            </a:pPr>
            <a:r>
              <a:rPr lang="en"/>
              <a:t>ONNX open governance update</a:t>
            </a:r>
            <a:endParaRPr/>
          </a:p>
        </p:txBody>
      </p:sp>
      <p:sp>
        <p:nvSpPr>
          <p:cNvPr id="406" name="Google Shape;406;p64"/>
          <p:cNvSpPr/>
          <p:nvPr/>
        </p:nvSpPr>
        <p:spPr>
          <a:xfrm>
            <a:off x="457725" y="1078450"/>
            <a:ext cx="2673600" cy="3943800"/>
          </a:xfrm>
          <a:prstGeom prst="roundRect">
            <a:avLst>
              <a:gd fmla="val 13028"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Steering Committee</a:t>
            </a:r>
            <a:r>
              <a:rPr lang="en" sz="1500">
                <a:solidFill>
                  <a:schemeClr val="dk1"/>
                </a:solidFill>
              </a:rPr>
              <a:t> </a:t>
            </a:r>
            <a:endParaRPr sz="1500">
              <a:solidFill>
                <a:schemeClr val="dk1"/>
              </a:solidFill>
            </a:endParaRPr>
          </a:p>
          <a:p>
            <a:pPr indent="0" lvl="0" marL="0" rtl="0" algn="l">
              <a:spcBef>
                <a:spcPts val="0"/>
              </a:spcBef>
              <a:spcAft>
                <a:spcPts val="0"/>
              </a:spcAft>
              <a:buNone/>
            </a:pPr>
            <a:r>
              <a:rPr lang="en" sz="900" u="sng">
                <a:solidFill>
                  <a:schemeClr val="hlink"/>
                </a:solidFill>
                <a:hlinkClick r:id="rId3"/>
              </a:rPr>
              <a:t>https://github.com/onnx/steering-committee</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Prasanth Pulavarthi (MS)</a:t>
            </a:r>
            <a:endParaRPr sz="1500">
              <a:solidFill>
                <a:schemeClr val="dk1"/>
              </a:solidFill>
            </a:endParaRPr>
          </a:p>
          <a:p>
            <a:pPr indent="0" lvl="0" marL="0" rtl="0" algn="l">
              <a:spcBef>
                <a:spcPts val="0"/>
              </a:spcBef>
              <a:spcAft>
                <a:spcPts val="0"/>
              </a:spcAft>
              <a:buNone/>
            </a:pPr>
            <a:r>
              <a:rPr lang="en" sz="1500">
                <a:solidFill>
                  <a:schemeClr val="dk1"/>
                </a:solidFill>
              </a:rPr>
              <a:t>Joe Spisak (FB)</a:t>
            </a:r>
            <a:endParaRPr sz="1500">
              <a:solidFill>
                <a:schemeClr val="dk1"/>
              </a:solidFill>
            </a:endParaRPr>
          </a:p>
          <a:p>
            <a:pPr indent="0" lvl="0" marL="0" rtl="0" algn="l">
              <a:spcBef>
                <a:spcPts val="0"/>
              </a:spcBef>
              <a:spcAft>
                <a:spcPts val="0"/>
              </a:spcAft>
              <a:buNone/>
            </a:pPr>
            <a:r>
              <a:rPr lang="en" sz="1500">
                <a:solidFill>
                  <a:schemeClr val="dk1"/>
                </a:solidFill>
              </a:rPr>
              <a:t>Vin Sharma (AWS)</a:t>
            </a:r>
            <a:endParaRPr sz="1500">
              <a:solidFill>
                <a:schemeClr val="dk1"/>
              </a:solidFill>
            </a:endParaRPr>
          </a:p>
          <a:p>
            <a:pPr indent="0" lvl="0" marL="0" rtl="0" algn="l">
              <a:spcBef>
                <a:spcPts val="0"/>
              </a:spcBef>
              <a:spcAft>
                <a:spcPts val="0"/>
              </a:spcAft>
              <a:buNone/>
            </a:pPr>
            <a:r>
              <a:rPr lang="en" sz="1500">
                <a:solidFill>
                  <a:schemeClr val="dk1"/>
                </a:solidFill>
              </a:rPr>
              <a:t>Harry Kim (Intel) </a:t>
            </a:r>
            <a:endParaRPr sz="1500">
              <a:solidFill>
                <a:schemeClr val="dk1"/>
              </a:solidFill>
            </a:endParaRPr>
          </a:p>
          <a:p>
            <a:pPr indent="0" lvl="0" marL="0" rtl="0" algn="l">
              <a:spcBef>
                <a:spcPts val="0"/>
              </a:spcBef>
              <a:spcAft>
                <a:spcPts val="0"/>
              </a:spcAft>
              <a:buNone/>
            </a:pPr>
            <a:r>
              <a:rPr lang="en" sz="1500">
                <a:solidFill>
                  <a:schemeClr val="dk1"/>
                </a:solidFill>
              </a:rPr>
              <a:t>Dilip Sequeira (Nvidia)</a:t>
            </a:r>
            <a:endParaRPr sz="1500">
              <a:solidFill>
                <a:schemeClr val="dk1"/>
              </a:solidFill>
            </a:endParaRPr>
          </a:p>
          <a:p>
            <a:pPr indent="0" lvl="0" marL="0" rtl="0" algn="l">
              <a:spcBef>
                <a:spcPts val="0"/>
              </a:spcBef>
              <a:spcAft>
                <a:spcPts val="0"/>
              </a:spcAft>
              <a:buNone/>
            </a:pPr>
            <a:r>
              <a:t/>
            </a:r>
            <a:endParaRPr sz="900">
              <a:solidFill>
                <a:schemeClr val="dk1"/>
              </a:solidFill>
            </a:endParaRPr>
          </a:p>
        </p:txBody>
      </p:sp>
      <p:sp>
        <p:nvSpPr>
          <p:cNvPr id="407" name="Google Shape;407;p64"/>
          <p:cNvSpPr/>
          <p:nvPr/>
        </p:nvSpPr>
        <p:spPr>
          <a:xfrm>
            <a:off x="3449525" y="1078450"/>
            <a:ext cx="5236500" cy="2308800"/>
          </a:xfrm>
          <a:prstGeom prst="roundRect">
            <a:avLst>
              <a:gd fmla="val 13314"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Special Interest Groups</a:t>
            </a:r>
            <a:r>
              <a:rPr lang="en" sz="1500">
                <a:solidFill>
                  <a:schemeClr val="dk1"/>
                </a:solidFill>
              </a:rPr>
              <a:t> </a:t>
            </a:r>
            <a:r>
              <a:rPr b="1" lang="en" sz="1500">
                <a:solidFill>
                  <a:schemeClr val="dk1"/>
                </a:solidFill>
              </a:rPr>
              <a:t>(SIGs)</a:t>
            </a:r>
            <a:endParaRPr b="1" sz="1500">
              <a:solidFill>
                <a:schemeClr val="dk1"/>
              </a:solidFill>
            </a:endParaRPr>
          </a:p>
          <a:p>
            <a:pPr indent="0" lvl="0" marL="0" rtl="0" algn="l">
              <a:spcBef>
                <a:spcPts val="0"/>
              </a:spcBef>
              <a:spcAft>
                <a:spcPts val="0"/>
              </a:spcAft>
              <a:buNone/>
            </a:pPr>
            <a:r>
              <a:rPr lang="en" sz="900" u="sng">
                <a:solidFill>
                  <a:schemeClr val="hlink"/>
                </a:solidFill>
                <a:hlinkClick r:id="rId4"/>
              </a:rPr>
              <a:t>https://github.com/onnx/sigs</a:t>
            </a:r>
            <a:endParaRPr b="1" sz="9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500">
                <a:solidFill>
                  <a:schemeClr val="dk1"/>
                </a:solidFill>
              </a:rPr>
              <a:t>Architecture &amp; Infra</a:t>
            </a:r>
            <a:r>
              <a:rPr lang="en" sz="1500">
                <a:solidFill>
                  <a:schemeClr val="dk1"/>
                </a:solidFill>
              </a:rPr>
              <a:t>: Lu Fang, Ke Zhang</a:t>
            </a:r>
            <a:endParaRPr sz="15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500">
                <a:solidFill>
                  <a:schemeClr val="dk1"/>
                </a:solidFill>
              </a:rPr>
              <a:t>Operators</a:t>
            </a:r>
            <a:r>
              <a:rPr lang="en" sz="1500">
                <a:solidFill>
                  <a:schemeClr val="dk1"/>
                </a:solidFill>
              </a:rPr>
              <a:t>: Michał Karzyński, Emad Barsoum</a:t>
            </a:r>
            <a:endParaRPr sz="15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500">
                <a:solidFill>
                  <a:schemeClr val="dk1"/>
                </a:solidFill>
              </a:rPr>
              <a:t>Converters:</a:t>
            </a:r>
            <a:r>
              <a:rPr lang="en" sz="1500">
                <a:solidFill>
                  <a:schemeClr val="dk1"/>
                </a:solidFill>
              </a:rPr>
              <a:t> Chin Huang, Guenther Schmuelling</a:t>
            </a:r>
            <a:endParaRPr sz="15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500">
                <a:solidFill>
                  <a:schemeClr val="dk1"/>
                </a:solidFill>
              </a:rPr>
              <a:t>Model Zoo &amp; Tutorials: </a:t>
            </a:r>
            <a:r>
              <a:rPr lang="en" sz="1500">
                <a:solidFill>
                  <a:schemeClr val="dk1"/>
                </a:solidFill>
                <a:highlight>
                  <a:schemeClr val="accent1"/>
                </a:highlight>
              </a:rPr>
              <a:t>Vinitra Swamy</a:t>
            </a:r>
            <a:endParaRPr sz="1500">
              <a:solidFill>
                <a:schemeClr val="dk1"/>
              </a:solidFill>
              <a:highlight>
                <a:schemeClr val="accent1"/>
              </a:highlight>
            </a:endParaRPr>
          </a:p>
        </p:txBody>
      </p:sp>
      <p:sp>
        <p:nvSpPr>
          <p:cNvPr id="408" name="Google Shape;408;p64"/>
          <p:cNvSpPr/>
          <p:nvPr/>
        </p:nvSpPr>
        <p:spPr>
          <a:xfrm>
            <a:off x="3449525" y="3537625"/>
            <a:ext cx="5236500" cy="14844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Working</a:t>
            </a:r>
            <a:r>
              <a:rPr b="1" lang="en" sz="1500">
                <a:solidFill>
                  <a:schemeClr val="dk1"/>
                </a:solidFill>
              </a:rPr>
              <a:t> Groups</a:t>
            </a:r>
            <a:r>
              <a:rPr lang="en" sz="1500">
                <a:solidFill>
                  <a:schemeClr val="dk1"/>
                </a:solidFill>
              </a:rPr>
              <a:t> </a:t>
            </a:r>
            <a:r>
              <a:rPr b="1" lang="en" sz="1500">
                <a:solidFill>
                  <a:schemeClr val="dk1"/>
                </a:solidFill>
              </a:rPr>
              <a:t>(WGs)</a:t>
            </a:r>
            <a:r>
              <a:rPr lang="en" sz="1500">
                <a:solidFill>
                  <a:schemeClr val="dk1"/>
                </a:solidFill>
              </a:rPr>
              <a:t> </a:t>
            </a:r>
            <a:endParaRPr sz="1500">
              <a:solidFill>
                <a:schemeClr val="dk1"/>
              </a:solidFill>
            </a:endParaRPr>
          </a:p>
          <a:p>
            <a:pPr indent="0" lvl="0" marL="0" rtl="0" algn="l">
              <a:spcBef>
                <a:spcPts val="0"/>
              </a:spcBef>
              <a:spcAft>
                <a:spcPts val="0"/>
              </a:spcAft>
              <a:buNone/>
            </a:pPr>
            <a:r>
              <a:rPr lang="en" sz="900" u="sng">
                <a:solidFill>
                  <a:schemeClr val="hlink"/>
                </a:solidFill>
                <a:hlinkClick r:id="rId5"/>
              </a:rPr>
              <a:t>https://github.com/onnx/working-groups</a:t>
            </a:r>
            <a:endParaRPr sz="9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500">
                <a:solidFill>
                  <a:schemeClr val="dk1"/>
                </a:solidFill>
              </a:rPr>
              <a:t>Training:</a:t>
            </a:r>
            <a:r>
              <a:rPr lang="en" sz="1500">
                <a:solidFill>
                  <a:schemeClr val="dk1"/>
                </a:solidFill>
              </a:rPr>
              <a:t> </a:t>
            </a:r>
            <a:r>
              <a:rPr lang="en" sz="1500">
                <a:solidFill>
                  <a:schemeClr val="dk1"/>
                </a:solidFill>
              </a:rPr>
              <a:t>Svetlana Levitan</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i="1" lang="en" sz="1500">
                <a:solidFill>
                  <a:schemeClr val="dk1"/>
                </a:solidFill>
              </a:rPr>
              <a:t>Recently closed WGs: </a:t>
            </a:r>
            <a:r>
              <a:rPr b="1" i="1" lang="en" sz="1500">
                <a:solidFill>
                  <a:schemeClr val="dk1"/>
                </a:solidFill>
              </a:rPr>
              <a:t>Edge/Mobile</a:t>
            </a:r>
            <a:r>
              <a:rPr i="1" lang="en" sz="1500">
                <a:solidFill>
                  <a:schemeClr val="dk1"/>
                </a:solidFill>
              </a:rPr>
              <a:t>, </a:t>
            </a:r>
            <a:r>
              <a:rPr b="1" i="1" lang="en" sz="1500">
                <a:solidFill>
                  <a:schemeClr val="dk1"/>
                </a:solidFill>
              </a:rPr>
              <a:t>Data Pipelines</a:t>
            </a:r>
            <a:endParaRPr i="1" sz="15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2" name="Shape 412"/>
        <p:cNvGrpSpPr/>
        <p:nvPr/>
      </p:nvGrpSpPr>
      <p:grpSpPr>
        <a:xfrm>
          <a:off x="0" y="0"/>
          <a:ext cx="0" cy="0"/>
          <a:chOff x="0" y="0"/>
          <a:chExt cx="0" cy="0"/>
        </a:xfrm>
      </p:grpSpPr>
      <p:sp>
        <p:nvSpPr>
          <p:cNvPr id="413" name="Google Shape;413;p65"/>
          <p:cNvSpPr txBox="1"/>
          <p:nvPr>
            <p:ph type="title"/>
          </p:nvPr>
        </p:nvSpPr>
        <p:spPr>
          <a:xfrm>
            <a:off x="457736" y="273844"/>
            <a:ext cx="8228400" cy="68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ONNX open governance changes</a:t>
            </a:r>
            <a:endParaRPr/>
          </a:p>
        </p:txBody>
      </p:sp>
      <p:sp>
        <p:nvSpPr>
          <p:cNvPr id="414" name="Google Shape;414;p65"/>
          <p:cNvSpPr/>
          <p:nvPr/>
        </p:nvSpPr>
        <p:spPr>
          <a:xfrm>
            <a:off x="457725" y="2293450"/>
            <a:ext cx="7898100" cy="9528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000"/>
              </a:lnSpc>
              <a:spcBef>
                <a:spcPts val="0"/>
              </a:spcBef>
              <a:spcAft>
                <a:spcPts val="1800"/>
              </a:spcAft>
              <a:buNone/>
            </a:pPr>
            <a:r>
              <a:rPr b="1" lang="en" sz="1800">
                <a:solidFill>
                  <a:schemeClr val="dk1"/>
                </a:solidFill>
              </a:rPr>
              <a:t>Updated licensing</a:t>
            </a:r>
            <a:r>
              <a:rPr lang="en" sz="1800">
                <a:solidFill>
                  <a:schemeClr val="dk1"/>
                </a:solidFill>
              </a:rPr>
              <a:t> - Project licensing is moving to Apache-2 (from MIT). Reclassification of prior contributions is under discussion. </a:t>
            </a:r>
            <a:endParaRPr b="1" sz="1500">
              <a:solidFill>
                <a:schemeClr val="dk1"/>
              </a:solidFill>
            </a:endParaRPr>
          </a:p>
        </p:txBody>
      </p:sp>
      <p:sp>
        <p:nvSpPr>
          <p:cNvPr id="415" name="Google Shape;415;p65"/>
          <p:cNvSpPr/>
          <p:nvPr/>
        </p:nvSpPr>
        <p:spPr>
          <a:xfrm>
            <a:off x="457725" y="3494551"/>
            <a:ext cx="7898100" cy="9528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30000"/>
              </a:lnSpc>
              <a:spcBef>
                <a:spcPts val="0"/>
              </a:spcBef>
              <a:spcAft>
                <a:spcPts val="1800"/>
              </a:spcAft>
              <a:buNone/>
            </a:pPr>
            <a:r>
              <a:rPr b="1" lang="en" sz="1800">
                <a:solidFill>
                  <a:schemeClr val="dk1"/>
                </a:solidFill>
              </a:rPr>
              <a:t>CLA -&gt; DCO </a:t>
            </a:r>
            <a:r>
              <a:rPr lang="en" sz="1800">
                <a:solidFill>
                  <a:schemeClr val="dk1"/>
                </a:solidFill>
              </a:rPr>
              <a:t>- DCO is an attestation made by the contributor (versus a signed CLA) via the -s signoff (can be automated at contribution).</a:t>
            </a:r>
            <a:endParaRPr b="1" sz="1500">
              <a:solidFill>
                <a:schemeClr val="dk1"/>
              </a:solidFill>
            </a:endParaRPr>
          </a:p>
        </p:txBody>
      </p:sp>
      <p:sp>
        <p:nvSpPr>
          <p:cNvPr id="416" name="Google Shape;416;p65"/>
          <p:cNvSpPr/>
          <p:nvPr/>
        </p:nvSpPr>
        <p:spPr>
          <a:xfrm>
            <a:off x="457725" y="1074250"/>
            <a:ext cx="7898100" cy="9528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000"/>
              </a:lnSpc>
              <a:spcBef>
                <a:spcPts val="0"/>
              </a:spcBef>
              <a:spcAft>
                <a:spcPts val="1800"/>
              </a:spcAft>
              <a:buNone/>
            </a:pPr>
            <a:r>
              <a:rPr b="1" lang="en" sz="1800">
                <a:solidFill>
                  <a:schemeClr val="dk1"/>
                </a:solidFill>
              </a:rPr>
              <a:t>Legal entity </a:t>
            </a:r>
            <a:r>
              <a:rPr lang="en" sz="1800">
                <a:solidFill>
                  <a:schemeClr val="dk1"/>
                </a:solidFill>
              </a:rPr>
              <a:t>- LF AI is setting up a legal entity for ONNX. Charter is based on existing open governance plan.</a:t>
            </a:r>
            <a:endParaRPr b="1" sz="15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1" name="Shape 421"/>
        <p:cNvGrpSpPr/>
        <p:nvPr/>
      </p:nvGrpSpPr>
      <p:grpSpPr>
        <a:xfrm>
          <a:off x="0" y="0"/>
          <a:ext cx="0" cy="0"/>
          <a:chOff x="0" y="0"/>
          <a:chExt cx="0" cy="0"/>
        </a:xfrm>
      </p:grpSpPr>
      <p:sp>
        <p:nvSpPr>
          <p:cNvPr id="422" name="Google Shape;422;p66"/>
          <p:cNvSpPr txBox="1"/>
          <p:nvPr>
            <p:ph type="title"/>
          </p:nvPr>
        </p:nvSpPr>
        <p:spPr>
          <a:xfrm>
            <a:off x="457736" y="350044"/>
            <a:ext cx="8228400" cy="6858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400"/>
              <a:buFont typeface="Arial"/>
              <a:buNone/>
            </a:pPr>
            <a:r>
              <a:rPr lang="en"/>
              <a:t>ONNX open governance election </a:t>
            </a:r>
            <a:r>
              <a:rPr lang="en"/>
              <a:t>process</a:t>
            </a:r>
            <a:endParaRPr/>
          </a:p>
        </p:txBody>
      </p:sp>
      <p:sp>
        <p:nvSpPr>
          <p:cNvPr id="423" name="Google Shape;423;p66"/>
          <p:cNvSpPr/>
          <p:nvPr/>
        </p:nvSpPr>
        <p:spPr>
          <a:xfrm>
            <a:off x="457725" y="1559058"/>
            <a:ext cx="7898100" cy="10386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Eligibility </a:t>
            </a:r>
            <a:endParaRPr b="1" sz="1500">
              <a:solidFill>
                <a:schemeClr val="dk1"/>
              </a:solidFill>
            </a:endParaRPr>
          </a:p>
          <a:p>
            <a:pPr indent="0" lvl="0" marL="0" rtl="0" algn="l">
              <a:spcBef>
                <a:spcPts val="0"/>
              </a:spcBef>
              <a:spcAft>
                <a:spcPts val="0"/>
              </a:spcAft>
              <a:buNone/>
            </a:pPr>
            <a:r>
              <a:t/>
            </a:r>
            <a:endParaRPr b="1" sz="1500">
              <a:solidFill>
                <a:schemeClr val="dk1"/>
              </a:solidFill>
            </a:endParaRPr>
          </a:p>
          <a:p>
            <a:pPr indent="457200" lvl="0" marL="0" rtl="0" algn="l">
              <a:spcBef>
                <a:spcPts val="0"/>
              </a:spcBef>
              <a:spcAft>
                <a:spcPts val="0"/>
              </a:spcAft>
              <a:buNone/>
            </a:pPr>
            <a:r>
              <a:rPr b="1" lang="en" sz="1500">
                <a:solidFill>
                  <a:schemeClr val="dk1"/>
                </a:solidFill>
              </a:rPr>
              <a:t>Candidate</a:t>
            </a:r>
            <a:r>
              <a:rPr b="1" lang="en" sz="1500">
                <a:solidFill>
                  <a:schemeClr val="dk1"/>
                </a:solidFill>
              </a:rPr>
              <a:t>: </a:t>
            </a:r>
            <a:r>
              <a:rPr lang="en" sz="1500">
                <a:solidFill>
                  <a:schemeClr val="dk1"/>
                </a:solidFill>
              </a:rPr>
              <a:t>Self-nominated </a:t>
            </a:r>
            <a:r>
              <a:rPr lang="en" sz="1500">
                <a:solidFill>
                  <a:schemeClr val="dk1"/>
                </a:solidFill>
              </a:rPr>
              <a:t>and not required to be a Contributor</a:t>
            </a:r>
            <a:endParaRPr sz="1500">
              <a:solidFill>
                <a:schemeClr val="dk1"/>
              </a:solidFill>
            </a:endParaRPr>
          </a:p>
          <a:p>
            <a:pPr indent="457200" lvl="0" marL="0" rtl="0" algn="l">
              <a:spcBef>
                <a:spcPts val="0"/>
              </a:spcBef>
              <a:spcAft>
                <a:spcPts val="0"/>
              </a:spcAft>
              <a:buNone/>
            </a:pPr>
            <a:r>
              <a:rPr b="1" lang="en" sz="1500">
                <a:solidFill>
                  <a:schemeClr val="dk1"/>
                </a:solidFill>
              </a:rPr>
              <a:t>Voter: </a:t>
            </a:r>
            <a:r>
              <a:rPr lang="en" sz="1500">
                <a:solidFill>
                  <a:schemeClr val="dk1"/>
                </a:solidFill>
              </a:rPr>
              <a:t>Contributors to ONNX project</a:t>
            </a:r>
            <a:endParaRPr sz="1500">
              <a:solidFill>
                <a:schemeClr val="dk1"/>
              </a:solidFill>
            </a:endParaRPr>
          </a:p>
        </p:txBody>
      </p:sp>
      <p:sp>
        <p:nvSpPr>
          <p:cNvPr id="424" name="Google Shape;424;p66"/>
          <p:cNvSpPr/>
          <p:nvPr/>
        </p:nvSpPr>
        <p:spPr>
          <a:xfrm>
            <a:off x="457725" y="2752483"/>
            <a:ext cx="4966200" cy="2121000"/>
          </a:xfrm>
          <a:prstGeom prst="roundRect">
            <a:avLst>
              <a:gd fmla="val 9964"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Methodology</a:t>
            </a:r>
            <a:endParaRPr b="1" sz="1500">
              <a:solidFill>
                <a:schemeClr val="dk1"/>
              </a:solidFill>
            </a:endParaRPr>
          </a:p>
          <a:p>
            <a:pPr indent="0" lvl="0" marL="0" rtl="0" algn="l">
              <a:spcBef>
                <a:spcPts val="0"/>
              </a:spcBef>
              <a:spcAft>
                <a:spcPts val="0"/>
              </a:spcAft>
              <a:buNone/>
            </a:pPr>
            <a:r>
              <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1 vote per Member Company.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Condorcet voting with Schultz method (Ranked preference)</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Contributor votes roll up to</a:t>
            </a:r>
            <a:r>
              <a:rPr lang="en" sz="1500">
                <a:solidFill>
                  <a:schemeClr val="dk1"/>
                </a:solidFill>
              </a:rPr>
              <a:t> associated company</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Final result based on Member Company votes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All votes published for transparency</a:t>
            </a:r>
            <a:endParaRPr sz="1500">
              <a:solidFill>
                <a:schemeClr val="dk1"/>
              </a:solidFill>
            </a:endParaRPr>
          </a:p>
        </p:txBody>
      </p:sp>
      <p:sp>
        <p:nvSpPr>
          <p:cNvPr id="425" name="Google Shape;425;p66"/>
          <p:cNvSpPr/>
          <p:nvPr/>
        </p:nvSpPr>
        <p:spPr>
          <a:xfrm>
            <a:off x="5566700" y="2752408"/>
            <a:ext cx="2789100" cy="2121000"/>
          </a:xfrm>
          <a:prstGeom prst="roundRect">
            <a:avLst>
              <a:gd fmla="val 967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Timeline</a:t>
            </a:r>
            <a:endParaRPr b="1" sz="1500">
              <a:solidFill>
                <a:schemeClr val="dk1"/>
              </a:solidFill>
            </a:endParaRPr>
          </a:p>
          <a:p>
            <a:pPr indent="0" lvl="0" marL="0" rtl="0" algn="l">
              <a:spcBef>
                <a:spcPts val="0"/>
              </a:spcBef>
              <a:spcAft>
                <a:spcPts val="0"/>
              </a:spcAft>
              <a:buNone/>
            </a:pPr>
            <a:r>
              <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April: Nomination and candidate campaigns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May: Election and transition</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June: New Steering Committee</a:t>
            </a:r>
            <a:endParaRPr sz="1500">
              <a:solidFill>
                <a:schemeClr val="dk1"/>
              </a:solidFill>
            </a:endParaRPr>
          </a:p>
        </p:txBody>
      </p:sp>
      <p:sp>
        <p:nvSpPr>
          <p:cNvPr id="426" name="Google Shape;426;p66"/>
          <p:cNvSpPr/>
          <p:nvPr/>
        </p:nvSpPr>
        <p:spPr>
          <a:xfrm>
            <a:off x="457725" y="1066702"/>
            <a:ext cx="7898100" cy="360900"/>
          </a:xfrm>
          <a:prstGeom prst="roundRect">
            <a:avLst>
              <a:gd fmla="val 16667"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rgbClr val="FFFFFF"/>
                </a:solidFill>
              </a:rPr>
              <a:t>Now accepting </a:t>
            </a:r>
            <a:r>
              <a:rPr lang="en" sz="1500">
                <a:solidFill>
                  <a:srgbClr val="FFFFFF"/>
                </a:solidFill>
              </a:rPr>
              <a:t>applications until 4/20 (Mon)</a:t>
            </a:r>
            <a:r>
              <a:rPr b="1" lang="en" sz="1500">
                <a:solidFill>
                  <a:srgbClr val="FFFFFF"/>
                </a:solidFill>
              </a:rPr>
              <a:t>: onnx.ai/sc-apply</a:t>
            </a:r>
            <a:endParaRPr sz="150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222448"/>
        </a:solidFill>
      </p:bgPr>
    </p:bg>
    <p:spTree>
      <p:nvGrpSpPr>
        <p:cNvPr id="430" name="Shape 430"/>
        <p:cNvGrpSpPr/>
        <p:nvPr/>
      </p:nvGrpSpPr>
      <p:grpSpPr>
        <a:xfrm>
          <a:off x="0" y="0"/>
          <a:ext cx="0" cy="0"/>
          <a:chOff x="0" y="0"/>
          <a:chExt cx="0" cy="0"/>
        </a:xfrm>
      </p:grpSpPr>
      <p:sp>
        <p:nvSpPr>
          <p:cNvPr id="431" name="Google Shape;431;p67"/>
          <p:cNvSpPr txBox="1"/>
          <p:nvPr/>
        </p:nvSpPr>
        <p:spPr>
          <a:xfrm>
            <a:off x="1832550" y="2105400"/>
            <a:ext cx="5478900" cy="93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rgbClr val="FFFFFF"/>
                </a:solidFill>
              </a:rPr>
              <a:t>Questions?</a:t>
            </a:r>
            <a:endParaRPr sz="4800">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6" name="Shape 436"/>
        <p:cNvGrpSpPr/>
        <p:nvPr/>
      </p:nvGrpSpPr>
      <p:grpSpPr>
        <a:xfrm>
          <a:off x="0" y="0"/>
          <a:ext cx="0" cy="0"/>
          <a:chOff x="0" y="0"/>
          <a:chExt cx="0" cy="0"/>
        </a:xfrm>
      </p:grpSpPr>
      <p:sp>
        <p:nvSpPr>
          <p:cNvPr id="437" name="Google Shape;437;p68"/>
          <p:cNvSpPr txBox="1"/>
          <p:nvPr>
            <p:ph idx="1" type="body"/>
          </p:nvPr>
        </p:nvSpPr>
        <p:spPr>
          <a:xfrm>
            <a:off x="5199178" y="1096210"/>
            <a:ext cx="3436200" cy="3155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 sz="3600"/>
              <a:t>Wrap up</a:t>
            </a:r>
            <a:r>
              <a:rPr lang="en" sz="3600"/>
              <a:t>!</a:t>
            </a:r>
            <a:endParaRPr sz="3400"/>
          </a:p>
        </p:txBody>
      </p:sp>
      <p:cxnSp>
        <p:nvCxnSpPr>
          <p:cNvPr id="438" name="Google Shape;438;p68"/>
          <p:cNvCxnSpPr/>
          <p:nvPr/>
        </p:nvCxnSpPr>
        <p:spPr>
          <a:xfrm>
            <a:off x="4607119" y="1603289"/>
            <a:ext cx="0" cy="2020200"/>
          </a:xfrm>
          <a:prstGeom prst="straightConnector1">
            <a:avLst/>
          </a:prstGeom>
          <a:noFill/>
          <a:ln cap="flat" cmpd="sng" w="60325">
            <a:solidFill>
              <a:srgbClr val="2A7078"/>
            </a:solidFill>
            <a:prstDash val="solid"/>
            <a:miter lim="800000"/>
            <a:headEnd len="sm" w="sm" type="none"/>
            <a:tailEnd len="sm" w="sm" type="none"/>
          </a:ln>
        </p:spPr>
      </p:cxnSp>
      <p:sp>
        <p:nvSpPr>
          <p:cNvPr id="439" name="Google Shape;439;p68"/>
          <p:cNvSpPr txBox="1"/>
          <p:nvPr/>
        </p:nvSpPr>
        <p:spPr>
          <a:xfrm>
            <a:off x="514878" y="330994"/>
            <a:ext cx="3428700" cy="4570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3600"/>
              <a:buFont typeface="Arial"/>
              <a:buNone/>
            </a:pPr>
            <a:r>
              <a:t/>
            </a:r>
            <a:endParaRPr b="0" i="0" sz="3600">
              <a:solidFill>
                <a:schemeClr val="lt1"/>
              </a:solidFill>
              <a:latin typeface="Arial"/>
              <a:ea typeface="Arial"/>
              <a:cs typeface="Arial"/>
              <a:sym typeface="Arial"/>
            </a:endParaRPr>
          </a:p>
        </p:txBody>
      </p:sp>
      <p:pic>
        <p:nvPicPr>
          <p:cNvPr id="440" name="Google Shape;440;p68"/>
          <p:cNvPicPr preferRelativeResize="0"/>
          <p:nvPr/>
        </p:nvPicPr>
        <p:blipFill rotWithShape="1">
          <a:blip r:embed="rId3">
            <a:alphaModFix/>
          </a:blip>
          <a:srcRect b="0" l="0" r="0" t="0"/>
          <a:stretch/>
        </p:blipFill>
        <p:spPr>
          <a:xfrm>
            <a:off x="809857" y="2233625"/>
            <a:ext cx="3076435" cy="7595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4" name="Shape 444"/>
        <p:cNvGrpSpPr/>
        <p:nvPr/>
      </p:nvGrpSpPr>
      <p:grpSpPr>
        <a:xfrm>
          <a:off x="0" y="0"/>
          <a:ext cx="0" cy="0"/>
          <a:chOff x="0" y="0"/>
          <a:chExt cx="0" cy="0"/>
        </a:xfrm>
      </p:grpSpPr>
      <p:sp>
        <p:nvSpPr>
          <p:cNvPr id="445" name="Google Shape;445;p69"/>
          <p:cNvSpPr txBox="1"/>
          <p:nvPr>
            <p:ph type="title"/>
          </p:nvPr>
        </p:nvSpPr>
        <p:spPr>
          <a:xfrm>
            <a:off x="457736" y="273844"/>
            <a:ext cx="8228400" cy="68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 ...</a:t>
            </a:r>
            <a:endParaRPr/>
          </a:p>
        </p:txBody>
      </p:sp>
      <p:sp>
        <p:nvSpPr>
          <p:cNvPr id="446" name="Google Shape;446;p69"/>
          <p:cNvSpPr/>
          <p:nvPr/>
        </p:nvSpPr>
        <p:spPr>
          <a:xfrm>
            <a:off x="457725" y="1024050"/>
            <a:ext cx="8228400" cy="37383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0000"/>
              </a:lnSpc>
              <a:spcBef>
                <a:spcPts val="0"/>
              </a:spcBef>
              <a:spcAft>
                <a:spcPts val="0"/>
              </a:spcAft>
              <a:buNone/>
            </a:pPr>
            <a:r>
              <a:t/>
            </a:r>
            <a:endParaRPr sz="1200">
              <a:solidFill>
                <a:schemeClr val="dk1"/>
              </a:solidFill>
            </a:endParaRPr>
          </a:p>
          <a:p>
            <a:pPr indent="-342900" lvl="0" marL="457200" rtl="0" algn="l">
              <a:lnSpc>
                <a:spcPct val="130000"/>
              </a:lnSpc>
              <a:spcBef>
                <a:spcPts val="1800"/>
              </a:spcBef>
              <a:spcAft>
                <a:spcPts val="0"/>
              </a:spcAft>
              <a:buClr>
                <a:schemeClr val="dk1"/>
              </a:buClr>
              <a:buSzPts val="1800"/>
              <a:buChar char="●"/>
            </a:pPr>
            <a:r>
              <a:rPr lang="en" sz="1800">
                <a:solidFill>
                  <a:schemeClr val="dk1"/>
                </a:solidFill>
              </a:rPr>
              <a:t>Recording of today’s workshop and other applicable content will be shared via ONNX-Announce mailing list when available.</a:t>
            </a:r>
            <a:endParaRPr sz="1800">
              <a:solidFill>
                <a:schemeClr val="dk1"/>
              </a:solidFill>
            </a:endParaRPr>
          </a:p>
          <a:p>
            <a:pPr indent="-342900" lvl="0" marL="457200" rtl="0" algn="l">
              <a:lnSpc>
                <a:spcPct val="130000"/>
              </a:lnSpc>
              <a:spcBef>
                <a:spcPts val="0"/>
              </a:spcBef>
              <a:spcAft>
                <a:spcPts val="0"/>
              </a:spcAft>
              <a:buClr>
                <a:schemeClr val="dk1"/>
              </a:buClr>
              <a:buSzPts val="1800"/>
              <a:buChar char="●"/>
            </a:pPr>
            <a:r>
              <a:rPr lang="en" sz="1800">
                <a:solidFill>
                  <a:schemeClr val="dk1"/>
                </a:solidFill>
              </a:rPr>
              <a:t>Please stay engaged and continue to contribute to ONNX and ONNX related projects.</a:t>
            </a:r>
            <a:endParaRPr sz="1800">
              <a:solidFill>
                <a:schemeClr val="dk1"/>
              </a:solidFill>
            </a:endParaRPr>
          </a:p>
          <a:p>
            <a:pPr indent="-342900" lvl="0" marL="457200" rtl="0" algn="l">
              <a:lnSpc>
                <a:spcPct val="130000"/>
              </a:lnSpc>
              <a:spcBef>
                <a:spcPts val="0"/>
              </a:spcBef>
              <a:spcAft>
                <a:spcPts val="0"/>
              </a:spcAft>
              <a:buClr>
                <a:schemeClr val="dk1"/>
              </a:buClr>
              <a:buSzPts val="1800"/>
              <a:buChar char="●"/>
            </a:pPr>
            <a:r>
              <a:rPr lang="en" sz="1800">
                <a:solidFill>
                  <a:schemeClr val="dk1"/>
                </a:solidFill>
              </a:rPr>
              <a:t>Remember to use the following ONNX resources:</a:t>
            </a:r>
            <a:endParaRPr sz="1800">
              <a:solidFill>
                <a:schemeClr val="dk1"/>
              </a:solidFill>
            </a:endParaRPr>
          </a:p>
          <a:p>
            <a:pPr indent="-317500" lvl="1" marL="914400" rtl="0" algn="l">
              <a:spcBef>
                <a:spcPts val="0"/>
              </a:spcBef>
              <a:spcAft>
                <a:spcPts val="0"/>
              </a:spcAft>
              <a:buClr>
                <a:srgbClr val="000000"/>
              </a:buClr>
              <a:buSzPts val="1400"/>
              <a:buChar char="○"/>
            </a:pPr>
            <a:r>
              <a:rPr lang="en">
                <a:solidFill>
                  <a:schemeClr val="dk1"/>
                </a:solidFill>
              </a:rPr>
              <a:t>Website: </a:t>
            </a:r>
            <a:r>
              <a:rPr lang="en" u="sng">
                <a:solidFill>
                  <a:schemeClr val="hlink"/>
                </a:solidFill>
                <a:hlinkClick r:id="rId4"/>
              </a:rPr>
              <a:t>https://onnx.ai/</a:t>
            </a:r>
            <a:endParaRPr/>
          </a:p>
          <a:p>
            <a:pPr indent="-317500" lvl="1" marL="914400" rtl="0" algn="l">
              <a:spcBef>
                <a:spcPts val="0"/>
              </a:spcBef>
              <a:spcAft>
                <a:spcPts val="0"/>
              </a:spcAft>
              <a:buClr>
                <a:srgbClr val="000000"/>
              </a:buClr>
              <a:buSzPts val="1400"/>
              <a:buChar char="○"/>
            </a:pPr>
            <a:r>
              <a:rPr lang="en">
                <a:solidFill>
                  <a:schemeClr val="dk1"/>
                </a:solidFill>
              </a:rPr>
              <a:t>GitHub: </a:t>
            </a:r>
            <a:r>
              <a:rPr lang="en" u="sng">
                <a:solidFill>
                  <a:schemeClr val="hlink"/>
                </a:solidFill>
                <a:hlinkClick r:id="rId5"/>
              </a:rPr>
              <a:t>https://github.com/onnx</a:t>
            </a:r>
            <a:endParaRPr/>
          </a:p>
          <a:p>
            <a:pPr indent="-317500" lvl="1" marL="914400" rtl="0" algn="l">
              <a:spcBef>
                <a:spcPts val="0"/>
              </a:spcBef>
              <a:spcAft>
                <a:spcPts val="0"/>
              </a:spcAft>
              <a:buClr>
                <a:srgbClr val="000000"/>
              </a:buClr>
              <a:buSzPts val="1400"/>
              <a:buChar char="○"/>
            </a:pPr>
            <a:r>
              <a:rPr lang="en">
                <a:solidFill>
                  <a:schemeClr val="dk1"/>
                </a:solidFill>
              </a:rPr>
              <a:t>Gitter: </a:t>
            </a:r>
            <a:r>
              <a:rPr lang="en" u="sng">
                <a:solidFill>
                  <a:schemeClr val="hlink"/>
                </a:solidFill>
                <a:hlinkClick r:id="rId6"/>
              </a:rPr>
              <a:t>https://gitter.com/onnx</a:t>
            </a:r>
            <a:endParaRPr/>
          </a:p>
          <a:p>
            <a:pPr indent="-317500" lvl="1" marL="914400" rtl="0" algn="l">
              <a:spcBef>
                <a:spcPts val="0"/>
              </a:spcBef>
              <a:spcAft>
                <a:spcPts val="0"/>
              </a:spcAft>
              <a:buClr>
                <a:schemeClr val="dk1"/>
              </a:buClr>
              <a:buSzPts val="1400"/>
              <a:buChar char="○"/>
            </a:pPr>
            <a:r>
              <a:rPr lang="en">
                <a:solidFill>
                  <a:schemeClr val="dk1"/>
                </a:solidFill>
              </a:rPr>
              <a:t>Calendar: </a:t>
            </a:r>
            <a:r>
              <a:rPr lang="en" u="sng">
                <a:solidFill>
                  <a:schemeClr val="hlink"/>
                </a:solidFill>
                <a:hlinkClick r:id="rId7"/>
              </a:rPr>
              <a:t>https://onnx.ai/calendar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Mailing </a:t>
            </a:r>
            <a:r>
              <a:rPr lang="en">
                <a:solidFill>
                  <a:schemeClr val="dk1"/>
                </a:solidFill>
              </a:rPr>
              <a:t>List</a:t>
            </a:r>
            <a:r>
              <a:rPr lang="en">
                <a:solidFill>
                  <a:schemeClr val="dk1"/>
                </a:solidFill>
              </a:rPr>
              <a:t>: </a:t>
            </a:r>
            <a:r>
              <a:rPr lang="en" u="sng">
                <a:solidFill>
                  <a:schemeClr val="hlink"/>
                </a:solidFill>
                <a:hlinkClick r:id="rId8"/>
              </a:rPr>
              <a:t>https://lists.lfai.foundation/g/onnx-announce</a:t>
            </a:r>
            <a:endParaRPr>
              <a:solidFill>
                <a:schemeClr val="dk1"/>
              </a:solidFill>
            </a:endParaRPr>
          </a:p>
          <a:p>
            <a:pPr indent="0" lvl="0" marL="0" rtl="0" algn="l">
              <a:lnSpc>
                <a:spcPct val="130000"/>
              </a:lnSpc>
              <a:spcBef>
                <a:spcPts val="0"/>
              </a:spcBef>
              <a:spcAft>
                <a:spcPts val="1800"/>
              </a:spcAft>
              <a:buNone/>
            </a:pPr>
            <a:r>
              <a:t/>
            </a:r>
            <a:endParaRPr b="1"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5">
      <a:dk1>
        <a:srgbClr val="333333"/>
      </a:dk1>
      <a:lt1>
        <a:srgbClr val="FFFFFF"/>
      </a:lt1>
      <a:dk2>
        <a:srgbClr val="333333"/>
      </a:dk2>
      <a:lt2>
        <a:srgbClr val="EDEDED"/>
      </a:lt2>
      <a:accent1>
        <a:srgbClr val="61DAFB"/>
      </a:accent1>
      <a:accent2>
        <a:srgbClr val="28278B"/>
      </a:accent2>
      <a:accent3>
        <a:srgbClr val="848484"/>
      </a:accent3>
      <a:accent4>
        <a:srgbClr val="53ADDF"/>
      </a:accent4>
      <a:accent5>
        <a:srgbClr val="4580C3"/>
      </a:accent5>
      <a:accent6>
        <a:srgbClr val="3654A7"/>
      </a:accent6>
      <a:hlink>
        <a:srgbClr val="3A5896"/>
      </a:hlink>
      <a:folHlink>
        <a:srgbClr val="8484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