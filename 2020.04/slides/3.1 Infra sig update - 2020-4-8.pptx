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1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613B10-4966-479B-AEF5-A6AFBD11F8FA}" v="3" dt="2020-04-09T05:37:50.4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9"/>
  </p:normalViewPr>
  <p:slideViewPr>
    <p:cSldViewPr snapToGrid="0" snapToObjects="1">
      <p:cViewPr varScale="1">
        <p:scale>
          <a:sx n="91" d="100"/>
          <a:sy n="91" d="100"/>
        </p:scale>
        <p:origin x="90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nesan Ramalingam" userId="fa309b9d-d840-4aa0-ab1f-49e5fe98d8b2" providerId="ADAL" clId="{57613B10-4966-479B-AEF5-A6AFBD11F8FA}"/>
    <pc:docChg chg="undo custSel addSld modSld sldOrd">
      <pc:chgData name="Ganesan Ramalingam" userId="fa309b9d-d840-4aa0-ab1f-49e5fe98d8b2" providerId="ADAL" clId="{57613B10-4966-479B-AEF5-A6AFBD11F8FA}" dt="2020-04-09T06:11:39.985" v="1699" actId="20577"/>
      <pc:docMkLst>
        <pc:docMk/>
      </pc:docMkLst>
      <pc:sldChg chg="modSp mod">
        <pc:chgData name="Ganesan Ramalingam" userId="fa309b9d-d840-4aa0-ab1f-49e5fe98d8b2" providerId="ADAL" clId="{57613B10-4966-479B-AEF5-A6AFBD11F8FA}" dt="2020-04-08T17:49:10.399" v="673" actId="20577"/>
        <pc:sldMkLst>
          <pc:docMk/>
          <pc:sldMk cId="1897799960" sldId="257"/>
        </pc:sldMkLst>
        <pc:spChg chg="mod">
          <ac:chgData name="Ganesan Ramalingam" userId="fa309b9d-d840-4aa0-ab1f-49e5fe98d8b2" providerId="ADAL" clId="{57613B10-4966-479B-AEF5-A6AFBD11F8FA}" dt="2020-04-08T17:49:10.399" v="673" actId="20577"/>
          <ac:spMkLst>
            <pc:docMk/>
            <pc:sldMk cId="1897799960" sldId="257"/>
            <ac:spMk id="2" creationId="{91B15878-9613-024C-BED0-CED6C59CEFAA}"/>
          </ac:spMkLst>
        </pc:spChg>
        <pc:spChg chg="mod">
          <ac:chgData name="Ganesan Ramalingam" userId="fa309b9d-d840-4aa0-ab1f-49e5fe98d8b2" providerId="ADAL" clId="{57613B10-4966-479B-AEF5-A6AFBD11F8FA}" dt="2020-04-08T17:01:01.649" v="272" actId="20577"/>
          <ac:spMkLst>
            <pc:docMk/>
            <pc:sldMk cId="1897799960" sldId="257"/>
            <ac:spMk id="3" creationId="{4DCC296E-8931-FC49-AD5F-1511BDAA0BBF}"/>
          </ac:spMkLst>
        </pc:spChg>
      </pc:sldChg>
      <pc:sldChg chg="modSp mod">
        <pc:chgData name="Ganesan Ramalingam" userId="fa309b9d-d840-4aa0-ab1f-49e5fe98d8b2" providerId="ADAL" clId="{57613B10-4966-479B-AEF5-A6AFBD11F8FA}" dt="2020-04-09T05:23:58.546" v="1281" actId="20577"/>
        <pc:sldMkLst>
          <pc:docMk/>
          <pc:sldMk cId="4058289681" sldId="258"/>
        </pc:sldMkLst>
        <pc:spChg chg="mod">
          <ac:chgData name="Ganesan Ramalingam" userId="fa309b9d-d840-4aa0-ab1f-49e5fe98d8b2" providerId="ADAL" clId="{57613B10-4966-479B-AEF5-A6AFBD11F8FA}" dt="2020-04-08T17:49:05.337" v="672" actId="255"/>
          <ac:spMkLst>
            <pc:docMk/>
            <pc:sldMk cId="4058289681" sldId="258"/>
            <ac:spMk id="2" creationId="{5AEE969F-73FA-F945-880F-ECCBE47D8CC0}"/>
          </ac:spMkLst>
        </pc:spChg>
        <pc:spChg chg="mod">
          <ac:chgData name="Ganesan Ramalingam" userId="fa309b9d-d840-4aa0-ab1f-49e5fe98d8b2" providerId="ADAL" clId="{57613B10-4966-479B-AEF5-A6AFBD11F8FA}" dt="2020-04-09T05:23:58.546" v="1281" actId="20577"/>
          <ac:spMkLst>
            <pc:docMk/>
            <pc:sldMk cId="4058289681" sldId="258"/>
            <ac:spMk id="3" creationId="{89330B1D-8E0D-6547-9674-D5929A1780DB}"/>
          </ac:spMkLst>
        </pc:spChg>
      </pc:sldChg>
      <pc:sldChg chg="modSp mod">
        <pc:chgData name="Ganesan Ramalingam" userId="fa309b9d-d840-4aa0-ab1f-49e5fe98d8b2" providerId="ADAL" clId="{57613B10-4966-479B-AEF5-A6AFBD11F8FA}" dt="2020-04-09T06:11:39.985" v="1699" actId="20577"/>
        <pc:sldMkLst>
          <pc:docMk/>
          <pc:sldMk cId="811582319" sldId="259"/>
        </pc:sldMkLst>
        <pc:spChg chg="mod">
          <ac:chgData name="Ganesan Ramalingam" userId="fa309b9d-d840-4aa0-ab1f-49e5fe98d8b2" providerId="ADAL" clId="{57613B10-4966-479B-AEF5-A6AFBD11F8FA}" dt="2020-04-08T18:27:19.662" v="1262" actId="255"/>
          <ac:spMkLst>
            <pc:docMk/>
            <pc:sldMk cId="811582319" sldId="259"/>
            <ac:spMk id="2" creationId="{BF32AA05-35C7-1344-B1EF-537B06460547}"/>
          </ac:spMkLst>
        </pc:spChg>
        <pc:spChg chg="mod">
          <ac:chgData name="Ganesan Ramalingam" userId="fa309b9d-d840-4aa0-ab1f-49e5fe98d8b2" providerId="ADAL" clId="{57613B10-4966-479B-AEF5-A6AFBD11F8FA}" dt="2020-04-09T06:11:39.985" v="1699" actId="20577"/>
          <ac:spMkLst>
            <pc:docMk/>
            <pc:sldMk cId="811582319" sldId="259"/>
            <ac:spMk id="3" creationId="{68AFAD98-D07E-E540-A173-B9A5D22474DC}"/>
          </ac:spMkLst>
        </pc:spChg>
      </pc:sldChg>
      <pc:sldChg chg="modSp add mod ord">
        <pc:chgData name="Ganesan Ramalingam" userId="fa309b9d-d840-4aa0-ab1f-49e5fe98d8b2" providerId="ADAL" clId="{57613B10-4966-479B-AEF5-A6AFBD11F8FA}" dt="2020-04-09T06:05:58.503" v="1644" actId="20577"/>
        <pc:sldMkLst>
          <pc:docMk/>
          <pc:sldMk cId="3822779078" sldId="260"/>
        </pc:sldMkLst>
        <pc:spChg chg="mod">
          <ac:chgData name="Ganesan Ramalingam" userId="fa309b9d-d840-4aa0-ab1f-49e5fe98d8b2" providerId="ADAL" clId="{57613B10-4966-479B-AEF5-A6AFBD11F8FA}" dt="2020-04-08T18:27:29.614" v="1271" actId="20577"/>
          <ac:spMkLst>
            <pc:docMk/>
            <pc:sldMk cId="3822779078" sldId="260"/>
            <ac:spMk id="2" creationId="{91B15878-9613-024C-BED0-CED6C59CEFAA}"/>
          </ac:spMkLst>
        </pc:spChg>
        <pc:spChg chg="mod">
          <ac:chgData name="Ganesan Ramalingam" userId="fa309b9d-d840-4aa0-ab1f-49e5fe98d8b2" providerId="ADAL" clId="{57613B10-4966-479B-AEF5-A6AFBD11F8FA}" dt="2020-04-09T06:05:58.503" v="1644" actId="20577"/>
          <ac:spMkLst>
            <pc:docMk/>
            <pc:sldMk cId="3822779078" sldId="260"/>
            <ac:spMk id="3" creationId="{4DCC296E-8931-FC49-AD5F-1511BDAA0BBF}"/>
          </ac:spMkLst>
        </pc:spChg>
      </pc:sldChg>
      <pc:sldChg chg="modSp add mod ord">
        <pc:chgData name="Ganesan Ramalingam" userId="fa309b9d-d840-4aa0-ab1f-49e5fe98d8b2" providerId="ADAL" clId="{57613B10-4966-479B-AEF5-A6AFBD11F8FA}" dt="2020-04-09T05:53:44.580" v="1636" actId="20577"/>
        <pc:sldMkLst>
          <pc:docMk/>
          <pc:sldMk cId="2102151249" sldId="261"/>
        </pc:sldMkLst>
        <pc:spChg chg="mod">
          <ac:chgData name="Ganesan Ramalingam" userId="fa309b9d-d840-4aa0-ab1f-49e5fe98d8b2" providerId="ADAL" clId="{57613B10-4966-479B-AEF5-A6AFBD11F8FA}" dt="2020-04-09T05:37:42.411" v="1336" actId="20577"/>
          <ac:spMkLst>
            <pc:docMk/>
            <pc:sldMk cId="2102151249" sldId="261"/>
            <ac:spMk id="2" creationId="{91B15878-9613-024C-BED0-CED6C59CEFAA}"/>
          </ac:spMkLst>
        </pc:spChg>
        <pc:spChg chg="mod">
          <ac:chgData name="Ganesan Ramalingam" userId="fa309b9d-d840-4aa0-ab1f-49e5fe98d8b2" providerId="ADAL" clId="{57613B10-4966-479B-AEF5-A6AFBD11F8FA}" dt="2020-04-09T05:53:44.580" v="1636" actId="20577"/>
          <ac:spMkLst>
            <pc:docMk/>
            <pc:sldMk cId="2102151249" sldId="261"/>
            <ac:spMk id="3" creationId="{4DCC296E-8931-FC49-AD5F-1511BDAA0BB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86DE1D-7815-C248-AB8C-7FC439C47F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B25A36-D63D-DB4C-BBAF-A79A357C8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A9C2A5-49A7-0345-B0DA-8A1908211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2B227-C698-CD4B-ABA8-CEAD4821882F}" type="datetimeFigureOut">
              <a:rPr kumimoji="1" lang="zh-CN" altLang="en-US" smtClean="0"/>
              <a:t>2020/4/8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3F1853-8C1C-7E43-8B02-B4ED1D4B7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9E7BEF-5FAD-6E44-A842-0F93022EC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DF161-2E39-D646-B154-FC5CF3CD9D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8749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93ED64-CAD0-924A-ADCF-EBAB688ED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19B2B3-0BE9-304B-B3FF-C735E0F70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F90E96-84DB-C540-A648-F34E3C8A8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2B227-C698-CD4B-ABA8-CEAD4821882F}" type="datetimeFigureOut">
              <a:rPr kumimoji="1" lang="zh-CN" altLang="en-US" smtClean="0"/>
              <a:t>2020/4/8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9A8EC-A574-5149-9001-0FCDCFBB6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1E4DD5-C8C7-1E42-870A-A11AF6D97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DF161-2E39-D646-B154-FC5CF3CD9D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7032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6D9CE0-7E52-134E-9B1B-4F913F364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66FD96-9CB0-E245-8838-56A062544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977C8D-A1AA-6E40-93DF-6802AB7B1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2B227-C698-CD4B-ABA8-CEAD4821882F}" type="datetimeFigureOut">
              <a:rPr kumimoji="1" lang="zh-CN" altLang="en-US" smtClean="0"/>
              <a:t>2020/4/8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15C173-3403-FC48-B4FF-4F0932C53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DA5DEB-0FD8-0B4A-A08B-C84BE056E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DF161-2E39-D646-B154-FC5CF3CD9D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08645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FEF113-9E52-C241-9107-A64F19823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D12C74-37BA-1142-BA1F-1B12D785D6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2948FE-7DA1-CA4C-AEA3-20906B097D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3B8314-DD0E-9A45-8916-6569411FE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2B227-C698-CD4B-ABA8-CEAD4821882F}" type="datetimeFigureOut">
              <a:rPr kumimoji="1" lang="zh-CN" altLang="en-US" smtClean="0"/>
              <a:t>2020/4/8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54A398-8F61-D749-BE82-99D7D5232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242200-C497-F748-AE93-6B56AFC89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DF161-2E39-D646-B154-FC5CF3CD9D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0623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954E6F-A1C4-904E-A7E0-C45B84ADD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252B88-8018-2645-B520-B0EA23BA7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A1C6507-B24F-0B40-8C3E-C23A440C39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9E3851F-8E8F-5249-9AB0-CB2A06EE8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558B9A4-EBCD-5E4E-9B03-043ED39D34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D26A3D8-DF9C-1148-B19B-78F6ACDD6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2B227-C698-CD4B-ABA8-CEAD4821882F}" type="datetimeFigureOut">
              <a:rPr kumimoji="1" lang="zh-CN" altLang="en-US" smtClean="0"/>
              <a:t>2020/4/8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F75FD5D-FB47-3B49-BBD0-7B01A9233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3F2F894-F27E-0C44-A45C-DCD6F675D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DF161-2E39-D646-B154-FC5CF3CD9D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3512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9C5CCA-9EB3-FF4C-A642-0EE901494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80AE8A2-3773-4A49-B7A8-1C84955FA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2B227-C698-CD4B-ABA8-CEAD4821882F}" type="datetimeFigureOut">
              <a:rPr kumimoji="1" lang="zh-CN" altLang="en-US" smtClean="0"/>
              <a:t>2020/4/8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2C2D8D7-C24D-4E4A-A2E4-639BEE1E3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E1E307F-FEF1-4F44-AE28-29D6C023B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DF161-2E39-D646-B154-FC5CF3CD9D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1258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A62BA5D-3242-E446-AA10-811865F4A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2B227-C698-CD4B-ABA8-CEAD4821882F}" type="datetimeFigureOut">
              <a:rPr kumimoji="1" lang="zh-CN" altLang="en-US" smtClean="0"/>
              <a:t>2020/4/8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76C1AAE-15FD-D448-930E-DD0DA32E5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E689CE-5B23-4547-A775-5F3AF49D1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DF161-2E39-D646-B154-FC5CF3CD9D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91374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6C7775-3815-FC4F-9D25-A1EB658F5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4CAC3F-AE94-D746-990D-904A3B43F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2025F6B-6195-124D-AC30-D7E5339D54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986196-D71A-8E45-BDA8-F378E4F1F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2B227-C698-CD4B-ABA8-CEAD4821882F}" type="datetimeFigureOut">
              <a:rPr kumimoji="1" lang="zh-CN" altLang="en-US" smtClean="0"/>
              <a:t>2020/4/8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56FD73-669C-564C-B72A-EB17B7A69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C38CD9-AA14-954E-9F32-707085A66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DF161-2E39-D646-B154-FC5CF3CD9D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0217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BD7B0C-7712-394A-81C7-2F66B8234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6C78353-8F18-B949-BF31-D238B97B89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933C047-90B6-8748-89C6-4298CDB387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E04F62-B439-D545-B18D-0F856E39A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2B227-C698-CD4B-ABA8-CEAD4821882F}" type="datetimeFigureOut">
              <a:rPr kumimoji="1" lang="zh-CN" altLang="en-US" smtClean="0"/>
              <a:t>2020/4/8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C28CE9-EA75-6A48-A711-0FEE834FF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518A07-B46C-774D-9A01-6AD3CD094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DF161-2E39-D646-B154-FC5CF3CD9D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43041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D778CE-787B-3A46-B0E6-49AF11118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EE72911-0231-1C48-AD25-30BE16F45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8234D5-C6A1-7346-B3B8-D9C84C973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2B227-C698-CD4B-ABA8-CEAD4821882F}" type="datetimeFigureOut">
              <a:rPr kumimoji="1" lang="zh-CN" altLang="en-US" smtClean="0"/>
              <a:t>2020/4/8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09B64B-1AC0-4E44-B789-2A0392BB6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F2C071-1606-3345-9086-AF113B1BC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DF161-2E39-D646-B154-FC5CF3CD9D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7258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26A8691-6E14-F94D-80E7-8C18F85E8A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0E5804A-23A5-7A4F-BCF0-4FD18219A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B851B1-7CD2-B146-83A3-972C270F8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2B227-C698-CD4B-ABA8-CEAD4821882F}" type="datetimeFigureOut">
              <a:rPr kumimoji="1" lang="zh-CN" altLang="en-US" smtClean="0"/>
              <a:t>2020/4/8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037B59-7ED9-9744-A702-BF9187A3E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99B71F-7F45-0140-B914-E18C461F3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DF161-2E39-D646-B154-FC5CF3CD9D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09421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26A2579-8D16-E744-9EF4-962737C1A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A740B1-11F9-4B44-9B92-219F5A32C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45E26D-BEB7-5846-AC4C-45DAC83102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2B227-C698-CD4B-ABA8-CEAD4821882F}" type="datetimeFigureOut">
              <a:rPr kumimoji="1" lang="zh-CN" altLang="en-US" smtClean="0"/>
              <a:t>2020/4/8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2BE23C-F390-9A44-B42B-3DAE243B1F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D4C5AB-BED5-CF47-A291-1EC307B569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EDF161-2E39-D646-B154-FC5CF3CD9D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03898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nnx/onnx/blob/master/docs/IR.md#training-related-informatio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nnx/onnx/blob/6bdac246617682f9696f0dac40362ef4f4de2cde/onnx/defs/math/defs.cc#L2084" TargetMode="External"/><Relationship Id="rId2" Type="http://schemas.openxmlformats.org/officeDocument/2006/relationships/hyperlink" Target="https://github.com/onnx/onnx/blob/6bdac246617682f9696f0dac40362ef4f4de2cde/onnx/defs/math/defs.cc#L2624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nnx/backend-scoreboar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B15878-9613-024C-BED0-CED6C59CE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Infra SIG Update:</a:t>
            </a:r>
            <a:br>
              <a:rPr kumimoji="1" lang="en-US" altLang="zh-CN" dirty="0"/>
            </a:br>
            <a:r>
              <a:rPr kumimoji="1" lang="en-US" altLang="zh-CN" dirty="0"/>
              <a:t>What is new?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CC296E-8931-FC49-AD5F-1511BDAA0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Training support (Preview)</a:t>
            </a:r>
          </a:p>
          <a:p>
            <a:pPr lvl="1"/>
            <a:r>
              <a:rPr kumimoji="1" lang="en-US" altLang="zh-CN" dirty="0" err="1"/>
              <a:t>TrainingInfoProto</a:t>
            </a:r>
            <a:r>
              <a:rPr kumimoji="1" lang="en-US" altLang="zh-CN" dirty="0"/>
              <a:t> (state-variables, initialization-step, training-step)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Function update</a:t>
            </a:r>
          </a:p>
          <a:p>
            <a:pPr lvl="1"/>
            <a:r>
              <a:rPr kumimoji="1" lang="en-US" altLang="zh-CN" dirty="0"/>
              <a:t>Functions with context-dependent function-body</a:t>
            </a:r>
          </a:p>
          <a:p>
            <a:pPr lvl="1"/>
            <a:r>
              <a:rPr kumimoji="1" lang="en-US" altLang="zh-CN" dirty="0"/>
              <a:t>Functions dependent on specific operator sets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ONNX-MLIR (in progress)</a:t>
            </a:r>
          </a:p>
          <a:p>
            <a:pPr lvl="1"/>
            <a:r>
              <a:rPr kumimoji="1" lang="en-US" altLang="zh-CN" dirty="0"/>
              <a:t>ONNX dialect in MLIR</a:t>
            </a:r>
          </a:p>
          <a:p>
            <a:pPr marL="457200" lvl="1" indent="0">
              <a:buNone/>
            </a:pP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97799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B15878-9613-024C-BED0-CED6C59CE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Training Support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CC296E-8931-FC49-AD5F-1511BDAA0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hlinkClick r:id="rId2"/>
              </a:rPr>
              <a:t>https://github.com/onnx/onnx/blob/master/docs/IR.md#training-related-information</a:t>
            </a:r>
            <a:endParaRPr lang="en-US" dirty="0"/>
          </a:p>
          <a:p>
            <a:r>
              <a:rPr lang="en-US" dirty="0"/>
              <a:t>Weights to be trained (a subset of initializers)</a:t>
            </a:r>
          </a:p>
          <a:p>
            <a:r>
              <a:rPr lang="en-US" dirty="0"/>
              <a:t>Initialization (of weights) described using:</a:t>
            </a:r>
          </a:p>
          <a:p>
            <a:pPr lvl="1"/>
            <a:r>
              <a:rPr lang="en-US" dirty="0"/>
              <a:t>a Graph</a:t>
            </a:r>
          </a:p>
          <a:p>
            <a:pPr lvl="1"/>
            <a:r>
              <a:rPr lang="en-US" dirty="0"/>
              <a:t>a binding (map from weights to outputs of graph)</a:t>
            </a:r>
          </a:p>
          <a:p>
            <a:r>
              <a:rPr lang="en-US" dirty="0"/>
              <a:t>Training step (updates of weights) described using:</a:t>
            </a:r>
          </a:p>
          <a:p>
            <a:pPr lvl="1"/>
            <a:r>
              <a:rPr lang="en-US" dirty="0"/>
              <a:t>a Graph</a:t>
            </a:r>
          </a:p>
          <a:p>
            <a:pPr lvl="1"/>
            <a:r>
              <a:rPr lang="en-US" dirty="0"/>
              <a:t>a binding (map from weights to outputs of graph)</a:t>
            </a:r>
          </a:p>
          <a:p>
            <a:r>
              <a:rPr lang="en-US" dirty="0"/>
              <a:t>Gradient operator</a:t>
            </a:r>
          </a:p>
          <a:p>
            <a:r>
              <a:rPr lang="en-US" dirty="0" err="1"/>
              <a:t>GraphCall</a:t>
            </a:r>
            <a:r>
              <a:rPr lang="en-US" dirty="0"/>
              <a:t> operator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kumimoji="1" lang="en-US" altLang="zh-CN" dirty="0"/>
          </a:p>
          <a:p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02151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EE969F-73FA-F945-880F-ECCBE47D8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Infra SIG Update:</a:t>
            </a:r>
            <a:br>
              <a:rPr kumimoji="1" lang="en-US" altLang="zh-CN" sz="2800" dirty="0"/>
            </a:br>
            <a:r>
              <a:rPr kumimoji="1" lang="en-US" altLang="zh-CN" dirty="0"/>
              <a:t>What next?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330B1D-8E0D-6547-9674-D5929A178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Recurring Tradeoff:</a:t>
            </a:r>
          </a:p>
          <a:p>
            <a:pPr lvl="1"/>
            <a:r>
              <a:rPr kumimoji="1" lang="en-US" altLang="zh-CN" dirty="0"/>
              <a:t>Expressiveness (new ops for new models) vs.</a:t>
            </a:r>
          </a:p>
          <a:p>
            <a:pPr lvl="1"/>
            <a:r>
              <a:rPr kumimoji="1" lang="en-US" altLang="zh-CN" dirty="0"/>
              <a:t>Efficiency (e.g., exploit hardware features) vs.</a:t>
            </a:r>
          </a:p>
          <a:p>
            <a:pPr lvl="1"/>
            <a:r>
              <a:rPr kumimoji="1" lang="en-US" altLang="zh-CN" dirty="0"/>
              <a:t>Development Cost</a:t>
            </a:r>
          </a:p>
          <a:p>
            <a:r>
              <a:rPr kumimoji="1" lang="en-US" altLang="zh-CN" dirty="0"/>
              <a:t>Better use of the function mechanism that is intended to target this tradeoff</a:t>
            </a:r>
          </a:p>
          <a:p>
            <a:pPr lvl="1"/>
            <a:r>
              <a:rPr kumimoji="1" lang="en-US" altLang="zh-CN" dirty="0"/>
              <a:t>Identify a better core set of primitive ops (leverage learning from multiple implementation frameworks, including MLIR)</a:t>
            </a:r>
          </a:p>
          <a:p>
            <a:pPr lvl="1"/>
            <a:r>
              <a:rPr kumimoji="1" lang="en-US" altLang="zh-CN" dirty="0"/>
              <a:t>Reflect the design in dialect design in ONNX-MLIR</a:t>
            </a:r>
          </a:p>
          <a:p>
            <a:pPr lvl="1"/>
            <a:r>
              <a:rPr kumimoji="1" lang="en-US" altLang="zh-CN" dirty="0"/>
              <a:t>Do we need more than 2 levels in ONNX?</a:t>
            </a:r>
          </a:p>
        </p:txBody>
      </p:sp>
    </p:spTree>
    <p:extLst>
      <p:ext uri="{BB962C8B-B14F-4D97-AF65-F5344CB8AC3E}">
        <p14:creationId xmlns:p14="http://schemas.microsoft.com/office/powerpoint/2010/main" val="4058289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B15878-9613-024C-BED0-CED6C59CE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Function Extension: Details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CC296E-8931-FC49-AD5F-1511BDAA0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altLang="zh-CN" dirty="0"/>
              <a:t>Operator registration APIs extended to allow: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Function body that depends on statically available context (attribute values, etc.)</a:t>
            </a:r>
          </a:p>
          <a:p>
            <a:pPr lvl="1"/>
            <a:endParaRPr lang="en" altLang="zh-CN" dirty="0"/>
          </a:p>
          <a:p>
            <a:pPr lvl="1"/>
            <a:r>
              <a:rPr lang="en" altLang="zh-CN" dirty="0"/>
              <a:t>OpSchema&amp; SetContextDependentFunctionBodyBuilder</a:t>
            </a:r>
            <a:br>
              <a:rPr lang="en" altLang="zh-CN" dirty="0"/>
            </a:br>
            <a:r>
              <a:rPr lang="en" altLang="zh-CN" dirty="0"/>
              <a:t>                                           (ContextDependentFunctionBodyBuilder);</a:t>
            </a:r>
          </a:p>
          <a:p>
            <a:endParaRPr kumimoji="1" lang="en-US" altLang="zh-CN" dirty="0"/>
          </a:p>
          <a:p>
            <a:pPr lvl="1"/>
            <a:r>
              <a:rPr kumimoji="1" lang="en-US" altLang="zh-CN" dirty="0"/>
              <a:t>Examples</a:t>
            </a:r>
            <a:r>
              <a:rPr kumimoji="1" lang="en" altLang="zh-CN" dirty="0"/>
              <a:t>: </a:t>
            </a:r>
            <a:r>
              <a:rPr kumimoji="1" lang="en" altLang="zh-CN" dirty="0">
                <a:hlinkClick r:id="rId2"/>
              </a:rPr>
              <a:t>SoftmaxCrossEntropyLoss</a:t>
            </a:r>
            <a:r>
              <a:rPr kumimoji="1" lang="en" altLang="zh-CN" dirty="0"/>
              <a:t>, </a:t>
            </a:r>
            <a:r>
              <a:rPr lang="en" altLang="zh-CN" dirty="0">
                <a:hlinkClick r:id="rId3"/>
              </a:rPr>
              <a:t>NegativeLogLikelihoodLoss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Functions that rely on multiple external operator sets.</a:t>
            </a:r>
          </a:p>
          <a:p>
            <a:pPr lvl="2"/>
            <a:r>
              <a:rPr lang="en" altLang="zh-CN" dirty="0"/>
              <a:t>OpSchema&amp; FunctionBody(const std::vector&lt;NodeProto&gt;&amp; func_nodes, const std::vector&lt;OperatorSetIdProto&gt;&amp; opsets);</a:t>
            </a:r>
          </a:p>
        </p:txBody>
      </p:sp>
    </p:spTree>
    <p:extLst>
      <p:ext uri="{BB962C8B-B14F-4D97-AF65-F5344CB8AC3E}">
        <p14:creationId xmlns:p14="http://schemas.microsoft.com/office/powerpoint/2010/main" val="3822779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32AA05-35C7-1344-B1EF-537B06460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2800" dirty="0"/>
              <a:t>Infra SIG Update:</a:t>
            </a:r>
            <a:br>
              <a:rPr kumimoji="1" lang="en-US" altLang="zh-CN" dirty="0"/>
            </a:br>
            <a:r>
              <a:rPr kumimoji="1" lang="en-US" altLang="zh-CN" dirty="0"/>
              <a:t>Call for actions/contributions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AFAD98-D07E-E540-A173-B9A5D2247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altLang="zh-CN" dirty="0"/>
              <a:t>Backend scoreboard: please register your backends here:</a:t>
            </a:r>
          </a:p>
          <a:p>
            <a:pPr lvl="1"/>
            <a:r>
              <a:rPr lang="en-US" dirty="0">
                <a:hlinkClick r:id="rId2"/>
              </a:rPr>
              <a:t>https://github.com/onnx/backend-scoreboard</a:t>
            </a:r>
            <a:r>
              <a:rPr lang="en-US" dirty="0"/>
              <a:t> </a:t>
            </a:r>
            <a:endParaRPr kumimoji="1" lang="en-US" altLang="zh-CN" dirty="0"/>
          </a:p>
          <a:p>
            <a:r>
              <a:rPr kumimoji="1" lang="en-US" altLang="zh-CN" dirty="0"/>
              <a:t>Tools for checking compliance (IR and </a:t>
            </a:r>
            <a:r>
              <a:rPr kumimoji="1" lang="en-US" altLang="zh-CN" dirty="0" err="1"/>
              <a:t>opsets</a:t>
            </a:r>
            <a:r>
              <a:rPr kumimoji="1" lang="en-US" altLang="zh-CN" dirty="0"/>
              <a:t>)</a:t>
            </a:r>
          </a:p>
          <a:p>
            <a:pPr lvl="1"/>
            <a:r>
              <a:rPr kumimoji="1" lang="en-US" altLang="zh-CN" dirty="0"/>
              <a:t>Stricter </a:t>
            </a:r>
            <a:r>
              <a:rPr kumimoji="1" lang="en-US" altLang="zh-CN" dirty="0" err="1"/>
              <a:t>onnx</a:t>
            </a:r>
            <a:r>
              <a:rPr kumimoji="1" lang="en-US" altLang="zh-CN" dirty="0"/>
              <a:t> checker</a:t>
            </a:r>
          </a:p>
          <a:p>
            <a:pPr lvl="1"/>
            <a:r>
              <a:rPr kumimoji="1" lang="en-US" altLang="zh-CN" dirty="0"/>
              <a:t>Better test coverage with node/model level test cases.</a:t>
            </a:r>
          </a:p>
          <a:p>
            <a:pPr lvl="1"/>
            <a:r>
              <a:rPr kumimoji="1" lang="en-US" altLang="zh-CN" dirty="0"/>
              <a:t>Better testing for functions</a:t>
            </a:r>
          </a:p>
          <a:p>
            <a:r>
              <a:rPr kumimoji="1" lang="en-US" altLang="zh-CN" dirty="0"/>
              <a:t>Improve Build/Setup – first user experience improvement</a:t>
            </a:r>
          </a:p>
          <a:p>
            <a:r>
              <a:rPr kumimoji="1" lang="en-US" altLang="zh-CN" dirty="0"/>
              <a:t>Improve release process</a:t>
            </a:r>
          </a:p>
          <a:p>
            <a:r>
              <a:rPr kumimoji="1" lang="en-US" altLang="zh-CN" dirty="0"/>
              <a:t>Improve CI</a:t>
            </a:r>
          </a:p>
          <a:p>
            <a:r>
              <a:rPr kumimoji="1" lang="en-US" altLang="zh-CN" dirty="0"/>
              <a:t>IR levels design and implementation and ONNX-MLIR</a:t>
            </a:r>
          </a:p>
          <a:p>
            <a:pPr lvl="1"/>
            <a:r>
              <a:rPr kumimoji="1" lang="en-US" altLang="zh-CN" dirty="0"/>
              <a:t>identify core ops and op-categories that help simplify a backend </a:t>
            </a:r>
            <a:r>
              <a:rPr kumimoji="1" lang="en-US" altLang="zh-CN"/>
              <a:t>implementing ONNX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11582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368</Words>
  <Application>Microsoft Office PowerPoint</Application>
  <PresentationFormat>Widescreen</PresentationFormat>
  <Paragraphs>55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Infra SIG Update: What is new?</vt:lpstr>
      <vt:lpstr>Training Support</vt:lpstr>
      <vt:lpstr>Infra SIG Update: What next?</vt:lpstr>
      <vt:lpstr>Function Extension: Details</vt:lpstr>
      <vt:lpstr>Infra SIG Update: Call for actions/contributions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 SIG Update</dc:title>
  <dc:creator>Microsoft Office User</dc:creator>
  <cp:lastModifiedBy>Ganesan Ramalingam</cp:lastModifiedBy>
  <cp:revision>20</cp:revision>
  <dcterms:created xsi:type="dcterms:W3CDTF">2020-04-08T13:41:34Z</dcterms:created>
  <dcterms:modified xsi:type="dcterms:W3CDTF">2020-04-09T06:11:44Z</dcterms:modified>
</cp:coreProperties>
</file>